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0a79ad04ee546b8" /><Relationship Type="http://schemas.openxmlformats.org/officeDocument/2006/relationships/extended-properties" Target="/docProps/app.xml" Id="R70cf139999b24928" /><Relationship Type="http://schemas.openxmlformats.org/officeDocument/2006/relationships/officeDocument" Target="/ppt/presentation.xml" Id="Rbcde025e0f5a4af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ce96778e0664f0b"/>
    <p:sldMasterId xmlns:r="http://schemas.openxmlformats.org/officeDocument/2006/relationships" id="2147483654" r:id="R5efd233a46554140"/>
    <p:sldMasterId xmlns:r="http://schemas.openxmlformats.org/officeDocument/2006/relationships" id="2147483659" r:id="Rf21e9ffa3e5a4214"/>
  </p:sldMasterIdLst>
  <p:notesMasterIdLst>
    <p:notesMasterId xmlns:r="http://schemas.openxmlformats.org/officeDocument/2006/relationships" r:id="R6c2667fa846343a8"/>
  </p:notesMasterIdLst>
  <p:sldIdLst>
    <p:sldId xmlns:r="http://schemas.openxmlformats.org/officeDocument/2006/relationships" id="256" r:id="R5a1a10f13fa1402a"/>
    <p:sldId xmlns:r="http://schemas.openxmlformats.org/officeDocument/2006/relationships" id="257" r:id="Raf3c96dadf9645d3"/>
  </p:sldIdLst>
  <p:sldSz cx="9144000" cy="5143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5B22D9-0375-4406-8A3A-0A3EAF51ECC1}" styleName="表样式 1 25">
    <a:wholeTbl>
      <a:tcTxStyle>
        <a:fontRef idx="none">
          <a:srgbClr val="000000"/>
        </a:fontRef>
      </a:tcTxStyle>
      <a:tcStyle>
        <a:tcBdr>
          <a:left>
            <a:ln w="9525" cmpd="sng">
              <a:solidFill>
                <a:schemeClr val="accent6"/>
              </a:solidFill>
            </a:ln>
          </a:left>
          <a:right>
            <a:ln w="9525" cmpd="sng">
              <a:solidFill>
                <a:schemeClr val="accent6"/>
              </a:solidFill>
            </a:ln>
          </a:right>
          <a:top>
            <a:ln w="9525" cmpd="sng">
              <a:solidFill>
                <a:schemeClr val="accent6"/>
              </a:solidFill>
            </a:ln>
          </a:top>
          <a:bottom>
            <a:ln w="9525" cmpd="sng">
              <a:solidFill>
                <a:schemeClr val="accent6"/>
              </a:solidFill>
            </a:ln>
          </a:bottom>
          <a:insideH>
            <a:ln w="9525" cmpd="sng">
              <a:solidFill>
                <a:schemeClr val="accent6">
                  <a:lumMod val="40000"/>
                  <a:lumOff val="60000"/>
                </a:schemeClr>
              </a:solidFill>
            </a:ln>
          </a:insideH>
          <a:insideV>
            <a:ln w="9525" cmpd="sng">
              <a:solidFill>
                <a:schemeClr val="accent6">
                  <a:lumMod val="40000"/>
                  <a:lumOff val="60000"/>
                </a:schemeClr>
              </a:solidFill>
            </a:ln>
          </a:insideV>
        </a:tcBdr>
        <a:fill>
          <a:solidFill>
            <a:srgbClr val="FFFFFF"/>
          </a:solidFill>
        </a:fill>
      </a:tcStyle>
    </a:wholeTbl>
    <a:band2H>
      <a:tcStyle>
        <a:tcBdr/>
        <a:fill>
          <a:solidFill>
            <a:schemeClr val="accent6">
              <a:lumMod val="10000"/>
              <a:lumOff val="90000"/>
            </a:schemeClr>
          </a:solidFill>
        </a:fill>
      </a:tcStyle>
    </a:band2H>
    <a:band1V>
      <a:tcStyle>
        <a:tcBdr>
          <a:left>
            <a:ln w="9525" cmpd="sng">
              <a:solidFill>
                <a:schemeClr val="accent6"/>
              </a:solidFill>
            </a:ln>
          </a:left>
          <a:right>
            <a:ln w="9525" cmpd="sng">
              <a:solidFill>
                <a:schemeClr val="accent6"/>
              </a:solidFill>
            </a:ln>
          </a:right>
          <a:top>
            <a:ln w="9525" cmpd="sng">
              <a:solidFill>
                <a:schemeClr val="accent6"/>
              </a:solidFill>
            </a:ln>
          </a:top>
          <a:bottom>
            <a:ln w="9525" cmpd="sng">
              <a:solidFill>
                <a:schemeClr val="accent6"/>
              </a:solidFill>
            </a:ln>
          </a:bottom>
          <a:insideH>
            <a:ln w="9525" cmpd="sng">
              <a:solidFill>
                <a:schemeClr val="accent6">
                  <a:lumMod val="40000"/>
                  <a:lumOff val="60000"/>
                </a:schemeClr>
              </a:solidFill>
            </a:ln>
          </a:insideH>
          <a:insideV>
            <a:ln w="9525" cmpd="sng">
              <a:solidFill>
                <a:schemeClr val="accent6">
                  <a:lumMod val="40000"/>
                  <a:lumOff val="60000"/>
                </a:schemeClr>
              </a:solidFill>
            </a:ln>
          </a:insideV>
        </a:tcBdr>
        <a:fill>
          <a:solidFill>
            <a:schemeClr val="accent6">
              <a:lumMod val="10000"/>
              <a:lumOff val="90000"/>
            </a:schemeClr>
          </a:solidFill>
        </a:fill>
      </a:tcStyle>
    </a:band1V>
    <a:band2V>
      <a:tcStyle>
        <a:tcBdr>
          <a:left>
            <a:ln w="9525" cmpd="sng">
              <a:solidFill>
                <a:schemeClr val="accent6">
                  <a:lumMod val="40000"/>
                  <a:lumOff val="60000"/>
                </a:schemeClr>
              </a:solidFill>
            </a:ln>
          </a:left>
          <a:right>
            <a:ln w="9525" cmpd="sng">
              <a:solidFill>
                <a:schemeClr val="accent6">
                  <a:lumMod val="40000"/>
                  <a:lumOff val="60000"/>
                </a:schemeClr>
              </a:solidFill>
            </a:ln>
          </a:right>
          <a:top>
            <a:ln w="9525" cmpd="sng">
              <a:solidFill>
                <a:schemeClr val="accent6"/>
              </a:solidFill>
            </a:ln>
          </a:top>
          <a:bottom>
            <a:ln w="9525" cmpd="sng">
              <a:solidFill>
                <a:schemeClr val="accent6"/>
              </a:solidFill>
            </a:ln>
          </a:bottom>
          <a:insideH>
            <a:ln w="9525" cmpd="sng">
              <a:solidFill>
                <a:schemeClr val="accent6">
                  <a:lumMod val="40000"/>
                  <a:lumOff val="60000"/>
                </a:schemeClr>
              </a:solidFill>
            </a:ln>
          </a:insideH>
          <a:insideV>
            <a:ln>
              <a:noFill/>
            </a:ln>
          </a:insideV>
        </a:tcBdr>
      </a:tcStyle>
    </a:band2V>
    <a:lastCol>
      <a:tcTxStyle b="on">
        <a:fontRef idx="none">
          <a:srgbClr val="08090C"/>
        </a:fontRef>
      </a:tcTxStyle>
      <a:tcStyle>
        <a:tcBdr>
          <a:left>
            <a:ln w="9525" cmpd="sng">
              <a:solidFill>
                <a:schemeClr val="accent6">
                  <a:lumMod val="40000"/>
                  <a:lumOff val="60000"/>
                </a:schemeClr>
              </a:solidFill>
            </a:ln>
          </a:left>
          <a:right>
            <a:ln w="9525" cmpd="sng">
              <a:solidFill>
                <a:schemeClr val="accent6"/>
              </a:solidFill>
            </a:ln>
          </a:right>
          <a:top>
            <a:ln w="9525" cmpd="sng">
              <a:solidFill>
                <a:schemeClr val="accent6"/>
              </a:solidFill>
            </a:ln>
          </a:top>
          <a:bottom>
            <a:ln w="9525" cmpd="sng">
              <a:solidFill>
                <a:schemeClr val="accent6"/>
              </a:solidFill>
            </a:ln>
          </a:bottom>
          <a:insideH>
            <a:ln w="9525" cmpd="sng">
              <a:solidFill>
                <a:schemeClr val="accent6">
                  <a:lumMod val="40000"/>
                  <a:lumOff val="60000"/>
                </a:schemeClr>
              </a:solidFill>
            </a:ln>
          </a:insideH>
          <a:insideV>
            <a:ln>
              <a:noFill/>
            </a:ln>
          </a:insideV>
        </a:tcBdr>
        <a:fill>
          <a:solidFill>
            <a:schemeClr val="accent6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 w="9525" cmpd="sng">
              <a:solidFill>
                <a:schemeClr val="accent6"/>
              </a:solidFill>
            </a:ln>
          </a:left>
          <a:right>
            <a:ln w="9525" cmpd="sng">
              <a:solidFill>
                <a:schemeClr val="accent6">
                  <a:lumMod val="40000"/>
                  <a:lumOff val="60000"/>
                </a:schemeClr>
              </a:solidFill>
            </a:ln>
          </a:right>
          <a:top>
            <a:ln w="9525" cmpd="sng">
              <a:solidFill>
                <a:schemeClr val="accent6"/>
              </a:solidFill>
            </a:ln>
          </a:top>
          <a:bottom>
            <a:ln w="9525" cmpd="sng">
              <a:solidFill>
                <a:schemeClr val="accent6"/>
              </a:solidFill>
            </a:ln>
          </a:bottom>
          <a:insideH>
            <a:ln w="9525" cmpd="sng">
              <a:solidFill>
                <a:schemeClr val="accent6">
                  <a:lumMod val="40000"/>
                  <a:lumOff val="60000"/>
                </a:schemeClr>
              </a:solidFill>
            </a:ln>
          </a:insideH>
          <a:insideV>
            <a:ln>
              <a:noFill/>
            </a:ln>
          </a:insideV>
        </a:tcBdr>
        <a:fill>
          <a:solidFill>
            <a:schemeClr val="accent6">
              <a:lumMod val="20000"/>
              <a:lumOff val="80000"/>
            </a:schemeClr>
          </a:solidFill>
        </a:fill>
      </a:tcStyle>
    </a:firstCol>
    <a:lastRow>
      <a:tcTxStyle b="on">
        <a:fontRef idx="none">
          <a:schemeClr val="accent6"/>
        </a:fontRef>
      </a:tcTxStyle>
      <a:tcStyle>
        <a:tcBdr>
          <a:left>
            <a:ln w="9525" cmpd="sng">
              <a:solidFill>
                <a:schemeClr val="accent6"/>
              </a:solidFill>
            </a:ln>
          </a:left>
          <a:right>
            <a:ln w="9525" cmpd="sng">
              <a:solidFill>
                <a:schemeClr val="accent6"/>
              </a:solidFill>
            </a:ln>
          </a:right>
          <a:top>
            <a:ln w="9525" cmpd="sng">
              <a:solidFill>
                <a:schemeClr val="accent6"/>
              </a:solidFill>
            </a:ln>
          </a:top>
          <a:bottom>
            <a:ln w="9525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firstRow>
      <a:tcTxStyle b="on">
        <a:fontRef idx="none">
          <a:srgbClr val="FFFFFF"/>
        </a:fontRef>
      </a:tcTxStyle>
      <a:tcStyle>
        <a:tcBdr>
          <a:left>
            <a:ln w="9525" cmpd="sng">
              <a:solidFill>
                <a:schemeClr val="accent6"/>
              </a:solidFill>
            </a:ln>
          </a:left>
          <a:right>
            <a:ln w="9525" cmpd="sng">
              <a:solidFill>
                <a:schemeClr val="accent6"/>
              </a:solidFill>
            </a:ln>
          </a:right>
          <a:top>
            <a:ln w="9525" cmpd="sng">
              <a:solidFill>
                <a:schemeClr val="accent6"/>
              </a:solidFill>
            </a:ln>
          </a:top>
          <a:bottom>
            <a:ln w="9525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6">
                  <a:lumMod val="40000"/>
                  <a:lumOff val="60000"/>
                </a:schemeClr>
              </a:solidFill>
            </a:ln>
          </a:insideV>
        </a:tcBdr>
        <a:fill>
          <a:solidFill>
            <a:schemeClr val="accent6"/>
          </a:solidFill>
        </a:fill>
      </a:tcStyle>
    </a:firstRow>
  </a:tblStyle>
  <a:tblStyle styleId="{FABFCF23-3B69-468F-B69F-88F6DE6A72F2}" styleName="中度样式 1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36004" cy="36004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c56a79f652a4a3b" /><Relationship Type="http://schemas.openxmlformats.org/officeDocument/2006/relationships/slideMaster" Target="/ppt/slideMasters/slideMaster1.xml" Id="Rfce96778e0664f0b" /><Relationship Type="http://schemas.openxmlformats.org/officeDocument/2006/relationships/slideMaster" Target="/ppt/slideMasters/slideMaster2.xml" Id="R5efd233a46554140" /><Relationship Type="http://schemas.openxmlformats.org/officeDocument/2006/relationships/slideMaster" Target="/ppt/slideMasters/slideMaster3.xml" Id="Rf21e9ffa3e5a4214" /><Relationship Type="http://schemas.openxmlformats.org/officeDocument/2006/relationships/notesMaster" Target="/ppt/notesMasters/notesMaster1.xml" Id="R6c2667fa846343a8" /><Relationship Type="http://schemas.openxmlformats.org/officeDocument/2006/relationships/presProps" Target="/ppt/presProps.xml" Id="R237168546c40467b" /><Relationship Type="http://schemas.openxmlformats.org/officeDocument/2006/relationships/viewProps" Target="/ppt/viewProps.xml" Id="R8fa91331cbc24df6" /><Relationship Type="http://schemas.openxmlformats.org/officeDocument/2006/relationships/tableStyles" Target="/ppt/tableStyles.xml" Id="Rf045df8ab30c4167" /><Relationship Type="http://schemas.openxmlformats.org/officeDocument/2006/relationships/slide" Target="/ppt/slides/slide1.xml" Id="R5a1a10f13fa1402a" /><Relationship Type="http://schemas.openxmlformats.org/officeDocument/2006/relationships/slide" Target="/ppt/slides/slide2.xml" Id="Raf3c96dadf9645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8b4a76476f814a9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黑体"/>
        <a:cs typeface=""/>
      </a:majorFont>
      <a:minorFont>
        <a:latin typeface="Arial"/>
        <a:ea typeface="宋体"/>
        <a:cs typeface=""/>
      </a:minorFont>
    </a:fontScheme>
    <a:fmtScheme name="默认设计模板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168b076c32c4dfe" /><Relationship Type="http://schemas.openxmlformats.org/officeDocument/2006/relationships/notesMaster" Target="/ppt/notesMasters/notesMaster1.xml" Id="R86b01f1f7e77438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1fe9fa7c9d34a3b" /><Relationship Type="http://schemas.openxmlformats.org/officeDocument/2006/relationships/notesMaster" Target="/ppt/notesMasters/notesMaster1.xml" Id="Rebcde7a5e0a6457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f8d4c88b03499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c6edf542004b1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e1718b145449a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c24fd06eed4ee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f1d913e8d74a3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04dd8c90a78471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5065175a80c478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490594e650244f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9e64bc709a64e8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be1b2535ab34441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4d23e9e8776e48f1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c3593a3cfc794885" /></Relationships>
</file>

<file path=ppt/slideLayouts/slideLayout1.xml><?xml version="1.0" encoding="utf-8"?>
<p:sldLayout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49303" name="Rectangle 94">
            <a:extLst xmlns:a="http://schemas.openxmlformats.org/drawingml/2006/main">
              <a:ext uri="{FF2B5EF4-FFF2-40B4-BE49-F238E27FC236}">
                <a16:creationId xmlns:a16="http://schemas.microsoft.com/office/drawing/2014/main" id="{9E49FF7A-7003-4C06-A5C4-1A81172CC00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5657850" y="4811320"/>
            <a:ext cx="1722438" cy="2405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2C3497F-CD51-467F-B3CB-B6F5621D1E24}" type="datetime1">
              <a:t>2026/7/8</a:t>
            </a:fld>
          </a:p>
        </p:txBody>
      </p:sp>
      <p:sp>
        <p:nvSpPr>
          <p:cNvPr id="1049304" name="Rectangle 95">
            <a:extLst xmlns:a="http://schemas.openxmlformats.org/drawingml/2006/main">
              <a:ext uri="{FF2B5EF4-FFF2-40B4-BE49-F238E27FC236}">
                <a16:creationId xmlns:a16="http://schemas.microsoft.com/office/drawing/2014/main" id="{2AD4D353-6B2E-454A-AF9B-3EB7F2573FB4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>
          <a:xfrm xmlns:a="http://schemas.openxmlformats.org/drawingml/2006/main">
            <a:off x="7488238" y="4800601"/>
            <a:ext cx="1198562" cy="2405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7E10642-C7F4-426F-B722-83E1FF0CAE8D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48718" name="标题 1">
            <a:extLst xmlns:a="http://schemas.openxmlformats.org/drawingml/2006/main">
              <a:ext uri="{FF2B5EF4-FFF2-40B4-BE49-F238E27FC236}">
                <a16:creationId xmlns:a16="http://schemas.microsoft.com/office/drawing/2014/main" id="{38C68A21-BEA5-4AF0-86D5-8D2EE0C354C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1597820"/>
            <a:ext cx="7772400" cy="110251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1048719" name="副标题 2">
            <a:extLst xmlns:a="http://schemas.openxmlformats.org/drawingml/2006/main">
              <a:ext uri="{FF2B5EF4-FFF2-40B4-BE49-F238E27FC236}">
                <a16:creationId xmlns:a16="http://schemas.microsoft.com/office/drawing/2014/main" id="{168E0B89-340C-4F89-B145-D1420F0CC73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2914650"/>
            <a:ext cx="6400800" cy="1314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1048720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FABF2C2-0D4C-4F9B-A70C-32E61B0EA3A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4767264"/>
            <a:ext cx="21336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5CB165B1-C0E4-4127-A80E-57780BC8420C}" type="datetimeFigureOut">
              <a:t>2026/7/8</a:t>
            </a:fld>
          </a:p>
        </p:txBody>
      </p:sp>
      <p:sp>
        <p:nvSpPr>
          <p:cNvPr id="1048721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64F543D2-50AE-4E80-8522-35BBBDBF67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767264"/>
            <a:ext cx="28956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1048722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AA385DA-6616-46FB-90AE-F912EE0BE0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4767264"/>
            <a:ext cx="21336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7B4AED28-17BA-40F8-86F9-9FA0105A6F74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 preserve="1">
  <p:cSld name="2_仅标题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6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49933" name="标题 1">
            <a:extLst xmlns:a="http://schemas.openxmlformats.org/drawingml/2006/main">
              <a:ext uri="{FF2B5EF4-FFF2-40B4-BE49-F238E27FC236}">
                <a16:creationId xmlns:a16="http://schemas.microsoft.com/office/drawing/2014/main" id="{C35F45A2-9AAA-4F3B-AF27-4FF2996CE30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1597820"/>
            <a:ext cx="7772400" cy="110251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1049934" name="副标题 2">
            <a:extLst xmlns:a="http://schemas.openxmlformats.org/drawingml/2006/main">
              <a:ext uri="{FF2B5EF4-FFF2-40B4-BE49-F238E27FC236}">
                <a16:creationId xmlns:a16="http://schemas.microsoft.com/office/drawing/2014/main" id="{00AAD62E-F1C2-4DAF-B3E9-C8A298C1BE6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2914650"/>
            <a:ext cx="6400800" cy="1314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1049935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B3DB5F0F-428C-4B4A-9096-A57A6F2D906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4767264"/>
            <a:ext cx="21336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5CB165B1-C0E4-4127-A80E-57780BC8420C}" type="datetimeFigureOut">
              <a:t>2026/7/8</a:t>
            </a:fld>
          </a:p>
        </p:txBody>
      </p:sp>
      <p:sp>
        <p:nvSpPr>
          <p:cNvPr id="1049936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67B32A5E-832B-487E-8A8F-A0A60893096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767264"/>
            <a:ext cx="28956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1049937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B560954-35C7-4D85-9EA6-93A3DCAF7F7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4767264"/>
            <a:ext cx="21336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7B4AED28-17BA-40F8-86F9-9FA0105A6F74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49930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D1221D7E-C1C6-4BEB-BC74-26F8FD18AB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F9BFBE94-736D-4F3C-8843-2598E46A002E}" type="datetimeFigureOut">
              <a:t>2026/7/8</a:t>
            </a:fld>
          </a:p>
        </p:txBody>
      </p:sp>
      <p:sp>
        <p:nvSpPr>
          <p:cNvPr id="1049931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3941951-F4CB-4298-A791-687507BFDBF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1049932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E48A0F8B-0A9C-47FF-AC10-B69A1EBF6BF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30C3516-1732-405E-BFEB-FAF803AA32D0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49938" name="标题 1">
            <a:extLst xmlns:a="http://schemas.openxmlformats.org/drawingml/2006/main">
              <a:ext uri="{FF2B5EF4-FFF2-40B4-BE49-F238E27FC236}">
                <a16:creationId xmlns:a16="http://schemas.microsoft.com/office/drawing/2014/main" id="{A4FFA914-EF8E-4B3A-881A-F6553ECBAE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49939" name="Title 1">
            <a:extLst xmlns:a="http://schemas.openxmlformats.org/drawingml/2006/main">
              <a:ext uri="{FF2B5EF4-FFF2-40B4-BE49-F238E27FC236}">
                <a16:creationId xmlns:a16="http://schemas.microsoft.com/office/drawing/2014/main" id="{024713EB-B291-4FE3-94E0-EE721773AE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1049940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DBD4969-D824-47C4-99AB-650D43F252E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049941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C6E9524-D34F-46AE-832E-36757EDF5FE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09BDC11D-C56D-43F7-9324-A802D50A1050}" type="datetimeFigureOut">
              <a:t>7/8/2026</a:t>
            </a:fld>
          </a:p>
        </p:txBody>
      </p:sp>
      <p:sp>
        <p:nvSpPr>
          <p:cNvPr id="104994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335466D-8ECA-4368-9F6B-017F3061DC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104994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06B0C97-2FC9-4BE1-BD32-0E1B9CC4CA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16EE1C3-4C97-4D89-86D4-AB0FC9C35DCF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50002" name="标题 1">
            <a:extLst xmlns:a="http://schemas.openxmlformats.org/drawingml/2006/main">
              <a:ext uri="{FF2B5EF4-FFF2-40B4-BE49-F238E27FC236}">
                <a16:creationId xmlns:a16="http://schemas.microsoft.com/office/drawing/2014/main" id="{46EEF070-CE9C-429C-B56E-2DEE5B3A03E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1597820"/>
            <a:ext cx="7772400" cy="110251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105000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6D47CBFA-89F2-41A4-A393-BF0184C2D14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2914650"/>
            <a:ext cx="6400800" cy="1314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105000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971BA15-FB22-4C4C-96F8-ABDDFC7862E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4767264"/>
            <a:ext cx="21336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5CB165B1-C0E4-4127-A80E-57780BC8420C}" type="datetimeFigureOut">
              <a:t>2026/7/8</a:t>
            </a:fld>
          </a:p>
        </p:txBody>
      </p:sp>
      <p:sp>
        <p:nvSpPr>
          <p:cNvPr id="105000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CAD9696-5C0B-419B-883F-E2D6BBAAB90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767264"/>
            <a:ext cx="28956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105000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D8DDA67-D31A-432C-8E52-6D5F6F4CCE8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4767264"/>
            <a:ext cx="21336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7B4AED28-17BA-40F8-86F9-9FA0105A6F74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2.xml><?xml version="1.0" encoding="utf-8"?>
<p:sldLayout xmlns:p="http://schemas.openxmlformats.org/presentationml/2006/main" type="blank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49999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011BB78A-F742-4232-8FC3-64A7CCDD4D5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764DE79-268F-4C1A-8933-263129D2AF90}" type="datetimeFigureOut">
              <a:t>7/8/2026</a:t>
            </a:fld>
          </a:p>
        </p:txBody>
      </p:sp>
      <p:sp>
        <p:nvSpPr>
          <p:cNvPr id="1050000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44F771D1-B99E-4B0D-AA0A-E1EEAD95D45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50001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9CBB0B96-D5A9-4F3D-9A6D-302742C28E8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8F63A3B-78C7-47BE-AE5E-E10140E04643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ecc084daffa4f6b" /><Relationship Type="http://schemas.openxmlformats.org/officeDocument/2006/relationships/slideLayout" Target="/ppt/slideLayouts/slideLayout1.xml" Id="R40738a865ca1444e" /><Relationship Type="http://schemas.openxmlformats.org/officeDocument/2006/relationships/slideLayout" Target="/ppt/slideLayouts/slideLayout2.xml" Id="R799e1e38abc74492" /><Relationship Type="http://schemas.openxmlformats.org/officeDocument/2006/relationships/slideLayout" Target="/ppt/slideLayouts/slideLayout3.xml" Id="R523b600f277b4189" /><Relationship Type="http://schemas.openxmlformats.org/officeDocument/2006/relationships/slideLayout" Target="/ppt/slideLayouts/slideLayout4.xml" Id="R0c9e0ead7c8848fd" /><Relationship Type="http://schemas.openxmlformats.org/officeDocument/2006/relationships/slideLayout" Target="/ppt/slideLayouts/slideLayout5.xml" Id="R4eec9edfbd444178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f4c2b1714d7d4bed" /><Relationship Type="http://schemas.openxmlformats.org/officeDocument/2006/relationships/slideLayout" Target="/ppt/slideLayouts/slideLayout6.xml" Id="R754ee94423b64f04" /><Relationship Type="http://schemas.openxmlformats.org/officeDocument/2006/relationships/slideLayout" Target="/ppt/slideLayouts/slideLayout7.xml" Id="R60af5b61232b4c5a" /><Relationship Type="http://schemas.openxmlformats.org/officeDocument/2006/relationships/slideLayout" Target="/ppt/slideLayouts/slideLayout8.xml" Id="Rdebc1295b0304eff" /><Relationship Type="http://schemas.openxmlformats.org/officeDocument/2006/relationships/slideLayout" Target="/ppt/slideLayouts/slideLayout9.xml" Id="R292e0f1abfa5445e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83f608ab7ac241d0" /><Relationship Type="http://schemas.openxmlformats.org/officeDocument/2006/relationships/slideLayout" Target="/ppt/slideLayouts/slideLayout10.xml" Id="Rc6579beaf36c4cf2" /><Relationship Type="http://schemas.openxmlformats.org/officeDocument/2006/relationships/slideLayout" Target="/ppt/slideLayouts/slideLayout11.xml" Id="R57d6aa6cd82f4dec" /><Relationship Type="http://schemas.openxmlformats.org/officeDocument/2006/relationships/slideLayout" Target="/ppt/slideLayouts/slideLayout12.xml" Id="Rd03f72ee35744b91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48576" name="Rectangle 84">
            <a:extLst xmlns:a="http://schemas.openxmlformats.org/drawingml/2006/main">
              <a:ext uri="{FF2B5EF4-FFF2-40B4-BE49-F238E27FC236}">
                <a16:creationId xmlns:a16="http://schemas.microsoft.com/office/drawing/2014/main" id="{4F7D613D-B42D-43C3-ACF7-34A9146C8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8184" y="187671"/>
            <a:ext cx="1548172" cy="18701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/>
        </p:txBody>
      </p:sp>
      <p:sp>
        <p:nvSpPr>
          <p:cNvPr id="1048577" name="Rectangle 114">
            <a:extLst xmlns:a="http://schemas.openxmlformats.org/drawingml/2006/main">
              <a:ext uri="{FF2B5EF4-FFF2-40B4-BE49-F238E27FC236}">
                <a16:creationId xmlns:a16="http://schemas.microsoft.com/office/drawing/2014/main" id="{3085A37C-F089-4228-9822-EB9F9D0FB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45605" y="370529"/>
            <a:ext cx="802858" cy="52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8578" name="Freeform 115">
            <a:extLst xmlns:a="http://schemas.openxmlformats.org/drawingml/2006/main">
              <a:ext uri="{FF2B5EF4-FFF2-40B4-BE49-F238E27FC236}">
                <a16:creationId xmlns:a16="http://schemas.microsoft.com/office/drawing/2014/main" id="{F5C2906B-CED3-4838-840E-D8A145BA1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69009" y="190240"/>
            <a:ext cx="70656" cy="155285"/>
          </a:xfrm>
          <a:custGeom xmlns:a="http://schemas.openxmlformats.org/drawingml/2006/main">
            <a:rect l="0" t="0" r="r" b="b"/>
            <a:pathLst>
              <a:path w="226" h="472">
                <a:moveTo>
                  <a:pt x="8" y="62"/>
                </a:moveTo>
                <a:lnTo>
                  <a:pt x="8" y="0"/>
                </a:lnTo>
                <a:lnTo>
                  <a:pt x="226" y="0"/>
                </a:lnTo>
                <a:lnTo>
                  <a:pt x="202" y="62"/>
                </a:lnTo>
                <a:lnTo>
                  <a:pt x="144" y="62"/>
                </a:lnTo>
                <a:lnTo>
                  <a:pt x="144" y="62"/>
                </a:lnTo>
                <a:lnTo>
                  <a:pt x="138" y="62"/>
                </a:lnTo>
                <a:lnTo>
                  <a:pt x="134" y="64"/>
                </a:lnTo>
                <a:lnTo>
                  <a:pt x="132" y="68"/>
                </a:lnTo>
                <a:lnTo>
                  <a:pt x="130" y="72"/>
                </a:lnTo>
                <a:lnTo>
                  <a:pt x="122" y="100"/>
                </a:lnTo>
                <a:lnTo>
                  <a:pt x="122" y="100"/>
                </a:lnTo>
                <a:lnTo>
                  <a:pt x="122" y="106"/>
                </a:lnTo>
                <a:lnTo>
                  <a:pt x="124" y="110"/>
                </a:lnTo>
                <a:lnTo>
                  <a:pt x="128" y="112"/>
                </a:lnTo>
                <a:lnTo>
                  <a:pt x="132" y="114"/>
                </a:lnTo>
                <a:lnTo>
                  <a:pt x="216" y="114"/>
                </a:lnTo>
                <a:lnTo>
                  <a:pt x="216" y="408"/>
                </a:lnTo>
                <a:lnTo>
                  <a:pt x="138" y="472"/>
                </a:lnTo>
                <a:lnTo>
                  <a:pt x="28" y="472"/>
                </a:lnTo>
                <a:lnTo>
                  <a:pt x="28" y="238"/>
                </a:lnTo>
                <a:lnTo>
                  <a:pt x="0" y="238"/>
                </a:lnTo>
                <a:lnTo>
                  <a:pt x="46" y="74"/>
                </a:lnTo>
                <a:lnTo>
                  <a:pt x="46" y="74"/>
                </a:lnTo>
                <a:lnTo>
                  <a:pt x="46" y="70"/>
                </a:lnTo>
                <a:lnTo>
                  <a:pt x="44" y="66"/>
                </a:lnTo>
                <a:lnTo>
                  <a:pt x="40" y="62"/>
                </a:lnTo>
                <a:lnTo>
                  <a:pt x="36" y="62"/>
                </a:lnTo>
                <a:lnTo>
                  <a:pt x="8" y="62"/>
                </a:lnTo>
                <a:close/>
                <a:moveTo>
                  <a:pt x="126" y="174"/>
                </a:moveTo>
                <a:lnTo>
                  <a:pt x="118" y="174"/>
                </a:lnTo>
                <a:lnTo>
                  <a:pt x="118" y="174"/>
                </a:lnTo>
                <a:lnTo>
                  <a:pt x="112" y="176"/>
                </a:lnTo>
                <a:lnTo>
                  <a:pt x="108" y="178"/>
                </a:lnTo>
                <a:lnTo>
                  <a:pt x="106" y="182"/>
                </a:lnTo>
                <a:lnTo>
                  <a:pt x="106" y="186"/>
                </a:lnTo>
                <a:lnTo>
                  <a:pt x="106" y="398"/>
                </a:lnTo>
                <a:lnTo>
                  <a:pt x="106" y="398"/>
                </a:lnTo>
                <a:lnTo>
                  <a:pt x="106" y="404"/>
                </a:lnTo>
                <a:lnTo>
                  <a:pt x="108" y="408"/>
                </a:lnTo>
                <a:lnTo>
                  <a:pt x="112" y="410"/>
                </a:lnTo>
                <a:lnTo>
                  <a:pt x="116" y="410"/>
                </a:lnTo>
                <a:lnTo>
                  <a:pt x="126" y="410"/>
                </a:lnTo>
                <a:lnTo>
                  <a:pt x="126" y="410"/>
                </a:lnTo>
                <a:lnTo>
                  <a:pt x="132" y="410"/>
                </a:lnTo>
                <a:lnTo>
                  <a:pt x="136" y="408"/>
                </a:lnTo>
                <a:lnTo>
                  <a:pt x="138" y="404"/>
                </a:lnTo>
                <a:lnTo>
                  <a:pt x="138" y="398"/>
                </a:lnTo>
                <a:lnTo>
                  <a:pt x="138" y="186"/>
                </a:lnTo>
                <a:lnTo>
                  <a:pt x="138" y="186"/>
                </a:lnTo>
                <a:lnTo>
                  <a:pt x="138" y="182"/>
                </a:lnTo>
                <a:lnTo>
                  <a:pt x="136" y="178"/>
                </a:lnTo>
                <a:lnTo>
                  <a:pt x="132" y="176"/>
                </a:lnTo>
                <a:lnTo>
                  <a:pt x="126" y="174"/>
                </a:lnTo>
                <a:lnTo>
                  <a:pt x="126" y="174"/>
                </a:lnTo>
                <a:close/>
              </a:path>
            </a:pathLst>
          </a:custGeom>
          <a:solidFill xmlns:a="http://schemas.openxmlformats.org/drawingml/2006/main">
            <a:srgbClr val="353236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8579" name="Freeform 116">
            <a:extLst xmlns:a="http://schemas.openxmlformats.org/drawingml/2006/main">
              <a:ext uri="{FF2B5EF4-FFF2-40B4-BE49-F238E27FC236}">
                <a16:creationId xmlns:a16="http://schemas.microsoft.com/office/drawing/2014/main" id="{2CB5D92B-8C39-48DD-9193-64BACE277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0291" y="190240"/>
            <a:ext cx="83787" cy="164497"/>
          </a:xfrm>
          <a:custGeom xmlns:a="http://schemas.openxmlformats.org/drawingml/2006/main">
            <a:rect l="0" t="0" r="r" b="b"/>
            <a:pathLst>
              <a:path w="268" h="500">
                <a:moveTo>
                  <a:pt x="20" y="270"/>
                </a:moveTo>
                <a:lnTo>
                  <a:pt x="0" y="270"/>
                </a:lnTo>
                <a:lnTo>
                  <a:pt x="0" y="208"/>
                </a:lnTo>
                <a:lnTo>
                  <a:pt x="24" y="208"/>
                </a:lnTo>
                <a:lnTo>
                  <a:pt x="24" y="208"/>
                </a:lnTo>
                <a:lnTo>
                  <a:pt x="28" y="206"/>
                </a:lnTo>
                <a:lnTo>
                  <a:pt x="30" y="204"/>
                </a:lnTo>
                <a:lnTo>
                  <a:pt x="34" y="200"/>
                </a:lnTo>
                <a:lnTo>
                  <a:pt x="34" y="196"/>
                </a:lnTo>
                <a:lnTo>
                  <a:pt x="34" y="74"/>
                </a:lnTo>
                <a:lnTo>
                  <a:pt x="34" y="74"/>
                </a:lnTo>
                <a:lnTo>
                  <a:pt x="34" y="70"/>
                </a:lnTo>
                <a:lnTo>
                  <a:pt x="30" y="68"/>
                </a:lnTo>
                <a:lnTo>
                  <a:pt x="28" y="64"/>
                </a:lnTo>
                <a:lnTo>
                  <a:pt x="24" y="64"/>
                </a:lnTo>
                <a:lnTo>
                  <a:pt x="8" y="64"/>
                </a:lnTo>
                <a:lnTo>
                  <a:pt x="8" y="0"/>
                </a:lnTo>
                <a:lnTo>
                  <a:pt x="266" y="0"/>
                </a:lnTo>
                <a:lnTo>
                  <a:pt x="242" y="64"/>
                </a:lnTo>
                <a:lnTo>
                  <a:pt x="238" y="64"/>
                </a:lnTo>
                <a:lnTo>
                  <a:pt x="238" y="64"/>
                </a:lnTo>
                <a:lnTo>
                  <a:pt x="234" y="64"/>
                </a:lnTo>
                <a:lnTo>
                  <a:pt x="230" y="66"/>
                </a:lnTo>
                <a:lnTo>
                  <a:pt x="228" y="70"/>
                </a:lnTo>
                <a:lnTo>
                  <a:pt x="228" y="74"/>
                </a:lnTo>
                <a:lnTo>
                  <a:pt x="228" y="194"/>
                </a:lnTo>
                <a:lnTo>
                  <a:pt x="228" y="194"/>
                </a:lnTo>
                <a:lnTo>
                  <a:pt x="230" y="200"/>
                </a:lnTo>
                <a:lnTo>
                  <a:pt x="232" y="204"/>
                </a:lnTo>
                <a:lnTo>
                  <a:pt x="236" y="206"/>
                </a:lnTo>
                <a:lnTo>
                  <a:pt x="242" y="208"/>
                </a:lnTo>
                <a:lnTo>
                  <a:pt x="268" y="208"/>
                </a:lnTo>
                <a:lnTo>
                  <a:pt x="244" y="270"/>
                </a:lnTo>
                <a:lnTo>
                  <a:pt x="240" y="270"/>
                </a:lnTo>
                <a:lnTo>
                  <a:pt x="240" y="270"/>
                </a:lnTo>
                <a:lnTo>
                  <a:pt x="236" y="272"/>
                </a:lnTo>
                <a:lnTo>
                  <a:pt x="232" y="274"/>
                </a:lnTo>
                <a:lnTo>
                  <a:pt x="230" y="278"/>
                </a:lnTo>
                <a:lnTo>
                  <a:pt x="228" y="284"/>
                </a:lnTo>
                <a:lnTo>
                  <a:pt x="228" y="500"/>
                </a:lnTo>
                <a:lnTo>
                  <a:pt x="150" y="500"/>
                </a:lnTo>
                <a:lnTo>
                  <a:pt x="150" y="280"/>
                </a:lnTo>
                <a:lnTo>
                  <a:pt x="150" y="280"/>
                </a:lnTo>
                <a:lnTo>
                  <a:pt x="150" y="276"/>
                </a:lnTo>
                <a:lnTo>
                  <a:pt x="148" y="274"/>
                </a:lnTo>
                <a:lnTo>
                  <a:pt x="144" y="272"/>
                </a:lnTo>
                <a:lnTo>
                  <a:pt x="140" y="270"/>
                </a:lnTo>
                <a:lnTo>
                  <a:pt x="120" y="270"/>
                </a:lnTo>
                <a:lnTo>
                  <a:pt x="120" y="270"/>
                </a:lnTo>
                <a:lnTo>
                  <a:pt x="116" y="272"/>
                </a:lnTo>
                <a:lnTo>
                  <a:pt x="114" y="274"/>
                </a:lnTo>
                <a:lnTo>
                  <a:pt x="110" y="278"/>
                </a:lnTo>
                <a:lnTo>
                  <a:pt x="110" y="282"/>
                </a:lnTo>
                <a:lnTo>
                  <a:pt x="110" y="500"/>
                </a:lnTo>
                <a:lnTo>
                  <a:pt x="34" y="500"/>
                </a:lnTo>
                <a:lnTo>
                  <a:pt x="34" y="284"/>
                </a:lnTo>
                <a:lnTo>
                  <a:pt x="34" y="284"/>
                </a:lnTo>
                <a:lnTo>
                  <a:pt x="32" y="278"/>
                </a:lnTo>
                <a:lnTo>
                  <a:pt x="30" y="274"/>
                </a:lnTo>
                <a:lnTo>
                  <a:pt x="26" y="272"/>
                </a:lnTo>
                <a:lnTo>
                  <a:pt x="20" y="270"/>
                </a:lnTo>
                <a:lnTo>
                  <a:pt x="20" y="270"/>
                </a:lnTo>
                <a:close/>
                <a:moveTo>
                  <a:pt x="150" y="196"/>
                </a:moveTo>
                <a:lnTo>
                  <a:pt x="150" y="74"/>
                </a:lnTo>
                <a:lnTo>
                  <a:pt x="150" y="74"/>
                </a:lnTo>
                <a:lnTo>
                  <a:pt x="150" y="70"/>
                </a:lnTo>
                <a:lnTo>
                  <a:pt x="148" y="66"/>
                </a:lnTo>
                <a:lnTo>
                  <a:pt x="146" y="64"/>
                </a:lnTo>
                <a:lnTo>
                  <a:pt x="142" y="64"/>
                </a:lnTo>
                <a:lnTo>
                  <a:pt x="120" y="64"/>
                </a:lnTo>
                <a:lnTo>
                  <a:pt x="120" y="64"/>
                </a:lnTo>
                <a:lnTo>
                  <a:pt x="116" y="64"/>
                </a:lnTo>
                <a:lnTo>
                  <a:pt x="112" y="66"/>
                </a:lnTo>
                <a:lnTo>
                  <a:pt x="110" y="70"/>
                </a:lnTo>
                <a:lnTo>
                  <a:pt x="110" y="74"/>
                </a:lnTo>
                <a:lnTo>
                  <a:pt x="110" y="196"/>
                </a:lnTo>
                <a:lnTo>
                  <a:pt x="110" y="196"/>
                </a:lnTo>
                <a:lnTo>
                  <a:pt x="110" y="200"/>
                </a:lnTo>
                <a:lnTo>
                  <a:pt x="114" y="204"/>
                </a:lnTo>
                <a:lnTo>
                  <a:pt x="116" y="206"/>
                </a:lnTo>
                <a:lnTo>
                  <a:pt x="120" y="208"/>
                </a:lnTo>
                <a:lnTo>
                  <a:pt x="138" y="208"/>
                </a:lnTo>
                <a:lnTo>
                  <a:pt x="138" y="208"/>
                </a:lnTo>
                <a:lnTo>
                  <a:pt x="144" y="206"/>
                </a:lnTo>
                <a:lnTo>
                  <a:pt x="148" y="204"/>
                </a:lnTo>
                <a:lnTo>
                  <a:pt x="150" y="200"/>
                </a:lnTo>
                <a:lnTo>
                  <a:pt x="150" y="196"/>
                </a:lnTo>
                <a:lnTo>
                  <a:pt x="150" y="196"/>
                </a:lnTo>
                <a:close/>
              </a:path>
            </a:pathLst>
          </a:custGeom>
          <a:solidFill xmlns:a="http://schemas.openxmlformats.org/drawingml/2006/main">
            <a:srgbClr val="353236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8580" name="Freeform 117">
            <a:extLst xmlns:a="http://schemas.openxmlformats.org/drawingml/2006/main">
              <a:ext uri="{FF2B5EF4-FFF2-40B4-BE49-F238E27FC236}">
                <a16:creationId xmlns:a16="http://schemas.microsoft.com/office/drawing/2014/main" id="{00438888-1FBB-4E0B-8717-98B5212D1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70170" y="198136"/>
            <a:ext cx="149441" cy="147389"/>
          </a:xfrm>
          <a:custGeom xmlns:a="http://schemas.openxmlformats.org/drawingml/2006/main">
            <a:rect l="0" t="0" r="r" b="b"/>
            <a:pathLst>
              <a:path w="478" h="448">
                <a:moveTo>
                  <a:pt x="172" y="64"/>
                </a:moveTo>
                <a:lnTo>
                  <a:pt x="2" y="64"/>
                </a:lnTo>
                <a:lnTo>
                  <a:pt x="2" y="0"/>
                </a:lnTo>
                <a:lnTo>
                  <a:pt x="474" y="0"/>
                </a:lnTo>
                <a:lnTo>
                  <a:pt x="444" y="64"/>
                </a:lnTo>
                <a:lnTo>
                  <a:pt x="306" y="64"/>
                </a:lnTo>
                <a:lnTo>
                  <a:pt x="306" y="64"/>
                </a:lnTo>
                <a:lnTo>
                  <a:pt x="298" y="66"/>
                </a:lnTo>
                <a:lnTo>
                  <a:pt x="292" y="70"/>
                </a:lnTo>
                <a:lnTo>
                  <a:pt x="288" y="76"/>
                </a:lnTo>
                <a:lnTo>
                  <a:pt x="286" y="84"/>
                </a:lnTo>
                <a:lnTo>
                  <a:pt x="286" y="368"/>
                </a:lnTo>
                <a:lnTo>
                  <a:pt x="286" y="368"/>
                </a:lnTo>
                <a:lnTo>
                  <a:pt x="288" y="374"/>
                </a:lnTo>
                <a:lnTo>
                  <a:pt x="290" y="378"/>
                </a:lnTo>
                <a:lnTo>
                  <a:pt x="296" y="382"/>
                </a:lnTo>
                <a:lnTo>
                  <a:pt x="302" y="382"/>
                </a:lnTo>
                <a:lnTo>
                  <a:pt x="478" y="382"/>
                </a:lnTo>
                <a:lnTo>
                  <a:pt x="446" y="448"/>
                </a:lnTo>
                <a:lnTo>
                  <a:pt x="0" y="448"/>
                </a:lnTo>
                <a:lnTo>
                  <a:pt x="0" y="382"/>
                </a:lnTo>
                <a:lnTo>
                  <a:pt x="172" y="382"/>
                </a:lnTo>
                <a:lnTo>
                  <a:pt x="172" y="382"/>
                </a:lnTo>
                <a:lnTo>
                  <a:pt x="180" y="382"/>
                </a:lnTo>
                <a:lnTo>
                  <a:pt x="186" y="378"/>
                </a:lnTo>
                <a:lnTo>
                  <a:pt x="190" y="372"/>
                </a:lnTo>
                <a:lnTo>
                  <a:pt x="192" y="364"/>
                </a:lnTo>
                <a:lnTo>
                  <a:pt x="192" y="84"/>
                </a:lnTo>
                <a:lnTo>
                  <a:pt x="192" y="84"/>
                </a:lnTo>
                <a:lnTo>
                  <a:pt x="190" y="76"/>
                </a:lnTo>
                <a:lnTo>
                  <a:pt x="186" y="70"/>
                </a:lnTo>
                <a:lnTo>
                  <a:pt x="180" y="66"/>
                </a:lnTo>
                <a:lnTo>
                  <a:pt x="172" y="64"/>
                </a:lnTo>
                <a:lnTo>
                  <a:pt x="172" y="64"/>
                </a:lnTo>
                <a:close/>
              </a:path>
            </a:pathLst>
          </a:custGeom>
          <a:solidFill xmlns:a="http://schemas.openxmlformats.org/drawingml/2006/main">
            <a:srgbClr val="353236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8581" name="Line 118">
            <a:extLst xmlns:a="http://schemas.openxmlformats.org/drawingml/2006/main">
              <a:ext uri="{FF2B5EF4-FFF2-40B4-BE49-F238E27FC236}">
                <a16:creationId xmlns:a16="http://schemas.microsoft.com/office/drawing/2014/main" id="{D2F2D8FE-5D84-4D18-A0E9-72D3B2B5B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6334" y="255381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8582" name="Line 119">
            <a:extLst xmlns:a="http://schemas.openxmlformats.org/drawingml/2006/main">
              <a:ext uri="{FF2B5EF4-FFF2-40B4-BE49-F238E27FC236}">
                <a16:creationId xmlns:a16="http://schemas.microsoft.com/office/drawing/2014/main" id="{54C42DFB-9B79-404A-8049-1BFC7D054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6334" y="255381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8583" name="Freeform 120">
            <a:extLst xmlns:a="http://schemas.openxmlformats.org/drawingml/2006/main">
              <a:ext uri="{FF2B5EF4-FFF2-40B4-BE49-F238E27FC236}">
                <a16:creationId xmlns:a16="http://schemas.microsoft.com/office/drawing/2014/main" id="{86C9DCD0-0FC4-46F1-B933-6FCDE6CC4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0706" y="190240"/>
            <a:ext cx="75658" cy="164497"/>
          </a:xfrm>
          <a:custGeom xmlns:a="http://schemas.openxmlformats.org/drawingml/2006/main">
            <a:rect l="0" t="0" r="r" b="b"/>
            <a:pathLst>
              <a:path w="242" h="500">
                <a:moveTo>
                  <a:pt x="156" y="188"/>
                </a:moveTo>
                <a:lnTo>
                  <a:pt x="156" y="500"/>
                </a:lnTo>
                <a:lnTo>
                  <a:pt x="88" y="500"/>
                </a:lnTo>
                <a:lnTo>
                  <a:pt x="88" y="188"/>
                </a:lnTo>
                <a:lnTo>
                  <a:pt x="88" y="188"/>
                </a:lnTo>
                <a:lnTo>
                  <a:pt x="86" y="182"/>
                </a:lnTo>
                <a:lnTo>
                  <a:pt x="84" y="178"/>
                </a:lnTo>
                <a:lnTo>
                  <a:pt x="78" y="174"/>
                </a:lnTo>
                <a:lnTo>
                  <a:pt x="74" y="174"/>
                </a:lnTo>
                <a:lnTo>
                  <a:pt x="0" y="174"/>
                </a:lnTo>
                <a:lnTo>
                  <a:pt x="0" y="116"/>
                </a:lnTo>
                <a:lnTo>
                  <a:pt x="74" y="116"/>
                </a:lnTo>
                <a:lnTo>
                  <a:pt x="74" y="116"/>
                </a:lnTo>
                <a:lnTo>
                  <a:pt x="80" y="114"/>
                </a:lnTo>
                <a:lnTo>
                  <a:pt x="84" y="112"/>
                </a:lnTo>
                <a:lnTo>
                  <a:pt x="86" y="108"/>
                </a:lnTo>
                <a:lnTo>
                  <a:pt x="88" y="102"/>
                </a:lnTo>
                <a:lnTo>
                  <a:pt x="88" y="88"/>
                </a:lnTo>
                <a:lnTo>
                  <a:pt x="88" y="88"/>
                </a:lnTo>
                <a:lnTo>
                  <a:pt x="86" y="84"/>
                </a:lnTo>
                <a:lnTo>
                  <a:pt x="84" y="80"/>
                </a:lnTo>
                <a:lnTo>
                  <a:pt x="80" y="78"/>
                </a:lnTo>
                <a:lnTo>
                  <a:pt x="76" y="78"/>
                </a:lnTo>
                <a:lnTo>
                  <a:pt x="4" y="84"/>
                </a:lnTo>
                <a:lnTo>
                  <a:pt x="4" y="22"/>
                </a:lnTo>
                <a:lnTo>
                  <a:pt x="242" y="0"/>
                </a:lnTo>
                <a:lnTo>
                  <a:pt x="226" y="62"/>
                </a:lnTo>
                <a:lnTo>
                  <a:pt x="170" y="68"/>
                </a:lnTo>
                <a:lnTo>
                  <a:pt x="170" y="68"/>
                </a:lnTo>
                <a:lnTo>
                  <a:pt x="164" y="70"/>
                </a:lnTo>
                <a:lnTo>
                  <a:pt x="160" y="74"/>
                </a:lnTo>
                <a:lnTo>
                  <a:pt x="158" y="78"/>
                </a:lnTo>
                <a:lnTo>
                  <a:pt x="156" y="84"/>
                </a:lnTo>
                <a:lnTo>
                  <a:pt x="156" y="100"/>
                </a:lnTo>
                <a:lnTo>
                  <a:pt x="156" y="100"/>
                </a:lnTo>
                <a:lnTo>
                  <a:pt x="158" y="106"/>
                </a:lnTo>
                <a:lnTo>
                  <a:pt x="160" y="110"/>
                </a:lnTo>
                <a:lnTo>
                  <a:pt x="166" y="114"/>
                </a:lnTo>
                <a:lnTo>
                  <a:pt x="172" y="116"/>
                </a:lnTo>
                <a:lnTo>
                  <a:pt x="242" y="116"/>
                </a:lnTo>
                <a:lnTo>
                  <a:pt x="216" y="174"/>
                </a:lnTo>
                <a:lnTo>
                  <a:pt x="170" y="174"/>
                </a:lnTo>
                <a:lnTo>
                  <a:pt x="170" y="174"/>
                </a:lnTo>
                <a:lnTo>
                  <a:pt x="166" y="174"/>
                </a:lnTo>
                <a:lnTo>
                  <a:pt x="160" y="178"/>
                </a:lnTo>
                <a:lnTo>
                  <a:pt x="158" y="182"/>
                </a:lnTo>
                <a:lnTo>
                  <a:pt x="156" y="188"/>
                </a:lnTo>
                <a:lnTo>
                  <a:pt x="156" y="188"/>
                </a:lnTo>
                <a:close/>
              </a:path>
            </a:pathLst>
          </a:custGeom>
          <a:solidFill xmlns:a="http://schemas.openxmlformats.org/drawingml/2006/main">
            <a:srgbClr val="353236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8584" name="Freeform 121">
            <a:extLst xmlns:a="http://schemas.openxmlformats.org/drawingml/2006/main">
              <a:ext uri="{FF2B5EF4-FFF2-40B4-BE49-F238E27FC236}">
                <a16:creationId xmlns:a16="http://schemas.microsoft.com/office/drawing/2014/main" id="{A58603C8-3D09-44A3-8D41-3414C86B5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48241" y="190240"/>
            <a:ext cx="73782" cy="164497"/>
          </a:xfrm>
          <a:custGeom xmlns:a="http://schemas.openxmlformats.org/drawingml/2006/main">
            <a:rect l="0" t="0" r="r" b="b"/>
            <a:pathLst>
              <a:path w="236" h="500">
                <a:moveTo>
                  <a:pt x="130" y="0"/>
                </a:moveTo>
                <a:lnTo>
                  <a:pt x="202" y="0"/>
                </a:lnTo>
                <a:lnTo>
                  <a:pt x="202" y="342"/>
                </a:lnTo>
                <a:lnTo>
                  <a:pt x="202" y="342"/>
                </a:lnTo>
                <a:lnTo>
                  <a:pt x="202" y="346"/>
                </a:lnTo>
                <a:lnTo>
                  <a:pt x="204" y="348"/>
                </a:lnTo>
                <a:lnTo>
                  <a:pt x="208" y="350"/>
                </a:lnTo>
                <a:lnTo>
                  <a:pt x="212" y="352"/>
                </a:lnTo>
                <a:lnTo>
                  <a:pt x="236" y="350"/>
                </a:lnTo>
                <a:lnTo>
                  <a:pt x="216" y="412"/>
                </a:lnTo>
                <a:lnTo>
                  <a:pt x="210" y="412"/>
                </a:lnTo>
                <a:lnTo>
                  <a:pt x="210" y="412"/>
                </a:lnTo>
                <a:lnTo>
                  <a:pt x="206" y="412"/>
                </a:lnTo>
                <a:lnTo>
                  <a:pt x="204" y="414"/>
                </a:lnTo>
                <a:lnTo>
                  <a:pt x="202" y="418"/>
                </a:lnTo>
                <a:lnTo>
                  <a:pt x="202" y="420"/>
                </a:lnTo>
                <a:lnTo>
                  <a:pt x="202" y="500"/>
                </a:lnTo>
                <a:lnTo>
                  <a:pt x="130" y="500"/>
                </a:lnTo>
                <a:lnTo>
                  <a:pt x="130" y="426"/>
                </a:lnTo>
                <a:lnTo>
                  <a:pt x="130" y="426"/>
                </a:lnTo>
                <a:lnTo>
                  <a:pt x="128" y="422"/>
                </a:lnTo>
                <a:lnTo>
                  <a:pt x="126" y="418"/>
                </a:lnTo>
                <a:lnTo>
                  <a:pt x="122" y="416"/>
                </a:lnTo>
                <a:lnTo>
                  <a:pt x="118" y="416"/>
                </a:lnTo>
                <a:lnTo>
                  <a:pt x="0" y="424"/>
                </a:lnTo>
                <a:lnTo>
                  <a:pt x="0" y="364"/>
                </a:lnTo>
                <a:lnTo>
                  <a:pt x="118" y="356"/>
                </a:lnTo>
                <a:lnTo>
                  <a:pt x="118" y="356"/>
                </a:lnTo>
                <a:lnTo>
                  <a:pt x="122" y="354"/>
                </a:lnTo>
                <a:lnTo>
                  <a:pt x="126" y="352"/>
                </a:lnTo>
                <a:lnTo>
                  <a:pt x="128" y="348"/>
                </a:lnTo>
                <a:lnTo>
                  <a:pt x="130" y="344"/>
                </a:lnTo>
                <a:lnTo>
                  <a:pt x="130" y="0"/>
                </a:lnTo>
                <a:close/>
              </a:path>
            </a:pathLst>
          </a:custGeom>
          <a:solidFill xmlns:a="http://schemas.openxmlformats.org/drawingml/2006/main">
            <a:srgbClr val="353236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8585" name="Freeform 122">
            <a:extLst xmlns:a="http://schemas.openxmlformats.org/drawingml/2006/main">
              <a:ext uri="{FF2B5EF4-FFF2-40B4-BE49-F238E27FC236}">
                <a16:creationId xmlns:a16="http://schemas.microsoft.com/office/drawing/2014/main" id="{71DCAE7F-461F-425B-A6B9-C740E09E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54493" y="207348"/>
            <a:ext cx="27512" cy="34873"/>
          </a:xfrm>
          <a:custGeom xmlns:a="http://schemas.openxmlformats.org/drawingml/2006/main">
            <a:rect l="0" t="0" r="r" b="b"/>
            <a:pathLst>
              <a:path w="88" h="106">
                <a:moveTo>
                  <a:pt x="0" y="0"/>
                </a:moveTo>
                <a:lnTo>
                  <a:pt x="0" y="62"/>
                </a:lnTo>
                <a:lnTo>
                  <a:pt x="88" y="106"/>
                </a:lnTo>
                <a:lnTo>
                  <a:pt x="88" y="4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53236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8586" name="Freeform 123">
            <a:extLst xmlns:a="http://schemas.openxmlformats.org/drawingml/2006/main">
              <a:ext uri="{FF2B5EF4-FFF2-40B4-BE49-F238E27FC236}">
                <a16:creationId xmlns:a16="http://schemas.microsoft.com/office/drawing/2014/main" id="{68683D84-6BE6-4EA0-897B-5ACD63A63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54493" y="249459"/>
            <a:ext cx="27512" cy="34873"/>
          </a:xfrm>
          <a:custGeom xmlns:a="http://schemas.openxmlformats.org/drawingml/2006/main">
            <a:rect l="0" t="0" r="r" b="b"/>
            <a:pathLst>
              <a:path w="88" h="106">
                <a:moveTo>
                  <a:pt x="0" y="0"/>
                </a:moveTo>
                <a:lnTo>
                  <a:pt x="0" y="62"/>
                </a:lnTo>
                <a:lnTo>
                  <a:pt x="88" y="106"/>
                </a:lnTo>
                <a:lnTo>
                  <a:pt x="88" y="4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53236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8587" name="Rectangle 124">
            <a:extLst xmlns:a="http://schemas.openxmlformats.org/drawingml/2006/main">
              <a:ext uri="{FF2B5EF4-FFF2-40B4-BE49-F238E27FC236}">
                <a16:creationId xmlns:a16="http://schemas.microsoft.com/office/drawing/2014/main" id="{FC5AB6D6-1B92-46DD-ACCC-16DE29133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3832" y="255381"/>
            <a:ext cx="20008" cy="90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3236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8588" name="Rectangle 125">
            <a:extLst xmlns:a="http://schemas.openxmlformats.org/drawingml/2006/main">
              <a:ext uri="{FF2B5EF4-FFF2-40B4-BE49-F238E27FC236}">
                <a16:creationId xmlns:a16="http://schemas.microsoft.com/office/drawing/2014/main" id="{92B74CB8-708B-4AE8-90AC-7B2F02DE3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23855" y="255381"/>
            <a:ext cx="19383" cy="90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3236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8589" name="Freeform 126">
            <a:extLst xmlns:a="http://schemas.openxmlformats.org/drawingml/2006/main">
              <a:ext uri="{FF2B5EF4-FFF2-40B4-BE49-F238E27FC236}">
                <a16:creationId xmlns:a16="http://schemas.microsoft.com/office/drawing/2014/main" id="{DB6A033D-6FDB-4CA9-8B6C-5CE39FA7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1278" y="190240"/>
            <a:ext cx="71281" cy="164497"/>
          </a:xfrm>
          <a:custGeom xmlns:a="http://schemas.openxmlformats.org/drawingml/2006/main">
            <a:rect l="0" t="0" r="r" b="b"/>
            <a:pathLst>
              <a:path w="228" h="500">
                <a:moveTo>
                  <a:pt x="104" y="98"/>
                </a:moveTo>
                <a:lnTo>
                  <a:pt x="228" y="76"/>
                </a:lnTo>
                <a:lnTo>
                  <a:pt x="212" y="154"/>
                </a:lnTo>
                <a:lnTo>
                  <a:pt x="102" y="170"/>
                </a:lnTo>
                <a:lnTo>
                  <a:pt x="102" y="170"/>
                </a:lnTo>
                <a:lnTo>
                  <a:pt x="96" y="172"/>
                </a:lnTo>
                <a:lnTo>
                  <a:pt x="92" y="176"/>
                </a:lnTo>
                <a:lnTo>
                  <a:pt x="88" y="182"/>
                </a:lnTo>
                <a:lnTo>
                  <a:pt x="88" y="188"/>
                </a:lnTo>
                <a:lnTo>
                  <a:pt x="88" y="422"/>
                </a:lnTo>
                <a:lnTo>
                  <a:pt x="88" y="422"/>
                </a:lnTo>
                <a:lnTo>
                  <a:pt x="88" y="426"/>
                </a:lnTo>
                <a:lnTo>
                  <a:pt x="92" y="432"/>
                </a:lnTo>
                <a:lnTo>
                  <a:pt x="96" y="436"/>
                </a:lnTo>
                <a:lnTo>
                  <a:pt x="102" y="436"/>
                </a:lnTo>
                <a:lnTo>
                  <a:pt x="222" y="436"/>
                </a:lnTo>
                <a:lnTo>
                  <a:pt x="192" y="500"/>
                </a:lnTo>
                <a:lnTo>
                  <a:pt x="38" y="500"/>
                </a:lnTo>
                <a:lnTo>
                  <a:pt x="38" y="500"/>
                </a:lnTo>
                <a:lnTo>
                  <a:pt x="30" y="500"/>
                </a:lnTo>
                <a:lnTo>
                  <a:pt x="24" y="498"/>
                </a:lnTo>
                <a:lnTo>
                  <a:pt x="18" y="494"/>
                </a:lnTo>
                <a:lnTo>
                  <a:pt x="12" y="490"/>
                </a:lnTo>
                <a:lnTo>
                  <a:pt x="6" y="484"/>
                </a:lnTo>
                <a:lnTo>
                  <a:pt x="4" y="478"/>
                </a:lnTo>
                <a:lnTo>
                  <a:pt x="0" y="470"/>
                </a:lnTo>
                <a:lnTo>
                  <a:pt x="0" y="462"/>
                </a:lnTo>
                <a:lnTo>
                  <a:pt x="0" y="0"/>
                </a:lnTo>
                <a:lnTo>
                  <a:pt x="88" y="0"/>
                </a:lnTo>
                <a:lnTo>
                  <a:pt x="88" y="84"/>
                </a:lnTo>
                <a:lnTo>
                  <a:pt x="88" y="84"/>
                </a:lnTo>
                <a:lnTo>
                  <a:pt x="88" y="90"/>
                </a:lnTo>
                <a:lnTo>
                  <a:pt x="92" y="94"/>
                </a:lnTo>
                <a:lnTo>
                  <a:pt x="98" y="96"/>
                </a:lnTo>
                <a:lnTo>
                  <a:pt x="104" y="98"/>
                </a:lnTo>
                <a:lnTo>
                  <a:pt x="104" y="98"/>
                </a:lnTo>
                <a:close/>
              </a:path>
            </a:pathLst>
          </a:custGeom>
          <a:solidFill xmlns:a="http://schemas.openxmlformats.org/drawingml/2006/main">
            <a:srgbClr val="353236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8590" name="Freeform 127">
            <a:extLst xmlns:a="http://schemas.openxmlformats.org/drawingml/2006/main">
              <a:ext uri="{FF2B5EF4-FFF2-40B4-BE49-F238E27FC236}">
                <a16:creationId xmlns:a16="http://schemas.microsoft.com/office/drawing/2014/main" id="{C6D5A98C-628B-4A66-AB86-66CC8B3DE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70617" y="190240"/>
            <a:ext cx="65654" cy="164497"/>
          </a:xfrm>
          <a:custGeom xmlns:a="http://schemas.openxmlformats.org/drawingml/2006/main">
            <a:rect l="0" t="0" r="r" b="b"/>
            <a:pathLst>
              <a:path w="210" h="500">
                <a:moveTo>
                  <a:pt x="122" y="0"/>
                </a:moveTo>
                <a:lnTo>
                  <a:pt x="122" y="80"/>
                </a:lnTo>
                <a:lnTo>
                  <a:pt x="122" y="80"/>
                </a:lnTo>
                <a:lnTo>
                  <a:pt x="122" y="86"/>
                </a:lnTo>
                <a:lnTo>
                  <a:pt x="118" y="92"/>
                </a:lnTo>
                <a:lnTo>
                  <a:pt x="114" y="94"/>
                </a:lnTo>
                <a:lnTo>
                  <a:pt x="108" y="96"/>
                </a:lnTo>
                <a:lnTo>
                  <a:pt x="0" y="96"/>
                </a:lnTo>
                <a:lnTo>
                  <a:pt x="0" y="160"/>
                </a:lnTo>
                <a:lnTo>
                  <a:pt x="108" y="160"/>
                </a:lnTo>
                <a:lnTo>
                  <a:pt x="108" y="160"/>
                </a:lnTo>
                <a:lnTo>
                  <a:pt x="114" y="162"/>
                </a:lnTo>
                <a:lnTo>
                  <a:pt x="120" y="164"/>
                </a:lnTo>
                <a:lnTo>
                  <a:pt x="122" y="170"/>
                </a:lnTo>
                <a:lnTo>
                  <a:pt x="124" y="176"/>
                </a:lnTo>
                <a:lnTo>
                  <a:pt x="124" y="418"/>
                </a:lnTo>
                <a:lnTo>
                  <a:pt x="124" y="418"/>
                </a:lnTo>
                <a:lnTo>
                  <a:pt x="122" y="424"/>
                </a:lnTo>
                <a:lnTo>
                  <a:pt x="118" y="430"/>
                </a:lnTo>
                <a:lnTo>
                  <a:pt x="112" y="434"/>
                </a:lnTo>
                <a:lnTo>
                  <a:pt x="104" y="436"/>
                </a:lnTo>
                <a:lnTo>
                  <a:pt x="2" y="436"/>
                </a:lnTo>
                <a:lnTo>
                  <a:pt x="2" y="500"/>
                </a:lnTo>
                <a:lnTo>
                  <a:pt x="170" y="500"/>
                </a:lnTo>
                <a:lnTo>
                  <a:pt x="170" y="500"/>
                </a:lnTo>
                <a:lnTo>
                  <a:pt x="178" y="500"/>
                </a:lnTo>
                <a:lnTo>
                  <a:pt x="186" y="498"/>
                </a:lnTo>
                <a:lnTo>
                  <a:pt x="192" y="492"/>
                </a:lnTo>
                <a:lnTo>
                  <a:pt x="198" y="488"/>
                </a:lnTo>
                <a:lnTo>
                  <a:pt x="204" y="480"/>
                </a:lnTo>
                <a:lnTo>
                  <a:pt x="208" y="470"/>
                </a:lnTo>
                <a:lnTo>
                  <a:pt x="210" y="460"/>
                </a:lnTo>
                <a:lnTo>
                  <a:pt x="210" y="448"/>
                </a:lnTo>
                <a:lnTo>
                  <a:pt x="210" y="0"/>
                </a:lnTo>
                <a:lnTo>
                  <a:pt x="122" y="0"/>
                </a:lnTo>
                <a:close/>
              </a:path>
            </a:pathLst>
          </a:custGeom>
          <a:solidFill xmlns:a="http://schemas.openxmlformats.org/drawingml/2006/main">
            <a:srgbClr val="353236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8591" name="Rectangle 128">
            <a:extLst xmlns:a="http://schemas.openxmlformats.org/drawingml/2006/main">
              <a:ext uri="{FF2B5EF4-FFF2-40B4-BE49-F238E27FC236}">
                <a16:creationId xmlns:a16="http://schemas.microsoft.com/office/drawing/2014/main" id="{D8496D69-9F09-4846-B01D-270D4E78C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54359" y="393559"/>
            <a:ext cx="4376" cy="421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8592" name="Freeform 129">
            <a:extLst xmlns:a="http://schemas.openxmlformats.org/drawingml/2006/main">
              <a:ext uri="{FF2B5EF4-FFF2-40B4-BE49-F238E27FC236}">
                <a16:creationId xmlns:a16="http://schemas.microsoft.com/office/drawing/2014/main" id="{C32C519A-C51C-495D-B801-4C108B451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64364" y="404745"/>
            <a:ext cx="19383" cy="30925"/>
          </a:xfrm>
          <a:custGeom xmlns:a="http://schemas.openxmlformats.org/drawingml/2006/main">
            <a:rect l="0" t="0" r="r" b="b"/>
            <a:pathLst>
              <a:path w="62" h="94">
                <a:moveTo>
                  <a:pt x="0" y="94"/>
                </a:moveTo>
                <a:lnTo>
                  <a:pt x="0" y="2"/>
                </a:lnTo>
                <a:lnTo>
                  <a:pt x="12" y="2"/>
                </a:lnTo>
                <a:lnTo>
                  <a:pt x="12" y="14"/>
                </a:lnTo>
                <a:lnTo>
                  <a:pt x="12" y="14"/>
                </a:lnTo>
                <a:lnTo>
                  <a:pt x="16" y="8"/>
                </a:lnTo>
                <a:lnTo>
                  <a:pt x="22" y="4"/>
                </a:lnTo>
                <a:lnTo>
                  <a:pt x="22" y="4"/>
                </a:lnTo>
                <a:lnTo>
                  <a:pt x="28" y="0"/>
                </a:lnTo>
                <a:lnTo>
                  <a:pt x="36" y="0"/>
                </a:lnTo>
                <a:lnTo>
                  <a:pt x="36" y="0"/>
                </a:lnTo>
                <a:lnTo>
                  <a:pt x="42" y="0"/>
                </a:lnTo>
                <a:lnTo>
                  <a:pt x="46" y="2"/>
                </a:lnTo>
                <a:lnTo>
                  <a:pt x="46" y="2"/>
                </a:lnTo>
                <a:lnTo>
                  <a:pt x="56" y="8"/>
                </a:lnTo>
                <a:lnTo>
                  <a:pt x="56" y="8"/>
                </a:lnTo>
                <a:lnTo>
                  <a:pt x="58" y="12"/>
                </a:lnTo>
                <a:lnTo>
                  <a:pt x="60" y="18"/>
                </a:lnTo>
                <a:lnTo>
                  <a:pt x="60" y="18"/>
                </a:lnTo>
                <a:lnTo>
                  <a:pt x="62" y="36"/>
                </a:lnTo>
                <a:lnTo>
                  <a:pt x="62" y="94"/>
                </a:lnTo>
                <a:lnTo>
                  <a:pt x="48" y="94"/>
                </a:lnTo>
                <a:lnTo>
                  <a:pt x="48" y="38"/>
                </a:lnTo>
                <a:lnTo>
                  <a:pt x="48" y="38"/>
                </a:lnTo>
                <a:lnTo>
                  <a:pt x="48" y="22"/>
                </a:lnTo>
                <a:lnTo>
                  <a:pt x="48" y="22"/>
                </a:lnTo>
                <a:lnTo>
                  <a:pt x="44" y="18"/>
                </a:lnTo>
                <a:lnTo>
                  <a:pt x="42" y="16"/>
                </a:lnTo>
                <a:lnTo>
                  <a:pt x="42" y="16"/>
                </a:lnTo>
                <a:lnTo>
                  <a:pt x="38" y="14"/>
                </a:lnTo>
                <a:lnTo>
                  <a:pt x="34" y="12"/>
                </a:lnTo>
                <a:lnTo>
                  <a:pt x="34" y="12"/>
                </a:lnTo>
                <a:lnTo>
                  <a:pt x="24" y="14"/>
                </a:lnTo>
                <a:lnTo>
                  <a:pt x="18" y="20"/>
                </a:lnTo>
                <a:lnTo>
                  <a:pt x="18" y="20"/>
                </a:lnTo>
                <a:lnTo>
                  <a:pt x="14" y="28"/>
                </a:lnTo>
                <a:lnTo>
                  <a:pt x="14" y="44"/>
                </a:lnTo>
                <a:lnTo>
                  <a:pt x="14" y="94"/>
                </a:lnTo>
                <a:lnTo>
                  <a:pt x="0" y="94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8593" name="Freeform 130">
            <a:extLst xmlns:a="http://schemas.openxmlformats.org/drawingml/2006/main">
              <a:ext uri="{FF2B5EF4-FFF2-40B4-BE49-F238E27FC236}">
                <a16:creationId xmlns:a16="http://schemas.microsoft.com/office/drawing/2014/main" id="{932DE9FE-1B88-40DA-BC9A-08F173889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86874" y="404745"/>
            <a:ext cx="19383" cy="31583"/>
          </a:xfrm>
          <a:custGeom xmlns:a="http://schemas.openxmlformats.org/drawingml/2006/main">
            <a:rect l="0" t="0" r="r" b="b"/>
            <a:pathLst>
              <a:path w="62" h="96">
                <a:moveTo>
                  <a:pt x="0" y="66"/>
                </a:moveTo>
                <a:lnTo>
                  <a:pt x="12" y="64"/>
                </a:lnTo>
                <a:lnTo>
                  <a:pt x="12" y="64"/>
                </a:lnTo>
                <a:lnTo>
                  <a:pt x="14" y="72"/>
                </a:lnTo>
                <a:lnTo>
                  <a:pt x="18" y="78"/>
                </a:lnTo>
                <a:lnTo>
                  <a:pt x="18" y="78"/>
                </a:lnTo>
                <a:lnTo>
                  <a:pt x="24" y="82"/>
                </a:lnTo>
                <a:lnTo>
                  <a:pt x="32" y="82"/>
                </a:lnTo>
                <a:lnTo>
                  <a:pt x="32" y="82"/>
                </a:lnTo>
                <a:lnTo>
                  <a:pt x="40" y="82"/>
                </a:lnTo>
                <a:lnTo>
                  <a:pt x="44" y="78"/>
                </a:lnTo>
                <a:lnTo>
                  <a:pt x="44" y="78"/>
                </a:lnTo>
                <a:lnTo>
                  <a:pt x="48" y="74"/>
                </a:lnTo>
                <a:lnTo>
                  <a:pt x="50" y="68"/>
                </a:lnTo>
                <a:lnTo>
                  <a:pt x="50" y="68"/>
                </a:lnTo>
                <a:lnTo>
                  <a:pt x="48" y="64"/>
                </a:lnTo>
                <a:lnTo>
                  <a:pt x="46" y="60"/>
                </a:lnTo>
                <a:lnTo>
                  <a:pt x="46" y="60"/>
                </a:lnTo>
                <a:lnTo>
                  <a:pt x="32" y="54"/>
                </a:lnTo>
                <a:lnTo>
                  <a:pt x="32" y="54"/>
                </a:lnTo>
                <a:lnTo>
                  <a:pt x="12" y="46"/>
                </a:lnTo>
                <a:lnTo>
                  <a:pt x="12" y="46"/>
                </a:lnTo>
                <a:lnTo>
                  <a:pt x="8" y="42"/>
                </a:lnTo>
                <a:lnTo>
                  <a:pt x="4" y="38"/>
                </a:lnTo>
                <a:lnTo>
                  <a:pt x="4" y="38"/>
                </a:lnTo>
                <a:lnTo>
                  <a:pt x="2" y="32"/>
                </a:lnTo>
                <a:lnTo>
                  <a:pt x="2" y="26"/>
                </a:lnTo>
                <a:lnTo>
                  <a:pt x="2" y="26"/>
                </a:lnTo>
                <a:lnTo>
                  <a:pt x="4" y="16"/>
                </a:lnTo>
                <a:lnTo>
                  <a:pt x="10" y="6"/>
                </a:lnTo>
                <a:lnTo>
                  <a:pt x="10" y="6"/>
                </a:lnTo>
                <a:lnTo>
                  <a:pt x="18" y="2"/>
                </a:lnTo>
                <a:lnTo>
                  <a:pt x="30" y="0"/>
                </a:lnTo>
                <a:lnTo>
                  <a:pt x="30" y="0"/>
                </a:lnTo>
                <a:lnTo>
                  <a:pt x="38" y="0"/>
                </a:lnTo>
                <a:lnTo>
                  <a:pt x="46" y="2"/>
                </a:lnTo>
                <a:lnTo>
                  <a:pt x="46" y="2"/>
                </a:lnTo>
                <a:lnTo>
                  <a:pt x="50" y="6"/>
                </a:lnTo>
                <a:lnTo>
                  <a:pt x="54" y="10"/>
                </a:lnTo>
                <a:lnTo>
                  <a:pt x="54" y="10"/>
                </a:lnTo>
                <a:lnTo>
                  <a:pt x="58" y="16"/>
                </a:lnTo>
                <a:lnTo>
                  <a:pt x="60" y="26"/>
                </a:lnTo>
                <a:lnTo>
                  <a:pt x="46" y="28"/>
                </a:lnTo>
                <a:lnTo>
                  <a:pt x="46" y="28"/>
                </a:lnTo>
                <a:lnTo>
                  <a:pt x="46" y="20"/>
                </a:lnTo>
                <a:lnTo>
                  <a:pt x="42" y="16"/>
                </a:lnTo>
                <a:lnTo>
                  <a:pt x="38" y="14"/>
                </a:lnTo>
                <a:lnTo>
                  <a:pt x="30" y="12"/>
                </a:lnTo>
                <a:lnTo>
                  <a:pt x="30" y="12"/>
                </a:lnTo>
                <a:lnTo>
                  <a:pt x="24" y="12"/>
                </a:lnTo>
                <a:lnTo>
                  <a:pt x="18" y="16"/>
                </a:lnTo>
                <a:lnTo>
                  <a:pt x="18" y="16"/>
                </a:lnTo>
                <a:lnTo>
                  <a:pt x="16" y="20"/>
                </a:lnTo>
                <a:lnTo>
                  <a:pt x="14" y="24"/>
                </a:lnTo>
                <a:lnTo>
                  <a:pt x="14" y="24"/>
                </a:lnTo>
                <a:lnTo>
                  <a:pt x="16" y="28"/>
                </a:lnTo>
                <a:lnTo>
                  <a:pt x="18" y="32"/>
                </a:lnTo>
                <a:lnTo>
                  <a:pt x="18" y="32"/>
                </a:lnTo>
                <a:lnTo>
                  <a:pt x="32" y="38"/>
                </a:lnTo>
                <a:lnTo>
                  <a:pt x="32" y="38"/>
                </a:lnTo>
                <a:lnTo>
                  <a:pt x="52" y="46"/>
                </a:lnTo>
                <a:lnTo>
                  <a:pt x="52" y="46"/>
                </a:lnTo>
                <a:lnTo>
                  <a:pt x="56" y="50"/>
                </a:lnTo>
                <a:lnTo>
                  <a:pt x="60" y="54"/>
                </a:lnTo>
                <a:lnTo>
                  <a:pt x="60" y="54"/>
                </a:lnTo>
                <a:lnTo>
                  <a:pt x="62" y="60"/>
                </a:lnTo>
                <a:lnTo>
                  <a:pt x="62" y="66"/>
                </a:lnTo>
                <a:lnTo>
                  <a:pt x="62" y="66"/>
                </a:lnTo>
                <a:lnTo>
                  <a:pt x="60" y="78"/>
                </a:lnTo>
                <a:lnTo>
                  <a:pt x="58" y="84"/>
                </a:lnTo>
                <a:lnTo>
                  <a:pt x="54" y="88"/>
                </a:lnTo>
                <a:lnTo>
                  <a:pt x="54" y="88"/>
                </a:lnTo>
                <a:lnTo>
                  <a:pt x="50" y="90"/>
                </a:lnTo>
                <a:lnTo>
                  <a:pt x="44" y="94"/>
                </a:lnTo>
                <a:lnTo>
                  <a:pt x="32" y="96"/>
                </a:lnTo>
                <a:lnTo>
                  <a:pt x="32" y="96"/>
                </a:lnTo>
                <a:lnTo>
                  <a:pt x="20" y="94"/>
                </a:lnTo>
                <a:lnTo>
                  <a:pt x="10" y="88"/>
                </a:lnTo>
                <a:lnTo>
                  <a:pt x="4" y="78"/>
                </a:lnTo>
                <a:lnTo>
                  <a:pt x="0" y="66"/>
                </a:lnTo>
                <a:lnTo>
                  <a:pt x="0" y="66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8594" name="Freeform 131">
            <a:extLst xmlns:a="http://schemas.openxmlformats.org/drawingml/2006/main">
              <a:ext uri="{FF2B5EF4-FFF2-40B4-BE49-F238E27FC236}">
                <a16:creationId xmlns:a16="http://schemas.microsoft.com/office/drawing/2014/main" id="{D58427B7-BF2B-4A17-AEB2-AC2D311BA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7508" y="394875"/>
            <a:ext cx="11880" cy="40795"/>
          </a:xfrm>
          <a:custGeom xmlns:a="http://schemas.openxmlformats.org/drawingml/2006/main">
            <a:rect l="0" t="0" r="r" b="b"/>
            <a:pathLst>
              <a:path w="38" h="124">
                <a:moveTo>
                  <a:pt x="36" y="110"/>
                </a:moveTo>
                <a:lnTo>
                  <a:pt x="38" y="124"/>
                </a:lnTo>
                <a:lnTo>
                  <a:pt x="38" y="124"/>
                </a:lnTo>
                <a:lnTo>
                  <a:pt x="28" y="124"/>
                </a:lnTo>
                <a:lnTo>
                  <a:pt x="28" y="124"/>
                </a:lnTo>
                <a:lnTo>
                  <a:pt x="22" y="124"/>
                </a:lnTo>
                <a:lnTo>
                  <a:pt x="16" y="122"/>
                </a:lnTo>
                <a:lnTo>
                  <a:pt x="16" y="122"/>
                </a:lnTo>
                <a:lnTo>
                  <a:pt x="14" y="118"/>
                </a:lnTo>
                <a:lnTo>
                  <a:pt x="12" y="114"/>
                </a:lnTo>
                <a:lnTo>
                  <a:pt x="12" y="114"/>
                </a:lnTo>
                <a:lnTo>
                  <a:pt x="10" y="96"/>
                </a:lnTo>
                <a:lnTo>
                  <a:pt x="10" y="44"/>
                </a:lnTo>
                <a:lnTo>
                  <a:pt x="0" y="44"/>
                </a:lnTo>
                <a:lnTo>
                  <a:pt x="0" y="32"/>
                </a:lnTo>
                <a:lnTo>
                  <a:pt x="10" y="32"/>
                </a:lnTo>
                <a:lnTo>
                  <a:pt x="10" y="8"/>
                </a:lnTo>
                <a:lnTo>
                  <a:pt x="22" y="0"/>
                </a:lnTo>
                <a:lnTo>
                  <a:pt x="22" y="32"/>
                </a:lnTo>
                <a:lnTo>
                  <a:pt x="36" y="32"/>
                </a:lnTo>
                <a:lnTo>
                  <a:pt x="36" y="44"/>
                </a:lnTo>
                <a:lnTo>
                  <a:pt x="22" y="44"/>
                </a:lnTo>
                <a:lnTo>
                  <a:pt x="22" y="98"/>
                </a:lnTo>
                <a:lnTo>
                  <a:pt x="22" y="98"/>
                </a:lnTo>
                <a:lnTo>
                  <a:pt x="24" y="106"/>
                </a:lnTo>
                <a:lnTo>
                  <a:pt x="24" y="106"/>
                </a:lnTo>
                <a:lnTo>
                  <a:pt x="26" y="110"/>
                </a:lnTo>
                <a:lnTo>
                  <a:pt x="30" y="110"/>
                </a:lnTo>
                <a:lnTo>
                  <a:pt x="30" y="110"/>
                </a:lnTo>
                <a:lnTo>
                  <a:pt x="36" y="110"/>
                </a:lnTo>
                <a:lnTo>
                  <a:pt x="36" y="110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8595" name="Freeform 132">
            <a:extLst xmlns:a="http://schemas.openxmlformats.org/drawingml/2006/main">
              <a:ext uri="{FF2B5EF4-FFF2-40B4-BE49-F238E27FC236}">
                <a16:creationId xmlns:a16="http://schemas.microsoft.com/office/drawing/2014/main" id="{120B843E-45F9-4B9B-A9CB-3AF5FB712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1264" y="393559"/>
            <a:ext cx="3751" cy="42111"/>
          </a:xfrm>
          <a:custGeom xmlns:a="http://schemas.openxmlformats.org/drawingml/2006/main">
            <a:rect l="0" t="0" r="r" b="b"/>
            <a:pathLst>
              <a:path w="12" h="128">
                <a:moveTo>
                  <a:pt x="0" y="18"/>
                </a:moveTo>
                <a:lnTo>
                  <a:pt x="0" y="0"/>
                </a:lnTo>
                <a:lnTo>
                  <a:pt x="12" y="0"/>
                </a:lnTo>
                <a:lnTo>
                  <a:pt x="12" y="18"/>
                </a:lnTo>
                <a:lnTo>
                  <a:pt x="0" y="18"/>
                </a:lnTo>
                <a:close/>
                <a:moveTo>
                  <a:pt x="0" y="128"/>
                </a:moveTo>
                <a:lnTo>
                  <a:pt x="0" y="36"/>
                </a:lnTo>
                <a:lnTo>
                  <a:pt x="12" y="36"/>
                </a:lnTo>
                <a:lnTo>
                  <a:pt x="12" y="128"/>
                </a:lnTo>
                <a:lnTo>
                  <a:pt x="0" y="128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8596" name="Freeform 133">
            <a:extLst xmlns:a="http://schemas.openxmlformats.org/drawingml/2006/main">
              <a:ext uri="{FF2B5EF4-FFF2-40B4-BE49-F238E27FC236}">
                <a16:creationId xmlns:a16="http://schemas.microsoft.com/office/drawing/2014/main" id="{D6DCD6F8-EA70-465F-BD65-58D9F03B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7517" y="394875"/>
            <a:ext cx="11255" cy="40795"/>
          </a:xfrm>
          <a:custGeom xmlns:a="http://schemas.openxmlformats.org/drawingml/2006/main">
            <a:rect l="0" t="0" r="r" b="b"/>
            <a:pathLst>
              <a:path w="36" h="124">
                <a:moveTo>
                  <a:pt x="36" y="110"/>
                </a:moveTo>
                <a:lnTo>
                  <a:pt x="36" y="124"/>
                </a:lnTo>
                <a:lnTo>
                  <a:pt x="36" y="124"/>
                </a:lnTo>
                <a:lnTo>
                  <a:pt x="28" y="124"/>
                </a:lnTo>
                <a:lnTo>
                  <a:pt x="28" y="124"/>
                </a:lnTo>
                <a:lnTo>
                  <a:pt x="22" y="124"/>
                </a:lnTo>
                <a:lnTo>
                  <a:pt x="16" y="122"/>
                </a:lnTo>
                <a:lnTo>
                  <a:pt x="16" y="122"/>
                </a:lnTo>
                <a:lnTo>
                  <a:pt x="14" y="118"/>
                </a:lnTo>
                <a:lnTo>
                  <a:pt x="12" y="114"/>
                </a:lnTo>
                <a:lnTo>
                  <a:pt x="12" y="114"/>
                </a:lnTo>
                <a:lnTo>
                  <a:pt x="10" y="96"/>
                </a:lnTo>
                <a:lnTo>
                  <a:pt x="10" y="44"/>
                </a:lnTo>
                <a:lnTo>
                  <a:pt x="0" y="44"/>
                </a:lnTo>
                <a:lnTo>
                  <a:pt x="0" y="32"/>
                </a:lnTo>
                <a:lnTo>
                  <a:pt x="10" y="32"/>
                </a:lnTo>
                <a:lnTo>
                  <a:pt x="10" y="8"/>
                </a:lnTo>
                <a:lnTo>
                  <a:pt x="22" y="0"/>
                </a:lnTo>
                <a:lnTo>
                  <a:pt x="22" y="32"/>
                </a:lnTo>
                <a:lnTo>
                  <a:pt x="36" y="32"/>
                </a:lnTo>
                <a:lnTo>
                  <a:pt x="36" y="44"/>
                </a:lnTo>
                <a:lnTo>
                  <a:pt x="22" y="44"/>
                </a:lnTo>
                <a:lnTo>
                  <a:pt x="22" y="98"/>
                </a:lnTo>
                <a:lnTo>
                  <a:pt x="22" y="98"/>
                </a:lnTo>
                <a:lnTo>
                  <a:pt x="24" y="106"/>
                </a:lnTo>
                <a:lnTo>
                  <a:pt x="24" y="106"/>
                </a:lnTo>
                <a:lnTo>
                  <a:pt x="26" y="110"/>
                </a:lnTo>
                <a:lnTo>
                  <a:pt x="30" y="110"/>
                </a:lnTo>
                <a:lnTo>
                  <a:pt x="30" y="110"/>
                </a:lnTo>
                <a:lnTo>
                  <a:pt x="36" y="110"/>
                </a:lnTo>
                <a:lnTo>
                  <a:pt x="36" y="110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8597" name="Freeform 134">
            <a:extLst xmlns:a="http://schemas.openxmlformats.org/drawingml/2006/main">
              <a:ext uri="{FF2B5EF4-FFF2-40B4-BE49-F238E27FC236}">
                <a16:creationId xmlns:a16="http://schemas.microsoft.com/office/drawing/2014/main" id="{7FDBDD4A-6354-404A-AE9F-6F0CE28DF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40648" y="405403"/>
            <a:ext cx="19383" cy="30925"/>
          </a:xfrm>
          <a:custGeom xmlns:a="http://schemas.openxmlformats.org/drawingml/2006/main">
            <a:rect l="0" t="0" r="r" b="b"/>
            <a:pathLst>
              <a:path w="62" h="94">
                <a:moveTo>
                  <a:pt x="50" y="92"/>
                </a:moveTo>
                <a:lnTo>
                  <a:pt x="50" y="78"/>
                </a:lnTo>
                <a:lnTo>
                  <a:pt x="50" y="78"/>
                </a:lnTo>
                <a:lnTo>
                  <a:pt x="46" y="84"/>
                </a:lnTo>
                <a:lnTo>
                  <a:pt x="40" y="90"/>
                </a:lnTo>
                <a:lnTo>
                  <a:pt x="40" y="90"/>
                </a:lnTo>
                <a:lnTo>
                  <a:pt x="34" y="92"/>
                </a:lnTo>
                <a:lnTo>
                  <a:pt x="26" y="94"/>
                </a:lnTo>
                <a:lnTo>
                  <a:pt x="26" y="94"/>
                </a:lnTo>
                <a:lnTo>
                  <a:pt x="18" y="92"/>
                </a:lnTo>
                <a:lnTo>
                  <a:pt x="12" y="88"/>
                </a:lnTo>
                <a:lnTo>
                  <a:pt x="12" y="88"/>
                </a:lnTo>
                <a:lnTo>
                  <a:pt x="6" y="84"/>
                </a:lnTo>
                <a:lnTo>
                  <a:pt x="2" y="76"/>
                </a:lnTo>
                <a:lnTo>
                  <a:pt x="2" y="76"/>
                </a:lnTo>
                <a:lnTo>
                  <a:pt x="2" y="68"/>
                </a:lnTo>
                <a:lnTo>
                  <a:pt x="0" y="56"/>
                </a:lnTo>
                <a:lnTo>
                  <a:pt x="0" y="0"/>
                </a:lnTo>
                <a:lnTo>
                  <a:pt x="14" y="0"/>
                </a:lnTo>
                <a:lnTo>
                  <a:pt x="14" y="50"/>
                </a:lnTo>
                <a:lnTo>
                  <a:pt x="14" y="50"/>
                </a:lnTo>
                <a:lnTo>
                  <a:pt x="14" y="70"/>
                </a:lnTo>
                <a:lnTo>
                  <a:pt x="14" y="70"/>
                </a:lnTo>
                <a:lnTo>
                  <a:pt x="16" y="74"/>
                </a:lnTo>
                <a:lnTo>
                  <a:pt x="20" y="78"/>
                </a:lnTo>
                <a:lnTo>
                  <a:pt x="20" y="78"/>
                </a:lnTo>
                <a:lnTo>
                  <a:pt x="24" y="80"/>
                </a:lnTo>
                <a:lnTo>
                  <a:pt x="28" y="80"/>
                </a:lnTo>
                <a:lnTo>
                  <a:pt x="28" y="80"/>
                </a:lnTo>
                <a:lnTo>
                  <a:pt x="38" y="78"/>
                </a:lnTo>
                <a:lnTo>
                  <a:pt x="44" y="72"/>
                </a:lnTo>
                <a:lnTo>
                  <a:pt x="44" y="72"/>
                </a:lnTo>
                <a:lnTo>
                  <a:pt x="48" y="64"/>
                </a:lnTo>
                <a:lnTo>
                  <a:pt x="48" y="48"/>
                </a:lnTo>
                <a:lnTo>
                  <a:pt x="48" y="0"/>
                </a:lnTo>
                <a:lnTo>
                  <a:pt x="62" y="0"/>
                </a:lnTo>
                <a:lnTo>
                  <a:pt x="62" y="92"/>
                </a:lnTo>
                <a:lnTo>
                  <a:pt x="50" y="92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8598" name="Freeform 135">
            <a:extLst xmlns:a="http://schemas.openxmlformats.org/drawingml/2006/main">
              <a:ext uri="{FF2B5EF4-FFF2-40B4-BE49-F238E27FC236}">
                <a16:creationId xmlns:a16="http://schemas.microsoft.com/office/drawing/2014/main" id="{CC70654C-B138-4261-BD54-6F19C05EF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62533" y="394875"/>
            <a:ext cx="11880" cy="40795"/>
          </a:xfrm>
          <a:custGeom xmlns:a="http://schemas.openxmlformats.org/drawingml/2006/main">
            <a:rect l="0" t="0" r="r" b="b"/>
            <a:pathLst>
              <a:path w="38" h="124">
                <a:moveTo>
                  <a:pt x="36" y="110"/>
                </a:moveTo>
                <a:lnTo>
                  <a:pt x="38" y="124"/>
                </a:lnTo>
                <a:lnTo>
                  <a:pt x="38" y="124"/>
                </a:lnTo>
                <a:lnTo>
                  <a:pt x="28" y="124"/>
                </a:lnTo>
                <a:lnTo>
                  <a:pt x="28" y="124"/>
                </a:lnTo>
                <a:lnTo>
                  <a:pt x="22" y="124"/>
                </a:lnTo>
                <a:lnTo>
                  <a:pt x="18" y="122"/>
                </a:lnTo>
                <a:lnTo>
                  <a:pt x="18" y="122"/>
                </a:lnTo>
                <a:lnTo>
                  <a:pt x="14" y="118"/>
                </a:lnTo>
                <a:lnTo>
                  <a:pt x="12" y="114"/>
                </a:lnTo>
                <a:lnTo>
                  <a:pt x="12" y="114"/>
                </a:lnTo>
                <a:lnTo>
                  <a:pt x="10" y="96"/>
                </a:lnTo>
                <a:lnTo>
                  <a:pt x="10" y="44"/>
                </a:lnTo>
                <a:lnTo>
                  <a:pt x="0" y="44"/>
                </a:lnTo>
                <a:lnTo>
                  <a:pt x="0" y="32"/>
                </a:lnTo>
                <a:lnTo>
                  <a:pt x="10" y="32"/>
                </a:lnTo>
                <a:lnTo>
                  <a:pt x="10" y="8"/>
                </a:lnTo>
                <a:lnTo>
                  <a:pt x="22" y="0"/>
                </a:lnTo>
                <a:lnTo>
                  <a:pt x="22" y="32"/>
                </a:lnTo>
                <a:lnTo>
                  <a:pt x="36" y="32"/>
                </a:lnTo>
                <a:lnTo>
                  <a:pt x="36" y="44"/>
                </a:lnTo>
                <a:lnTo>
                  <a:pt x="22" y="44"/>
                </a:lnTo>
                <a:lnTo>
                  <a:pt x="22" y="98"/>
                </a:lnTo>
                <a:lnTo>
                  <a:pt x="22" y="98"/>
                </a:lnTo>
                <a:lnTo>
                  <a:pt x="24" y="106"/>
                </a:lnTo>
                <a:lnTo>
                  <a:pt x="24" y="106"/>
                </a:lnTo>
                <a:lnTo>
                  <a:pt x="26" y="110"/>
                </a:lnTo>
                <a:lnTo>
                  <a:pt x="30" y="110"/>
                </a:lnTo>
                <a:lnTo>
                  <a:pt x="30" y="110"/>
                </a:lnTo>
                <a:lnTo>
                  <a:pt x="36" y="110"/>
                </a:lnTo>
                <a:lnTo>
                  <a:pt x="36" y="110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8599" name="Freeform 136">
            <a:extLst xmlns:a="http://schemas.openxmlformats.org/drawingml/2006/main">
              <a:ext uri="{FF2B5EF4-FFF2-40B4-BE49-F238E27FC236}">
                <a16:creationId xmlns:a16="http://schemas.microsoft.com/office/drawing/2014/main" id="{BE8FFDB6-AC84-45E8-8DB9-E89FE3F8B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74413" y="404745"/>
            <a:ext cx="21884" cy="31583"/>
          </a:xfrm>
          <a:custGeom xmlns:a="http://schemas.openxmlformats.org/drawingml/2006/main">
            <a:rect l="0" t="0" r="r" b="b"/>
            <a:pathLst>
              <a:path w="70" h="96">
                <a:moveTo>
                  <a:pt x="56" y="64"/>
                </a:moveTo>
                <a:lnTo>
                  <a:pt x="70" y="66"/>
                </a:lnTo>
                <a:lnTo>
                  <a:pt x="70" y="66"/>
                </a:lnTo>
                <a:lnTo>
                  <a:pt x="66" y="78"/>
                </a:lnTo>
                <a:lnTo>
                  <a:pt x="58" y="88"/>
                </a:lnTo>
                <a:lnTo>
                  <a:pt x="58" y="88"/>
                </a:lnTo>
                <a:lnTo>
                  <a:pt x="48" y="94"/>
                </a:lnTo>
                <a:lnTo>
                  <a:pt x="36" y="96"/>
                </a:lnTo>
                <a:lnTo>
                  <a:pt x="36" y="96"/>
                </a:lnTo>
                <a:lnTo>
                  <a:pt x="30" y="94"/>
                </a:lnTo>
                <a:lnTo>
                  <a:pt x="22" y="92"/>
                </a:lnTo>
                <a:lnTo>
                  <a:pt x="16" y="88"/>
                </a:lnTo>
                <a:lnTo>
                  <a:pt x="10" y="84"/>
                </a:lnTo>
                <a:lnTo>
                  <a:pt x="10" y="84"/>
                </a:lnTo>
                <a:lnTo>
                  <a:pt x="6" y="76"/>
                </a:lnTo>
                <a:lnTo>
                  <a:pt x="4" y="68"/>
                </a:lnTo>
                <a:lnTo>
                  <a:pt x="2" y="60"/>
                </a:lnTo>
                <a:lnTo>
                  <a:pt x="0" y="48"/>
                </a:lnTo>
                <a:lnTo>
                  <a:pt x="0" y="48"/>
                </a:lnTo>
                <a:lnTo>
                  <a:pt x="2" y="38"/>
                </a:lnTo>
                <a:lnTo>
                  <a:pt x="4" y="28"/>
                </a:lnTo>
                <a:lnTo>
                  <a:pt x="6" y="18"/>
                </a:lnTo>
                <a:lnTo>
                  <a:pt x="10" y="12"/>
                </a:lnTo>
                <a:lnTo>
                  <a:pt x="10" y="12"/>
                </a:lnTo>
                <a:lnTo>
                  <a:pt x="16" y="6"/>
                </a:lnTo>
                <a:lnTo>
                  <a:pt x="22" y="2"/>
                </a:lnTo>
                <a:lnTo>
                  <a:pt x="28" y="0"/>
                </a:lnTo>
                <a:lnTo>
                  <a:pt x="36" y="0"/>
                </a:lnTo>
                <a:lnTo>
                  <a:pt x="36" y="0"/>
                </a:lnTo>
                <a:lnTo>
                  <a:pt x="44" y="0"/>
                </a:lnTo>
                <a:lnTo>
                  <a:pt x="50" y="2"/>
                </a:lnTo>
                <a:lnTo>
                  <a:pt x="56" y="6"/>
                </a:lnTo>
                <a:lnTo>
                  <a:pt x="60" y="12"/>
                </a:lnTo>
                <a:lnTo>
                  <a:pt x="60" y="12"/>
                </a:lnTo>
                <a:lnTo>
                  <a:pt x="64" y="18"/>
                </a:lnTo>
                <a:lnTo>
                  <a:pt x="68" y="26"/>
                </a:lnTo>
                <a:lnTo>
                  <a:pt x="70" y="36"/>
                </a:lnTo>
                <a:lnTo>
                  <a:pt x="70" y="48"/>
                </a:lnTo>
                <a:lnTo>
                  <a:pt x="70" y="52"/>
                </a:lnTo>
                <a:lnTo>
                  <a:pt x="14" y="52"/>
                </a:lnTo>
                <a:lnTo>
                  <a:pt x="14" y="52"/>
                </a:lnTo>
                <a:lnTo>
                  <a:pt x="16" y="66"/>
                </a:lnTo>
                <a:lnTo>
                  <a:pt x="22" y="74"/>
                </a:lnTo>
                <a:lnTo>
                  <a:pt x="22" y="74"/>
                </a:lnTo>
                <a:lnTo>
                  <a:pt x="28" y="80"/>
                </a:lnTo>
                <a:lnTo>
                  <a:pt x="36" y="82"/>
                </a:lnTo>
                <a:lnTo>
                  <a:pt x="36" y="82"/>
                </a:lnTo>
                <a:lnTo>
                  <a:pt x="44" y="82"/>
                </a:lnTo>
                <a:lnTo>
                  <a:pt x="48" y="78"/>
                </a:lnTo>
                <a:lnTo>
                  <a:pt x="54" y="72"/>
                </a:lnTo>
                <a:lnTo>
                  <a:pt x="56" y="64"/>
                </a:lnTo>
                <a:lnTo>
                  <a:pt x="56" y="64"/>
                </a:lnTo>
                <a:close/>
                <a:moveTo>
                  <a:pt x="14" y="38"/>
                </a:moveTo>
                <a:lnTo>
                  <a:pt x="56" y="38"/>
                </a:lnTo>
                <a:lnTo>
                  <a:pt x="56" y="38"/>
                </a:lnTo>
                <a:lnTo>
                  <a:pt x="56" y="28"/>
                </a:lnTo>
                <a:lnTo>
                  <a:pt x="52" y="20"/>
                </a:lnTo>
                <a:lnTo>
                  <a:pt x="52" y="20"/>
                </a:lnTo>
                <a:lnTo>
                  <a:pt x="44" y="14"/>
                </a:lnTo>
                <a:lnTo>
                  <a:pt x="36" y="12"/>
                </a:lnTo>
                <a:lnTo>
                  <a:pt x="36" y="12"/>
                </a:lnTo>
                <a:lnTo>
                  <a:pt x="28" y="14"/>
                </a:lnTo>
                <a:lnTo>
                  <a:pt x="22" y="20"/>
                </a:lnTo>
                <a:lnTo>
                  <a:pt x="22" y="20"/>
                </a:lnTo>
                <a:lnTo>
                  <a:pt x="16" y="28"/>
                </a:lnTo>
                <a:lnTo>
                  <a:pt x="14" y="38"/>
                </a:lnTo>
                <a:lnTo>
                  <a:pt x="14" y="38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8600" name="Freeform 137">
            <a:extLst xmlns:a="http://schemas.openxmlformats.org/drawingml/2006/main">
              <a:ext uri="{FF2B5EF4-FFF2-40B4-BE49-F238E27FC236}">
                <a16:creationId xmlns:a16="http://schemas.microsoft.com/office/drawing/2014/main" id="{2C84B239-4A67-48F8-B448-56741BA4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09429" y="404745"/>
            <a:ext cx="22510" cy="31583"/>
          </a:xfrm>
          <a:custGeom xmlns:a="http://schemas.openxmlformats.org/drawingml/2006/main">
            <a:rect l="0" t="0" r="r" b="b"/>
            <a:pathLst>
              <a:path w="72" h="96">
                <a:moveTo>
                  <a:pt x="0" y="48"/>
                </a:moveTo>
                <a:lnTo>
                  <a:pt x="0" y="48"/>
                </a:lnTo>
                <a:lnTo>
                  <a:pt x="2" y="36"/>
                </a:lnTo>
                <a:lnTo>
                  <a:pt x="4" y="26"/>
                </a:lnTo>
                <a:lnTo>
                  <a:pt x="6" y="18"/>
                </a:lnTo>
                <a:lnTo>
                  <a:pt x="10" y="12"/>
                </a:lnTo>
                <a:lnTo>
                  <a:pt x="10" y="12"/>
                </a:lnTo>
                <a:lnTo>
                  <a:pt x="16" y="6"/>
                </a:lnTo>
                <a:lnTo>
                  <a:pt x="22" y="2"/>
                </a:lnTo>
                <a:lnTo>
                  <a:pt x="28" y="0"/>
                </a:lnTo>
                <a:lnTo>
                  <a:pt x="36" y="0"/>
                </a:lnTo>
                <a:lnTo>
                  <a:pt x="36" y="0"/>
                </a:lnTo>
                <a:lnTo>
                  <a:pt x="44" y="0"/>
                </a:lnTo>
                <a:lnTo>
                  <a:pt x="50" y="2"/>
                </a:lnTo>
                <a:lnTo>
                  <a:pt x="56" y="6"/>
                </a:lnTo>
                <a:lnTo>
                  <a:pt x="62" y="12"/>
                </a:lnTo>
                <a:lnTo>
                  <a:pt x="62" y="12"/>
                </a:lnTo>
                <a:lnTo>
                  <a:pt x="66" y="18"/>
                </a:lnTo>
                <a:lnTo>
                  <a:pt x="68" y="26"/>
                </a:lnTo>
                <a:lnTo>
                  <a:pt x="70" y="36"/>
                </a:lnTo>
                <a:lnTo>
                  <a:pt x="72" y="46"/>
                </a:lnTo>
                <a:lnTo>
                  <a:pt x="72" y="46"/>
                </a:lnTo>
                <a:lnTo>
                  <a:pt x="70" y="58"/>
                </a:lnTo>
                <a:lnTo>
                  <a:pt x="68" y="68"/>
                </a:lnTo>
                <a:lnTo>
                  <a:pt x="66" y="76"/>
                </a:lnTo>
                <a:lnTo>
                  <a:pt x="62" y="84"/>
                </a:lnTo>
                <a:lnTo>
                  <a:pt x="62" y="84"/>
                </a:lnTo>
                <a:lnTo>
                  <a:pt x="56" y="88"/>
                </a:lnTo>
                <a:lnTo>
                  <a:pt x="50" y="92"/>
                </a:lnTo>
                <a:lnTo>
                  <a:pt x="44" y="94"/>
                </a:lnTo>
                <a:lnTo>
                  <a:pt x="36" y="96"/>
                </a:lnTo>
                <a:lnTo>
                  <a:pt x="36" y="96"/>
                </a:lnTo>
                <a:lnTo>
                  <a:pt x="28" y="94"/>
                </a:lnTo>
                <a:lnTo>
                  <a:pt x="22" y="92"/>
                </a:lnTo>
                <a:lnTo>
                  <a:pt x="16" y="88"/>
                </a:lnTo>
                <a:lnTo>
                  <a:pt x="10" y="84"/>
                </a:lnTo>
                <a:lnTo>
                  <a:pt x="10" y="84"/>
                </a:lnTo>
                <a:lnTo>
                  <a:pt x="6" y="76"/>
                </a:lnTo>
                <a:lnTo>
                  <a:pt x="4" y="68"/>
                </a:lnTo>
                <a:lnTo>
                  <a:pt x="2" y="58"/>
                </a:lnTo>
                <a:lnTo>
                  <a:pt x="0" y="48"/>
                </a:lnTo>
                <a:lnTo>
                  <a:pt x="0" y="48"/>
                </a:lnTo>
                <a:close/>
                <a:moveTo>
                  <a:pt x="14" y="48"/>
                </a:moveTo>
                <a:lnTo>
                  <a:pt x="14" y="48"/>
                </a:lnTo>
                <a:lnTo>
                  <a:pt x="16" y="64"/>
                </a:lnTo>
                <a:lnTo>
                  <a:pt x="18" y="70"/>
                </a:lnTo>
                <a:lnTo>
                  <a:pt x="20" y="74"/>
                </a:lnTo>
                <a:lnTo>
                  <a:pt x="20" y="74"/>
                </a:lnTo>
                <a:lnTo>
                  <a:pt x="28" y="80"/>
                </a:lnTo>
                <a:lnTo>
                  <a:pt x="36" y="82"/>
                </a:lnTo>
                <a:lnTo>
                  <a:pt x="36" y="82"/>
                </a:lnTo>
                <a:lnTo>
                  <a:pt x="44" y="80"/>
                </a:lnTo>
                <a:lnTo>
                  <a:pt x="52" y="74"/>
                </a:lnTo>
                <a:lnTo>
                  <a:pt x="52" y="74"/>
                </a:lnTo>
                <a:lnTo>
                  <a:pt x="56" y="62"/>
                </a:lnTo>
                <a:lnTo>
                  <a:pt x="58" y="48"/>
                </a:lnTo>
                <a:lnTo>
                  <a:pt x="58" y="48"/>
                </a:lnTo>
                <a:lnTo>
                  <a:pt x="56" y="32"/>
                </a:lnTo>
                <a:lnTo>
                  <a:pt x="52" y="20"/>
                </a:lnTo>
                <a:lnTo>
                  <a:pt x="52" y="20"/>
                </a:lnTo>
                <a:lnTo>
                  <a:pt x="44" y="14"/>
                </a:lnTo>
                <a:lnTo>
                  <a:pt x="36" y="12"/>
                </a:lnTo>
                <a:lnTo>
                  <a:pt x="36" y="12"/>
                </a:lnTo>
                <a:lnTo>
                  <a:pt x="28" y="14"/>
                </a:lnTo>
                <a:lnTo>
                  <a:pt x="20" y="20"/>
                </a:lnTo>
                <a:lnTo>
                  <a:pt x="20" y="20"/>
                </a:lnTo>
                <a:lnTo>
                  <a:pt x="16" y="32"/>
                </a:lnTo>
                <a:lnTo>
                  <a:pt x="14" y="48"/>
                </a:lnTo>
                <a:lnTo>
                  <a:pt x="14" y="48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8601" name="Freeform 138">
            <a:extLst xmlns:a="http://schemas.openxmlformats.org/drawingml/2006/main">
              <a:ext uri="{FF2B5EF4-FFF2-40B4-BE49-F238E27FC236}">
                <a16:creationId xmlns:a16="http://schemas.microsoft.com/office/drawing/2014/main" id="{7B098B5C-E625-45C7-8451-3B3845181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32564" y="392901"/>
            <a:ext cx="13756" cy="42769"/>
          </a:xfrm>
          <a:custGeom xmlns:a="http://schemas.openxmlformats.org/drawingml/2006/main">
            <a:rect l="0" t="0" r="r" b="b"/>
            <a:pathLst>
              <a:path w="44" h="130">
                <a:moveTo>
                  <a:pt x="12" y="130"/>
                </a:moveTo>
                <a:lnTo>
                  <a:pt x="12" y="50"/>
                </a:lnTo>
                <a:lnTo>
                  <a:pt x="0" y="50"/>
                </a:lnTo>
                <a:lnTo>
                  <a:pt x="0" y="38"/>
                </a:lnTo>
                <a:lnTo>
                  <a:pt x="12" y="38"/>
                </a:lnTo>
                <a:lnTo>
                  <a:pt x="12" y="28"/>
                </a:lnTo>
                <a:lnTo>
                  <a:pt x="12" y="28"/>
                </a:lnTo>
                <a:lnTo>
                  <a:pt x="12" y="18"/>
                </a:lnTo>
                <a:lnTo>
                  <a:pt x="14" y="12"/>
                </a:lnTo>
                <a:lnTo>
                  <a:pt x="14" y="12"/>
                </a:lnTo>
                <a:lnTo>
                  <a:pt x="16" y="6"/>
                </a:lnTo>
                <a:lnTo>
                  <a:pt x="20" y="4"/>
                </a:lnTo>
                <a:lnTo>
                  <a:pt x="20" y="4"/>
                </a:lnTo>
                <a:lnTo>
                  <a:pt x="26" y="0"/>
                </a:lnTo>
                <a:lnTo>
                  <a:pt x="32" y="0"/>
                </a:lnTo>
                <a:lnTo>
                  <a:pt x="32" y="0"/>
                </a:lnTo>
                <a:lnTo>
                  <a:pt x="44" y="2"/>
                </a:lnTo>
                <a:lnTo>
                  <a:pt x="42" y="16"/>
                </a:lnTo>
                <a:lnTo>
                  <a:pt x="42" y="16"/>
                </a:lnTo>
                <a:lnTo>
                  <a:pt x="34" y="14"/>
                </a:lnTo>
                <a:lnTo>
                  <a:pt x="34" y="14"/>
                </a:lnTo>
                <a:lnTo>
                  <a:pt x="30" y="16"/>
                </a:lnTo>
                <a:lnTo>
                  <a:pt x="26" y="18"/>
                </a:lnTo>
                <a:lnTo>
                  <a:pt x="26" y="18"/>
                </a:lnTo>
                <a:lnTo>
                  <a:pt x="24" y="22"/>
                </a:lnTo>
                <a:lnTo>
                  <a:pt x="24" y="28"/>
                </a:lnTo>
                <a:lnTo>
                  <a:pt x="24" y="38"/>
                </a:lnTo>
                <a:lnTo>
                  <a:pt x="38" y="38"/>
                </a:lnTo>
                <a:lnTo>
                  <a:pt x="38" y="50"/>
                </a:lnTo>
                <a:lnTo>
                  <a:pt x="24" y="50"/>
                </a:lnTo>
                <a:lnTo>
                  <a:pt x="24" y="130"/>
                </a:lnTo>
                <a:lnTo>
                  <a:pt x="12" y="130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8602" name="Freeform 139">
            <a:extLst xmlns:a="http://schemas.openxmlformats.org/drawingml/2006/main">
              <a:ext uri="{FF2B5EF4-FFF2-40B4-BE49-F238E27FC236}">
                <a16:creationId xmlns:a16="http://schemas.microsoft.com/office/drawing/2014/main" id="{5C46202C-57C9-491C-B45A-B1C8300FA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58200" y="393559"/>
            <a:ext cx="24385" cy="42111"/>
          </a:xfrm>
          <a:custGeom xmlns:a="http://schemas.openxmlformats.org/drawingml/2006/main">
            <a:rect l="0" t="0" r="r" b="b"/>
            <a:pathLst>
              <a:path w="78" h="128">
                <a:moveTo>
                  <a:pt x="0" y="128"/>
                </a:moveTo>
                <a:lnTo>
                  <a:pt x="0" y="0"/>
                </a:lnTo>
                <a:lnTo>
                  <a:pt x="76" y="0"/>
                </a:lnTo>
                <a:lnTo>
                  <a:pt x="76" y="16"/>
                </a:lnTo>
                <a:lnTo>
                  <a:pt x="14" y="16"/>
                </a:lnTo>
                <a:lnTo>
                  <a:pt x="14" y="54"/>
                </a:lnTo>
                <a:lnTo>
                  <a:pt x="72" y="54"/>
                </a:lnTo>
                <a:lnTo>
                  <a:pt x="72" y="70"/>
                </a:lnTo>
                <a:lnTo>
                  <a:pt x="14" y="70"/>
                </a:lnTo>
                <a:lnTo>
                  <a:pt x="14" y="112"/>
                </a:lnTo>
                <a:lnTo>
                  <a:pt x="78" y="112"/>
                </a:lnTo>
                <a:lnTo>
                  <a:pt x="78" y="128"/>
                </a:lnTo>
                <a:lnTo>
                  <a:pt x="0" y="128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8603" name="Freeform 140">
            <a:extLst xmlns:a="http://schemas.openxmlformats.org/drawingml/2006/main">
              <a:ext uri="{FF2B5EF4-FFF2-40B4-BE49-F238E27FC236}">
                <a16:creationId xmlns:a16="http://schemas.microsoft.com/office/drawing/2014/main" id="{96F9F45E-A54C-4FAD-ADDA-A7FF20E3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86338" y="404745"/>
            <a:ext cx="19383" cy="30925"/>
          </a:xfrm>
          <a:custGeom xmlns:a="http://schemas.openxmlformats.org/drawingml/2006/main">
            <a:rect l="0" t="0" r="r" b="b"/>
            <a:pathLst>
              <a:path w="62" h="94">
                <a:moveTo>
                  <a:pt x="0" y="94"/>
                </a:moveTo>
                <a:lnTo>
                  <a:pt x="0" y="2"/>
                </a:lnTo>
                <a:lnTo>
                  <a:pt x="12" y="2"/>
                </a:lnTo>
                <a:lnTo>
                  <a:pt x="12" y="14"/>
                </a:lnTo>
                <a:lnTo>
                  <a:pt x="12" y="14"/>
                </a:lnTo>
                <a:lnTo>
                  <a:pt x="16" y="8"/>
                </a:lnTo>
                <a:lnTo>
                  <a:pt x="22" y="4"/>
                </a:lnTo>
                <a:lnTo>
                  <a:pt x="22" y="4"/>
                </a:lnTo>
                <a:lnTo>
                  <a:pt x="28" y="0"/>
                </a:lnTo>
                <a:lnTo>
                  <a:pt x="36" y="0"/>
                </a:lnTo>
                <a:lnTo>
                  <a:pt x="36" y="0"/>
                </a:lnTo>
                <a:lnTo>
                  <a:pt x="42" y="0"/>
                </a:lnTo>
                <a:lnTo>
                  <a:pt x="48" y="2"/>
                </a:lnTo>
                <a:lnTo>
                  <a:pt x="48" y="2"/>
                </a:lnTo>
                <a:lnTo>
                  <a:pt x="56" y="8"/>
                </a:lnTo>
                <a:lnTo>
                  <a:pt x="56" y="8"/>
                </a:lnTo>
                <a:lnTo>
                  <a:pt x="58" y="12"/>
                </a:lnTo>
                <a:lnTo>
                  <a:pt x="60" y="18"/>
                </a:lnTo>
                <a:lnTo>
                  <a:pt x="60" y="18"/>
                </a:lnTo>
                <a:lnTo>
                  <a:pt x="62" y="36"/>
                </a:lnTo>
                <a:lnTo>
                  <a:pt x="62" y="94"/>
                </a:lnTo>
                <a:lnTo>
                  <a:pt x="48" y="94"/>
                </a:lnTo>
                <a:lnTo>
                  <a:pt x="48" y="38"/>
                </a:lnTo>
                <a:lnTo>
                  <a:pt x="48" y="38"/>
                </a:lnTo>
                <a:lnTo>
                  <a:pt x="48" y="22"/>
                </a:lnTo>
                <a:lnTo>
                  <a:pt x="48" y="22"/>
                </a:lnTo>
                <a:lnTo>
                  <a:pt x="44" y="18"/>
                </a:lnTo>
                <a:lnTo>
                  <a:pt x="42" y="16"/>
                </a:lnTo>
                <a:lnTo>
                  <a:pt x="42" y="16"/>
                </a:lnTo>
                <a:lnTo>
                  <a:pt x="38" y="14"/>
                </a:lnTo>
                <a:lnTo>
                  <a:pt x="34" y="12"/>
                </a:lnTo>
                <a:lnTo>
                  <a:pt x="34" y="12"/>
                </a:lnTo>
                <a:lnTo>
                  <a:pt x="26" y="14"/>
                </a:lnTo>
                <a:lnTo>
                  <a:pt x="18" y="20"/>
                </a:lnTo>
                <a:lnTo>
                  <a:pt x="18" y="20"/>
                </a:lnTo>
                <a:lnTo>
                  <a:pt x="14" y="28"/>
                </a:lnTo>
                <a:lnTo>
                  <a:pt x="14" y="44"/>
                </a:lnTo>
                <a:lnTo>
                  <a:pt x="14" y="94"/>
                </a:lnTo>
                <a:lnTo>
                  <a:pt x="0" y="94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8604" name="Freeform 141">
            <a:extLst xmlns:a="http://schemas.openxmlformats.org/drawingml/2006/main">
              <a:ext uri="{FF2B5EF4-FFF2-40B4-BE49-F238E27FC236}">
                <a16:creationId xmlns:a16="http://schemas.microsoft.com/office/drawing/2014/main" id="{22D9BF93-7EAC-450C-B54B-08353D97B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08848" y="404745"/>
            <a:ext cx="20634" cy="42769"/>
          </a:xfrm>
          <a:custGeom xmlns:a="http://schemas.openxmlformats.org/drawingml/2006/main">
            <a:rect l="0" t="0" r="r" b="b"/>
            <a:pathLst>
              <a:path w="66" h="130">
                <a:moveTo>
                  <a:pt x="2" y="102"/>
                </a:moveTo>
                <a:lnTo>
                  <a:pt x="14" y="104"/>
                </a:lnTo>
                <a:lnTo>
                  <a:pt x="14" y="104"/>
                </a:lnTo>
                <a:lnTo>
                  <a:pt x="16" y="110"/>
                </a:lnTo>
                <a:lnTo>
                  <a:pt x="20" y="114"/>
                </a:lnTo>
                <a:lnTo>
                  <a:pt x="20" y="114"/>
                </a:lnTo>
                <a:lnTo>
                  <a:pt x="26" y="116"/>
                </a:lnTo>
                <a:lnTo>
                  <a:pt x="32" y="118"/>
                </a:lnTo>
                <a:lnTo>
                  <a:pt x="32" y="118"/>
                </a:lnTo>
                <a:lnTo>
                  <a:pt x="40" y="116"/>
                </a:lnTo>
                <a:lnTo>
                  <a:pt x="46" y="114"/>
                </a:lnTo>
                <a:lnTo>
                  <a:pt x="46" y="114"/>
                </a:lnTo>
                <a:lnTo>
                  <a:pt x="50" y="108"/>
                </a:lnTo>
                <a:lnTo>
                  <a:pt x="52" y="102"/>
                </a:lnTo>
                <a:lnTo>
                  <a:pt x="52" y="102"/>
                </a:lnTo>
                <a:lnTo>
                  <a:pt x="54" y="82"/>
                </a:lnTo>
                <a:lnTo>
                  <a:pt x="54" y="82"/>
                </a:lnTo>
                <a:lnTo>
                  <a:pt x="48" y="86"/>
                </a:lnTo>
                <a:lnTo>
                  <a:pt x="44" y="90"/>
                </a:lnTo>
                <a:lnTo>
                  <a:pt x="44" y="90"/>
                </a:lnTo>
                <a:lnTo>
                  <a:pt x="38" y="92"/>
                </a:lnTo>
                <a:lnTo>
                  <a:pt x="32" y="94"/>
                </a:lnTo>
                <a:lnTo>
                  <a:pt x="32" y="94"/>
                </a:lnTo>
                <a:lnTo>
                  <a:pt x="26" y="92"/>
                </a:lnTo>
                <a:lnTo>
                  <a:pt x="20" y="90"/>
                </a:lnTo>
                <a:lnTo>
                  <a:pt x="14" y="86"/>
                </a:lnTo>
                <a:lnTo>
                  <a:pt x="10" y="82"/>
                </a:lnTo>
                <a:lnTo>
                  <a:pt x="10" y="82"/>
                </a:lnTo>
                <a:lnTo>
                  <a:pt x="6" y="74"/>
                </a:lnTo>
                <a:lnTo>
                  <a:pt x="2" y="66"/>
                </a:lnTo>
                <a:lnTo>
                  <a:pt x="0" y="58"/>
                </a:lnTo>
                <a:lnTo>
                  <a:pt x="0" y="46"/>
                </a:lnTo>
                <a:lnTo>
                  <a:pt x="0" y="46"/>
                </a:lnTo>
                <a:lnTo>
                  <a:pt x="0" y="32"/>
                </a:lnTo>
                <a:lnTo>
                  <a:pt x="4" y="20"/>
                </a:lnTo>
                <a:lnTo>
                  <a:pt x="4" y="20"/>
                </a:lnTo>
                <a:lnTo>
                  <a:pt x="10" y="12"/>
                </a:lnTo>
                <a:lnTo>
                  <a:pt x="16" y="4"/>
                </a:lnTo>
                <a:lnTo>
                  <a:pt x="16" y="4"/>
                </a:lnTo>
                <a:lnTo>
                  <a:pt x="24" y="0"/>
                </a:lnTo>
                <a:lnTo>
                  <a:pt x="32" y="0"/>
                </a:lnTo>
                <a:lnTo>
                  <a:pt x="32" y="0"/>
                </a:lnTo>
                <a:lnTo>
                  <a:pt x="38" y="0"/>
                </a:lnTo>
                <a:lnTo>
                  <a:pt x="44" y="2"/>
                </a:lnTo>
                <a:lnTo>
                  <a:pt x="44" y="2"/>
                </a:lnTo>
                <a:lnTo>
                  <a:pt x="50" y="6"/>
                </a:lnTo>
                <a:lnTo>
                  <a:pt x="54" y="12"/>
                </a:lnTo>
                <a:lnTo>
                  <a:pt x="54" y="2"/>
                </a:lnTo>
                <a:lnTo>
                  <a:pt x="66" y="2"/>
                </a:lnTo>
                <a:lnTo>
                  <a:pt x="66" y="80"/>
                </a:lnTo>
                <a:lnTo>
                  <a:pt x="66" y="80"/>
                </a:lnTo>
                <a:lnTo>
                  <a:pt x="66" y="100"/>
                </a:lnTo>
                <a:lnTo>
                  <a:pt x="62" y="112"/>
                </a:lnTo>
                <a:lnTo>
                  <a:pt x="62" y="112"/>
                </a:lnTo>
                <a:lnTo>
                  <a:pt x="58" y="120"/>
                </a:lnTo>
                <a:lnTo>
                  <a:pt x="52" y="126"/>
                </a:lnTo>
                <a:lnTo>
                  <a:pt x="52" y="126"/>
                </a:lnTo>
                <a:lnTo>
                  <a:pt x="42" y="130"/>
                </a:lnTo>
                <a:lnTo>
                  <a:pt x="32" y="130"/>
                </a:lnTo>
                <a:lnTo>
                  <a:pt x="32" y="130"/>
                </a:lnTo>
                <a:lnTo>
                  <a:pt x="20" y="128"/>
                </a:lnTo>
                <a:lnTo>
                  <a:pt x="14" y="126"/>
                </a:lnTo>
                <a:lnTo>
                  <a:pt x="10" y="122"/>
                </a:lnTo>
                <a:lnTo>
                  <a:pt x="10" y="122"/>
                </a:lnTo>
                <a:lnTo>
                  <a:pt x="6" y="118"/>
                </a:lnTo>
                <a:lnTo>
                  <a:pt x="4" y="114"/>
                </a:lnTo>
                <a:lnTo>
                  <a:pt x="2" y="102"/>
                </a:lnTo>
                <a:lnTo>
                  <a:pt x="2" y="102"/>
                </a:lnTo>
                <a:close/>
                <a:moveTo>
                  <a:pt x="12" y="46"/>
                </a:moveTo>
                <a:lnTo>
                  <a:pt x="12" y="46"/>
                </a:lnTo>
                <a:lnTo>
                  <a:pt x="14" y="62"/>
                </a:lnTo>
                <a:lnTo>
                  <a:pt x="18" y="72"/>
                </a:lnTo>
                <a:lnTo>
                  <a:pt x="18" y="72"/>
                </a:lnTo>
                <a:lnTo>
                  <a:pt x="26" y="78"/>
                </a:lnTo>
                <a:lnTo>
                  <a:pt x="34" y="80"/>
                </a:lnTo>
                <a:lnTo>
                  <a:pt x="34" y="80"/>
                </a:lnTo>
                <a:lnTo>
                  <a:pt x="42" y="78"/>
                </a:lnTo>
                <a:lnTo>
                  <a:pt x="48" y="72"/>
                </a:lnTo>
                <a:lnTo>
                  <a:pt x="48" y="72"/>
                </a:lnTo>
                <a:lnTo>
                  <a:pt x="52" y="62"/>
                </a:lnTo>
                <a:lnTo>
                  <a:pt x="54" y="46"/>
                </a:lnTo>
                <a:lnTo>
                  <a:pt x="54" y="46"/>
                </a:lnTo>
                <a:lnTo>
                  <a:pt x="52" y="32"/>
                </a:lnTo>
                <a:lnTo>
                  <a:pt x="48" y="20"/>
                </a:lnTo>
                <a:lnTo>
                  <a:pt x="48" y="20"/>
                </a:lnTo>
                <a:lnTo>
                  <a:pt x="42" y="14"/>
                </a:lnTo>
                <a:lnTo>
                  <a:pt x="32" y="12"/>
                </a:lnTo>
                <a:lnTo>
                  <a:pt x="32" y="12"/>
                </a:lnTo>
                <a:lnTo>
                  <a:pt x="26" y="14"/>
                </a:lnTo>
                <a:lnTo>
                  <a:pt x="18" y="20"/>
                </a:lnTo>
                <a:lnTo>
                  <a:pt x="18" y="20"/>
                </a:lnTo>
                <a:lnTo>
                  <a:pt x="14" y="32"/>
                </a:lnTo>
                <a:lnTo>
                  <a:pt x="12" y="46"/>
                </a:lnTo>
                <a:lnTo>
                  <a:pt x="12" y="46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8605" name="Freeform 142">
            <a:extLst xmlns:a="http://schemas.openxmlformats.org/drawingml/2006/main">
              <a:ext uri="{FF2B5EF4-FFF2-40B4-BE49-F238E27FC236}">
                <a16:creationId xmlns:a16="http://schemas.microsoft.com/office/drawing/2014/main" id="{BC041457-BAC6-4827-844F-8746055E4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34485" y="393559"/>
            <a:ext cx="3751" cy="42111"/>
          </a:xfrm>
          <a:custGeom xmlns:a="http://schemas.openxmlformats.org/drawingml/2006/main">
            <a:rect l="0" t="0" r="r" b="b"/>
            <a:pathLst>
              <a:path w="12" h="128">
                <a:moveTo>
                  <a:pt x="0" y="18"/>
                </a:moveTo>
                <a:lnTo>
                  <a:pt x="0" y="0"/>
                </a:lnTo>
                <a:lnTo>
                  <a:pt x="12" y="0"/>
                </a:lnTo>
                <a:lnTo>
                  <a:pt x="12" y="18"/>
                </a:lnTo>
                <a:lnTo>
                  <a:pt x="0" y="18"/>
                </a:lnTo>
                <a:close/>
                <a:moveTo>
                  <a:pt x="0" y="128"/>
                </a:moveTo>
                <a:lnTo>
                  <a:pt x="0" y="36"/>
                </a:lnTo>
                <a:lnTo>
                  <a:pt x="12" y="36"/>
                </a:lnTo>
                <a:lnTo>
                  <a:pt x="12" y="128"/>
                </a:lnTo>
                <a:lnTo>
                  <a:pt x="0" y="128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8606" name="Freeform 143">
            <a:extLst xmlns:a="http://schemas.openxmlformats.org/drawingml/2006/main">
              <a:ext uri="{FF2B5EF4-FFF2-40B4-BE49-F238E27FC236}">
                <a16:creationId xmlns:a16="http://schemas.microsoft.com/office/drawing/2014/main" id="{FA9CBF51-C364-4202-BCB0-F6FF8037F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43238" y="404745"/>
            <a:ext cx="18758" cy="30925"/>
          </a:xfrm>
          <a:custGeom xmlns:a="http://schemas.openxmlformats.org/drawingml/2006/main">
            <a:rect l="0" t="0" r="r" b="b"/>
            <a:pathLst>
              <a:path w="60" h="94">
                <a:moveTo>
                  <a:pt x="0" y="94"/>
                </a:moveTo>
                <a:lnTo>
                  <a:pt x="0" y="2"/>
                </a:lnTo>
                <a:lnTo>
                  <a:pt x="10" y="2"/>
                </a:lnTo>
                <a:lnTo>
                  <a:pt x="10" y="14"/>
                </a:lnTo>
                <a:lnTo>
                  <a:pt x="10" y="14"/>
                </a:lnTo>
                <a:lnTo>
                  <a:pt x="16" y="8"/>
                </a:lnTo>
                <a:lnTo>
                  <a:pt x="20" y="4"/>
                </a:lnTo>
                <a:lnTo>
                  <a:pt x="20" y="4"/>
                </a:lnTo>
                <a:lnTo>
                  <a:pt x="28" y="0"/>
                </a:lnTo>
                <a:lnTo>
                  <a:pt x="34" y="0"/>
                </a:lnTo>
                <a:lnTo>
                  <a:pt x="34" y="0"/>
                </a:lnTo>
                <a:lnTo>
                  <a:pt x="40" y="0"/>
                </a:lnTo>
                <a:lnTo>
                  <a:pt x="46" y="2"/>
                </a:lnTo>
                <a:lnTo>
                  <a:pt x="46" y="2"/>
                </a:lnTo>
                <a:lnTo>
                  <a:pt x="54" y="8"/>
                </a:lnTo>
                <a:lnTo>
                  <a:pt x="54" y="8"/>
                </a:lnTo>
                <a:lnTo>
                  <a:pt x="56" y="12"/>
                </a:lnTo>
                <a:lnTo>
                  <a:pt x="58" y="18"/>
                </a:lnTo>
                <a:lnTo>
                  <a:pt x="58" y="18"/>
                </a:lnTo>
                <a:lnTo>
                  <a:pt x="60" y="36"/>
                </a:lnTo>
                <a:lnTo>
                  <a:pt x="60" y="94"/>
                </a:lnTo>
                <a:lnTo>
                  <a:pt x="48" y="94"/>
                </a:lnTo>
                <a:lnTo>
                  <a:pt x="48" y="38"/>
                </a:lnTo>
                <a:lnTo>
                  <a:pt x="48" y="38"/>
                </a:lnTo>
                <a:lnTo>
                  <a:pt x="46" y="22"/>
                </a:lnTo>
                <a:lnTo>
                  <a:pt x="46" y="22"/>
                </a:lnTo>
                <a:lnTo>
                  <a:pt x="44" y="18"/>
                </a:lnTo>
                <a:lnTo>
                  <a:pt x="40" y="16"/>
                </a:lnTo>
                <a:lnTo>
                  <a:pt x="40" y="16"/>
                </a:lnTo>
                <a:lnTo>
                  <a:pt x="36" y="14"/>
                </a:lnTo>
                <a:lnTo>
                  <a:pt x="32" y="12"/>
                </a:lnTo>
                <a:lnTo>
                  <a:pt x="32" y="12"/>
                </a:lnTo>
                <a:lnTo>
                  <a:pt x="24" y="14"/>
                </a:lnTo>
                <a:lnTo>
                  <a:pt x="18" y="20"/>
                </a:lnTo>
                <a:lnTo>
                  <a:pt x="18" y="20"/>
                </a:lnTo>
                <a:lnTo>
                  <a:pt x="14" y="28"/>
                </a:lnTo>
                <a:lnTo>
                  <a:pt x="12" y="44"/>
                </a:lnTo>
                <a:lnTo>
                  <a:pt x="12" y="94"/>
                </a:lnTo>
                <a:lnTo>
                  <a:pt x="0" y="94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8607" name="Freeform 144">
            <a:extLst xmlns:a="http://schemas.openxmlformats.org/drawingml/2006/main">
              <a:ext uri="{FF2B5EF4-FFF2-40B4-BE49-F238E27FC236}">
                <a16:creationId xmlns:a16="http://schemas.microsoft.com/office/drawing/2014/main" id="{05359F0E-1C08-400B-ADCC-33ECC9355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5748" y="404745"/>
            <a:ext cx="21259" cy="31583"/>
          </a:xfrm>
          <a:custGeom xmlns:a="http://schemas.openxmlformats.org/drawingml/2006/main">
            <a:rect l="0" t="0" r="r" b="b"/>
            <a:pathLst>
              <a:path w="68" h="96">
                <a:moveTo>
                  <a:pt x="56" y="64"/>
                </a:moveTo>
                <a:lnTo>
                  <a:pt x="68" y="66"/>
                </a:lnTo>
                <a:lnTo>
                  <a:pt x="68" y="66"/>
                </a:lnTo>
                <a:lnTo>
                  <a:pt x="64" y="78"/>
                </a:lnTo>
                <a:lnTo>
                  <a:pt x="56" y="88"/>
                </a:lnTo>
                <a:lnTo>
                  <a:pt x="56" y="88"/>
                </a:lnTo>
                <a:lnTo>
                  <a:pt x="46" y="94"/>
                </a:lnTo>
                <a:lnTo>
                  <a:pt x="36" y="96"/>
                </a:lnTo>
                <a:lnTo>
                  <a:pt x="36" y="96"/>
                </a:lnTo>
                <a:lnTo>
                  <a:pt x="28" y="94"/>
                </a:lnTo>
                <a:lnTo>
                  <a:pt x="20" y="92"/>
                </a:lnTo>
                <a:lnTo>
                  <a:pt x="14" y="88"/>
                </a:lnTo>
                <a:lnTo>
                  <a:pt x="10" y="84"/>
                </a:lnTo>
                <a:lnTo>
                  <a:pt x="10" y="84"/>
                </a:lnTo>
                <a:lnTo>
                  <a:pt x="4" y="76"/>
                </a:lnTo>
                <a:lnTo>
                  <a:pt x="2" y="68"/>
                </a:lnTo>
                <a:lnTo>
                  <a:pt x="0" y="60"/>
                </a:lnTo>
                <a:lnTo>
                  <a:pt x="0" y="48"/>
                </a:lnTo>
                <a:lnTo>
                  <a:pt x="0" y="48"/>
                </a:lnTo>
                <a:lnTo>
                  <a:pt x="0" y="38"/>
                </a:lnTo>
                <a:lnTo>
                  <a:pt x="2" y="28"/>
                </a:lnTo>
                <a:lnTo>
                  <a:pt x="4" y="18"/>
                </a:lnTo>
                <a:lnTo>
                  <a:pt x="10" y="12"/>
                </a:lnTo>
                <a:lnTo>
                  <a:pt x="10" y="12"/>
                </a:lnTo>
                <a:lnTo>
                  <a:pt x="14" y="6"/>
                </a:lnTo>
                <a:lnTo>
                  <a:pt x="20" y="2"/>
                </a:lnTo>
                <a:lnTo>
                  <a:pt x="28" y="0"/>
                </a:lnTo>
                <a:lnTo>
                  <a:pt x="34" y="0"/>
                </a:lnTo>
                <a:lnTo>
                  <a:pt x="34" y="0"/>
                </a:lnTo>
                <a:lnTo>
                  <a:pt x="42" y="0"/>
                </a:lnTo>
                <a:lnTo>
                  <a:pt x="48" y="2"/>
                </a:lnTo>
                <a:lnTo>
                  <a:pt x="54" y="6"/>
                </a:lnTo>
                <a:lnTo>
                  <a:pt x="58" y="12"/>
                </a:lnTo>
                <a:lnTo>
                  <a:pt x="58" y="12"/>
                </a:lnTo>
                <a:lnTo>
                  <a:pt x="64" y="18"/>
                </a:lnTo>
                <a:lnTo>
                  <a:pt x="66" y="26"/>
                </a:lnTo>
                <a:lnTo>
                  <a:pt x="68" y="36"/>
                </a:lnTo>
                <a:lnTo>
                  <a:pt x="68" y="48"/>
                </a:lnTo>
                <a:lnTo>
                  <a:pt x="68" y="52"/>
                </a:lnTo>
                <a:lnTo>
                  <a:pt x="12" y="52"/>
                </a:lnTo>
                <a:lnTo>
                  <a:pt x="12" y="52"/>
                </a:lnTo>
                <a:lnTo>
                  <a:pt x="14" y="66"/>
                </a:lnTo>
                <a:lnTo>
                  <a:pt x="20" y="74"/>
                </a:lnTo>
                <a:lnTo>
                  <a:pt x="20" y="74"/>
                </a:lnTo>
                <a:lnTo>
                  <a:pt x="26" y="80"/>
                </a:lnTo>
                <a:lnTo>
                  <a:pt x="36" y="82"/>
                </a:lnTo>
                <a:lnTo>
                  <a:pt x="36" y="82"/>
                </a:lnTo>
                <a:lnTo>
                  <a:pt x="42" y="82"/>
                </a:lnTo>
                <a:lnTo>
                  <a:pt x="48" y="78"/>
                </a:lnTo>
                <a:lnTo>
                  <a:pt x="52" y="72"/>
                </a:lnTo>
                <a:lnTo>
                  <a:pt x="56" y="64"/>
                </a:lnTo>
                <a:lnTo>
                  <a:pt x="56" y="64"/>
                </a:lnTo>
                <a:close/>
                <a:moveTo>
                  <a:pt x="14" y="38"/>
                </a:moveTo>
                <a:lnTo>
                  <a:pt x="56" y="38"/>
                </a:lnTo>
                <a:lnTo>
                  <a:pt x="56" y="38"/>
                </a:lnTo>
                <a:lnTo>
                  <a:pt x="54" y="28"/>
                </a:lnTo>
                <a:lnTo>
                  <a:pt x="50" y="20"/>
                </a:lnTo>
                <a:lnTo>
                  <a:pt x="50" y="20"/>
                </a:lnTo>
                <a:lnTo>
                  <a:pt x="44" y="14"/>
                </a:lnTo>
                <a:lnTo>
                  <a:pt x="34" y="12"/>
                </a:lnTo>
                <a:lnTo>
                  <a:pt x="34" y="12"/>
                </a:lnTo>
                <a:lnTo>
                  <a:pt x="26" y="14"/>
                </a:lnTo>
                <a:lnTo>
                  <a:pt x="20" y="20"/>
                </a:lnTo>
                <a:lnTo>
                  <a:pt x="20" y="20"/>
                </a:lnTo>
                <a:lnTo>
                  <a:pt x="16" y="28"/>
                </a:lnTo>
                <a:lnTo>
                  <a:pt x="14" y="38"/>
                </a:lnTo>
                <a:lnTo>
                  <a:pt x="14" y="38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8608" name="Freeform 145">
            <a:extLst xmlns:a="http://schemas.openxmlformats.org/drawingml/2006/main">
              <a:ext uri="{FF2B5EF4-FFF2-40B4-BE49-F238E27FC236}">
                <a16:creationId xmlns:a16="http://schemas.microsoft.com/office/drawing/2014/main" id="{F251D3A6-00DA-4900-BF13-833CB85BB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89509" y="404745"/>
            <a:ext cx="21884" cy="31583"/>
          </a:xfrm>
          <a:custGeom xmlns:a="http://schemas.openxmlformats.org/drawingml/2006/main">
            <a:rect l="0" t="0" r="r" b="b"/>
            <a:pathLst>
              <a:path w="70" h="96">
                <a:moveTo>
                  <a:pt x="56" y="64"/>
                </a:moveTo>
                <a:lnTo>
                  <a:pt x="68" y="66"/>
                </a:lnTo>
                <a:lnTo>
                  <a:pt x="68" y="66"/>
                </a:lnTo>
                <a:lnTo>
                  <a:pt x="64" y="78"/>
                </a:lnTo>
                <a:lnTo>
                  <a:pt x="56" y="88"/>
                </a:lnTo>
                <a:lnTo>
                  <a:pt x="56" y="88"/>
                </a:lnTo>
                <a:lnTo>
                  <a:pt x="48" y="94"/>
                </a:lnTo>
                <a:lnTo>
                  <a:pt x="36" y="96"/>
                </a:lnTo>
                <a:lnTo>
                  <a:pt x="36" y="96"/>
                </a:lnTo>
                <a:lnTo>
                  <a:pt x="28" y="94"/>
                </a:lnTo>
                <a:lnTo>
                  <a:pt x="20" y="92"/>
                </a:lnTo>
                <a:lnTo>
                  <a:pt x="14" y="88"/>
                </a:lnTo>
                <a:lnTo>
                  <a:pt x="10" y="84"/>
                </a:lnTo>
                <a:lnTo>
                  <a:pt x="10" y="84"/>
                </a:lnTo>
                <a:lnTo>
                  <a:pt x="6" y="76"/>
                </a:lnTo>
                <a:lnTo>
                  <a:pt x="2" y="68"/>
                </a:lnTo>
                <a:lnTo>
                  <a:pt x="0" y="60"/>
                </a:lnTo>
                <a:lnTo>
                  <a:pt x="0" y="48"/>
                </a:lnTo>
                <a:lnTo>
                  <a:pt x="0" y="48"/>
                </a:lnTo>
                <a:lnTo>
                  <a:pt x="0" y="38"/>
                </a:lnTo>
                <a:lnTo>
                  <a:pt x="2" y="28"/>
                </a:lnTo>
                <a:lnTo>
                  <a:pt x="6" y="18"/>
                </a:lnTo>
                <a:lnTo>
                  <a:pt x="10" y="12"/>
                </a:lnTo>
                <a:lnTo>
                  <a:pt x="10" y="12"/>
                </a:lnTo>
                <a:lnTo>
                  <a:pt x="14" y="6"/>
                </a:lnTo>
                <a:lnTo>
                  <a:pt x="20" y="2"/>
                </a:lnTo>
                <a:lnTo>
                  <a:pt x="28" y="0"/>
                </a:lnTo>
                <a:lnTo>
                  <a:pt x="34" y="0"/>
                </a:lnTo>
                <a:lnTo>
                  <a:pt x="34" y="0"/>
                </a:lnTo>
                <a:lnTo>
                  <a:pt x="42" y="0"/>
                </a:lnTo>
                <a:lnTo>
                  <a:pt x="48" y="2"/>
                </a:lnTo>
                <a:lnTo>
                  <a:pt x="54" y="6"/>
                </a:lnTo>
                <a:lnTo>
                  <a:pt x="60" y="12"/>
                </a:lnTo>
                <a:lnTo>
                  <a:pt x="60" y="12"/>
                </a:lnTo>
                <a:lnTo>
                  <a:pt x="64" y="18"/>
                </a:lnTo>
                <a:lnTo>
                  <a:pt x="66" y="26"/>
                </a:lnTo>
                <a:lnTo>
                  <a:pt x="68" y="36"/>
                </a:lnTo>
                <a:lnTo>
                  <a:pt x="70" y="48"/>
                </a:lnTo>
                <a:lnTo>
                  <a:pt x="70" y="52"/>
                </a:lnTo>
                <a:lnTo>
                  <a:pt x="12" y="52"/>
                </a:lnTo>
                <a:lnTo>
                  <a:pt x="12" y="52"/>
                </a:lnTo>
                <a:lnTo>
                  <a:pt x="14" y="66"/>
                </a:lnTo>
                <a:lnTo>
                  <a:pt x="20" y="74"/>
                </a:lnTo>
                <a:lnTo>
                  <a:pt x="20" y="74"/>
                </a:lnTo>
                <a:lnTo>
                  <a:pt x="28" y="80"/>
                </a:lnTo>
                <a:lnTo>
                  <a:pt x="36" y="82"/>
                </a:lnTo>
                <a:lnTo>
                  <a:pt x="36" y="82"/>
                </a:lnTo>
                <a:lnTo>
                  <a:pt x="42" y="82"/>
                </a:lnTo>
                <a:lnTo>
                  <a:pt x="48" y="78"/>
                </a:lnTo>
                <a:lnTo>
                  <a:pt x="52" y="72"/>
                </a:lnTo>
                <a:lnTo>
                  <a:pt x="56" y="64"/>
                </a:lnTo>
                <a:lnTo>
                  <a:pt x="56" y="64"/>
                </a:lnTo>
                <a:close/>
                <a:moveTo>
                  <a:pt x="14" y="38"/>
                </a:moveTo>
                <a:lnTo>
                  <a:pt x="56" y="38"/>
                </a:lnTo>
                <a:lnTo>
                  <a:pt x="56" y="38"/>
                </a:lnTo>
                <a:lnTo>
                  <a:pt x="54" y="28"/>
                </a:lnTo>
                <a:lnTo>
                  <a:pt x="50" y="20"/>
                </a:lnTo>
                <a:lnTo>
                  <a:pt x="50" y="20"/>
                </a:lnTo>
                <a:lnTo>
                  <a:pt x="44" y="14"/>
                </a:lnTo>
                <a:lnTo>
                  <a:pt x="34" y="12"/>
                </a:lnTo>
                <a:lnTo>
                  <a:pt x="34" y="12"/>
                </a:lnTo>
                <a:lnTo>
                  <a:pt x="26" y="14"/>
                </a:lnTo>
                <a:lnTo>
                  <a:pt x="20" y="20"/>
                </a:lnTo>
                <a:lnTo>
                  <a:pt x="20" y="20"/>
                </a:lnTo>
                <a:lnTo>
                  <a:pt x="16" y="28"/>
                </a:lnTo>
                <a:lnTo>
                  <a:pt x="14" y="38"/>
                </a:lnTo>
                <a:lnTo>
                  <a:pt x="14" y="38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8609" name="Freeform 146">
            <a:extLst xmlns:a="http://schemas.openxmlformats.org/drawingml/2006/main">
              <a:ext uri="{FF2B5EF4-FFF2-40B4-BE49-F238E27FC236}">
                <a16:creationId xmlns:a16="http://schemas.microsoft.com/office/drawing/2014/main" id="{BD7B31E3-D024-4BC4-B483-20E988D43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14520" y="404745"/>
            <a:ext cx="13130" cy="30925"/>
          </a:xfrm>
          <a:custGeom xmlns:a="http://schemas.openxmlformats.org/drawingml/2006/main">
            <a:rect l="0" t="0" r="r" b="b"/>
            <a:pathLst>
              <a:path w="42" h="94">
                <a:moveTo>
                  <a:pt x="0" y="94"/>
                </a:moveTo>
                <a:lnTo>
                  <a:pt x="0" y="2"/>
                </a:lnTo>
                <a:lnTo>
                  <a:pt x="12" y="2"/>
                </a:lnTo>
                <a:lnTo>
                  <a:pt x="12" y="16"/>
                </a:lnTo>
                <a:lnTo>
                  <a:pt x="12" y="16"/>
                </a:lnTo>
                <a:lnTo>
                  <a:pt x="16" y="8"/>
                </a:lnTo>
                <a:lnTo>
                  <a:pt x="20" y="2"/>
                </a:lnTo>
                <a:lnTo>
                  <a:pt x="20" y="2"/>
                </a:lnTo>
                <a:lnTo>
                  <a:pt x="24" y="0"/>
                </a:lnTo>
                <a:lnTo>
                  <a:pt x="28" y="0"/>
                </a:lnTo>
                <a:lnTo>
                  <a:pt x="28" y="0"/>
                </a:lnTo>
                <a:lnTo>
                  <a:pt x="34" y="0"/>
                </a:lnTo>
                <a:lnTo>
                  <a:pt x="42" y="4"/>
                </a:lnTo>
                <a:lnTo>
                  <a:pt x="36" y="18"/>
                </a:lnTo>
                <a:lnTo>
                  <a:pt x="36" y="18"/>
                </a:lnTo>
                <a:lnTo>
                  <a:pt x="32" y="16"/>
                </a:lnTo>
                <a:lnTo>
                  <a:pt x="28" y="16"/>
                </a:lnTo>
                <a:lnTo>
                  <a:pt x="28" y="16"/>
                </a:lnTo>
                <a:lnTo>
                  <a:pt x="24" y="16"/>
                </a:lnTo>
                <a:lnTo>
                  <a:pt x="20" y="18"/>
                </a:lnTo>
                <a:lnTo>
                  <a:pt x="20" y="18"/>
                </a:lnTo>
                <a:lnTo>
                  <a:pt x="18" y="22"/>
                </a:lnTo>
                <a:lnTo>
                  <a:pt x="16" y="26"/>
                </a:lnTo>
                <a:lnTo>
                  <a:pt x="16" y="26"/>
                </a:lnTo>
                <a:lnTo>
                  <a:pt x="14" y="36"/>
                </a:lnTo>
                <a:lnTo>
                  <a:pt x="14" y="46"/>
                </a:lnTo>
                <a:lnTo>
                  <a:pt x="14" y="94"/>
                </a:lnTo>
                <a:lnTo>
                  <a:pt x="0" y="94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8610" name="Freeform 147">
            <a:extLst xmlns:a="http://schemas.openxmlformats.org/drawingml/2006/main">
              <a:ext uri="{FF2B5EF4-FFF2-40B4-BE49-F238E27FC236}">
                <a16:creationId xmlns:a16="http://schemas.microsoft.com/office/drawing/2014/main" id="{6A9749E0-48D1-4312-A62E-46F9C1821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28276" y="393559"/>
            <a:ext cx="3751" cy="42111"/>
          </a:xfrm>
          <a:custGeom xmlns:a="http://schemas.openxmlformats.org/drawingml/2006/main">
            <a:rect l="0" t="0" r="r" b="b"/>
            <a:pathLst>
              <a:path w="12" h="128">
                <a:moveTo>
                  <a:pt x="0" y="18"/>
                </a:moveTo>
                <a:lnTo>
                  <a:pt x="0" y="0"/>
                </a:lnTo>
                <a:lnTo>
                  <a:pt x="12" y="0"/>
                </a:lnTo>
                <a:lnTo>
                  <a:pt x="12" y="18"/>
                </a:lnTo>
                <a:lnTo>
                  <a:pt x="0" y="18"/>
                </a:lnTo>
                <a:close/>
                <a:moveTo>
                  <a:pt x="0" y="128"/>
                </a:moveTo>
                <a:lnTo>
                  <a:pt x="0" y="36"/>
                </a:lnTo>
                <a:lnTo>
                  <a:pt x="12" y="36"/>
                </a:lnTo>
                <a:lnTo>
                  <a:pt x="12" y="128"/>
                </a:lnTo>
                <a:lnTo>
                  <a:pt x="0" y="128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8611" name="Freeform 148">
            <a:extLst xmlns:a="http://schemas.openxmlformats.org/drawingml/2006/main">
              <a:ext uri="{FF2B5EF4-FFF2-40B4-BE49-F238E27FC236}">
                <a16:creationId xmlns:a16="http://schemas.microsoft.com/office/drawing/2014/main" id="{CCC65F41-D903-4223-B221-A19B6AF46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37030" y="404745"/>
            <a:ext cx="19383" cy="30925"/>
          </a:xfrm>
          <a:custGeom xmlns:a="http://schemas.openxmlformats.org/drawingml/2006/main">
            <a:rect l="0" t="0" r="r" b="b"/>
            <a:pathLst>
              <a:path w="62" h="94">
                <a:moveTo>
                  <a:pt x="0" y="94"/>
                </a:moveTo>
                <a:lnTo>
                  <a:pt x="0" y="2"/>
                </a:lnTo>
                <a:lnTo>
                  <a:pt x="12" y="2"/>
                </a:lnTo>
                <a:lnTo>
                  <a:pt x="12" y="14"/>
                </a:lnTo>
                <a:lnTo>
                  <a:pt x="12" y="14"/>
                </a:lnTo>
                <a:lnTo>
                  <a:pt x="16" y="8"/>
                </a:lnTo>
                <a:lnTo>
                  <a:pt x="22" y="4"/>
                </a:lnTo>
                <a:lnTo>
                  <a:pt x="22" y="4"/>
                </a:lnTo>
                <a:lnTo>
                  <a:pt x="28" y="0"/>
                </a:lnTo>
                <a:lnTo>
                  <a:pt x="36" y="0"/>
                </a:lnTo>
                <a:lnTo>
                  <a:pt x="36" y="0"/>
                </a:lnTo>
                <a:lnTo>
                  <a:pt x="42" y="0"/>
                </a:lnTo>
                <a:lnTo>
                  <a:pt x="46" y="2"/>
                </a:lnTo>
                <a:lnTo>
                  <a:pt x="46" y="2"/>
                </a:lnTo>
                <a:lnTo>
                  <a:pt x="56" y="8"/>
                </a:lnTo>
                <a:lnTo>
                  <a:pt x="56" y="8"/>
                </a:lnTo>
                <a:lnTo>
                  <a:pt x="58" y="12"/>
                </a:lnTo>
                <a:lnTo>
                  <a:pt x="60" y="18"/>
                </a:lnTo>
                <a:lnTo>
                  <a:pt x="60" y="18"/>
                </a:lnTo>
                <a:lnTo>
                  <a:pt x="62" y="36"/>
                </a:lnTo>
                <a:lnTo>
                  <a:pt x="62" y="94"/>
                </a:lnTo>
                <a:lnTo>
                  <a:pt x="48" y="94"/>
                </a:lnTo>
                <a:lnTo>
                  <a:pt x="48" y="38"/>
                </a:lnTo>
                <a:lnTo>
                  <a:pt x="48" y="38"/>
                </a:lnTo>
                <a:lnTo>
                  <a:pt x="46" y="22"/>
                </a:lnTo>
                <a:lnTo>
                  <a:pt x="46" y="22"/>
                </a:lnTo>
                <a:lnTo>
                  <a:pt x="44" y="18"/>
                </a:lnTo>
                <a:lnTo>
                  <a:pt x="42" y="16"/>
                </a:lnTo>
                <a:lnTo>
                  <a:pt x="42" y="16"/>
                </a:lnTo>
                <a:lnTo>
                  <a:pt x="38" y="14"/>
                </a:lnTo>
                <a:lnTo>
                  <a:pt x="32" y="12"/>
                </a:lnTo>
                <a:lnTo>
                  <a:pt x="32" y="12"/>
                </a:lnTo>
                <a:lnTo>
                  <a:pt x="24" y="14"/>
                </a:lnTo>
                <a:lnTo>
                  <a:pt x="18" y="20"/>
                </a:lnTo>
                <a:lnTo>
                  <a:pt x="18" y="20"/>
                </a:lnTo>
                <a:lnTo>
                  <a:pt x="14" y="28"/>
                </a:lnTo>
                <a:lnTo>
                  <a:pt x="12" y="44"/>
                </a:lnTo>
                <a:lnTo>
                  <a:pt x="12" y="94"/>
                </a:lnTo>
                <a:lnTo>
                  <a:pt x="0" y="94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8612" name="Freeform 149">
            <a:extLst xmlns:a="http://schemas.openxmlformats.org/drawingml/2006/main">
              <a:ext uri="{FF2B5EF4-FFF2-40B4-BE49-F238E27FC236}">
                <a16:creationId xmlns:a16="http://schemas.microsoft.com/office/drawing/2014/main" id="{4B29FB1C-3750-462D-BDD7-0F18BACD5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59540" y="404745"/>
            <a:ext cx="20634" cy="42769"/>
          </a:xfrm>
          <a:custGeom xmlns:a="http://schemas.openxmlformats.org/drawingml/2006/main">
            <a:rect l="0" t="0" r="r" b="b"/>
            <a:pathLst>
              <a:path w="66" h="130">
                <a:moveTo>
                  <a:pt x="2" y="102"/>
                </a:moveTo>
                <a:lnTo>
                  <a:pt x="14" y="104"/>
                </a:lnTo>
                <a:lnTo>
                  <a:pt x="14" y="104"/>
                </a:lnTo>
                <a:lnTo>
                  <a:pt x="16" y="110"/>
                </a:lnTo>
                <a:lnTo>
                  <a:pt x="20" y="114"/>
                </a:lnTo>
                <a:lnTo>
                  <a:pt x="20" y="114"/>
                </a:lnTo>
                <a:lnTo>
                  <a:pt x="24" y="116"/>
                </a:lnTo>
                <a:lnTo>
                  <a:pt x="32" y="118"/>
                </a:lnTo>
                <a:lnTo>
                  <a:pt x="32" y="118"/>
                </a:lnTo>
                <a:lnTo>
                  <a:pt x="40" y="116"/>
                </a:lnTo>
                <a:lnTo>
                  <a:pt x="44" y="114"/>
                </a:lnTo>
                <a:lnTo>
                  <a:pt x="44" y="114"/>
                </a:lnTo>
                <a:lnTo>
                  <a:pt x="50" y="108"/>
                </a:lnTo>
                <a:lnTo>
                  <a:pt x="52" y="102"/>
                </a:lnTo>
                <a:lnTo>
                  <a:pt x="52" y="102"/>
                </a:lnTo>
                <a:lnTo>
                  <a:pt x="52" y="82"/>
                </a:lnTo>
                <a:lnTo>
                  <a:pt x="52" y="82"/>
                </a:lnTo>
                <a:lnTo>
                  <a:pt x="48" y="86"/>
                </a:lnTo>
                <a:lnTo>
                  <a:pt x="44" y="90"/>
                </a:lnTo>
                <a:lnTo>
                  <a:pt x="44" y="90"/>
                </a:lnTo>
                <a:lnTo>
                  <a:pt x="38" y="92"/>
                </a:lnTo>
                <a:lnTo>
                  <a:pt x="32" y="94"/>
                </a:lnTo>
                <a:lnTo>
                  <a:pt x="32" y="94"/>
                </a:lnTo>
                <a:lnTo>
                  <a:pt x="26" y="92"/>
                </a:lnTo>
                <a:lnTo>
                  <a:pt x="20" y="90"/>
                </a:lnTo>
                <a:lnTo>
                  <a:pt x="14" y="86"/>
                </a:lnTo>
                <a:lnTo>
                  <a:pt x="10" y="82"/>
                </a:lnTo>
                <a:lnTo>
                  <a:pt x="10" y="82"/>
                </a:lnTo>
                <a:lnTo>
                  <a:pt x="6" y="74"/>
                </a:lnTo>
                <a:lnTo>
                  <a:pt x="2" y="66"/>
                </a:lnTo>
                <a:lnTo>
                  <a:pt x="0" y="58"/>
                </a:lnTo>
                <a:lnTo>
                  <a:pt x="0" y="46"/>
                </a:lnTo>
                <a:lnTo>
                  <a:pt x="0" y="46"/>
                </a:lnTo>
                <a:lnTo>
                  <a:pt x="0" y="32"/>
                </a:lnTo>
                <a:lnTo>
                  <a:pt x="4" y="20"/>
                </a:lnTo>
                <a:lnTo>
                  <a:pt x="4" y="20"/>
                </a:lnTo>
                <a:lnTo>
                  <a:pt x="10" y="12"/>
                </a:lnTo>
                <a:lnTo>
                  <a:pt x="16" y="4"/>
                </a:lnTo>
                <a:lnTo>
                  <a:pt x="16" y="4"/>
                </a:lnTo>
                <a:lnTo>
                  <a:pt x="24" y="0"/>
                </a:lnTo>
                <a:lnTo>
                  <a:pt x="32" y="0"/>
                </a:lnTo>
                <a:lnTo>
                  <a:pt x="32" y="0"/>
                </a:lnTo>
                <a:lnTo>
                  <a:pt x="38" y="0"/>
                </a:lnTo>
                <a:lnTo>
                  <a:pt x="44" y="2"/>
                </a:lnTo>
                <a:lnTo>
                  <a:pt x="44" y="2"/>
                </a:lnTo>
                <a:lnTo>
                  <a:pt x="50" y="6"/>
                </a:lnTo>
                <a:lnTo>
                  <a:pt x="54" y="12"/>
                </a:lnTo>
                <a:lnTo>
                  <a:pt x="54" y="2"/>
                </a:lnTo>
                <a:lnTo>
                  <a:pt x="66" y="2"/>
                </a:lnTo>
                <a:lnTo>
                  <a:pt x="66" y="80"/>
                </a:lnTo>
                <a:lnTo>
                  <a:pt x="66" y="80"/>
                </a:lnTo>
                <a:lnTo>
                  <a:pt x="64" y="100"/>
                </a:lnTo>
                <a:lnTo>
                  <a:pt x="62" y="112"/>
                </a:lnTo>
                <a:lnTo>
                  <a:pt x="62" y="112"/>
                </a:lnTo>
                <a:lnTo>
                  <a:pt x="58" y="120"/>
                </a:lnTo>
                <a:lnTo>
                  <a:pt x="52" y="126"/>
                </a:lnTo>
                <a:lnTo>
                  <a:pt x="52" y="126"/>
                </a:lnTo>
                <a:lnTo>
                  <a:pt x="42" y="130"/>
                </a:lnTo>
                <a:lnTo>
                  <a:pt x="32" y="130"/>
                </a:lnTo>
                <a:lnTo>
                  <a:pt x="32" y="130"/>
                </a:lnTo>
                <a:lnTo>
                  <a:pt x="20" y="128"/>
                </a:lnTo>
                <a:lnTo>
                  <a:pt x="14" y="126"/>
                </a:lnTo>
                <a:lnTo>
                  <a:pt x="10" y="122"/>
                </a:lnTo>
                <a:lnTo>
                  <a:pt x="10" y="122"/>
                </a:lnTo>
                <a:lnTo>
                  <a:pt x="6" y="118"/>
                </a:lnTo>
                <a:lnTo>
                  <a:pt x="4" y="114"/>
                </a:lnTo>
                <a:lnTo>
                  <a:pt x="2" y="102"/>
                </a:lnTo>
                <a:lnTo>
                  <a:pt x="2" y="102"/>
                </a:lnTo>
                <a:close/>
                <a:moveTo>
                  <a:pt x="12" y="46"/>
                </a:moveTo>
                <a:lnTo>
                  <a:pt x="12" y="46"/>
                </a:lnTo>
                <a:lnTo>
                  <a:pt x="14" y="62"/>
                </a:lnTo>
                <a:lnTo>
                  <a:pt x="18" y="72"/>
                </a:lnTo>
                <a:lnTo>
                  <a:pt x="18" y="72"/>
                </a:lnTo>
                <a:lnTo>
                  <a:pt x="26" y="78"/>
                </a:lnTo>
                <a:lnTo>
                  <a:pt x="34" y="80"/>
                </a:lnTo>
                <a:lnTo>
                  <a:pt x="34" y="80"/>
                </a:lnTo>
                <a:lnTo>
                  <a:pt x="42" y="78"/>
                </a:lnTo>
                <a:lnTo>
                  <a:pt x="48" y="72"/>
                </a:lnTo>
                <a:lnTo>
                  <a:pt x="48" y="72"/>
                </a:lnTo>
                <a:lnTo>
                  <a:pt x="52" y="62"/>
                </a:lnTo>
                <a:lnTo>
                  <a:pt x="54" y="46"/>
                </a:lnTo>
                <a:lnTo>
                  <a:pt x="54" y="46"/>
                </a:lnTo>
                <a:lnTo>
                  <a:pt x="52" y="32"/>
                </a:lnTo>
                <a:lnTo>
                  <a:pt x="48" y="20"/>
                </a:lnTo>
                <a:lnTo>
                  <a:pt x="48" y="20"/>
                </a:lnTo>
                <a:lnTo>
                  <a:pt x="40" y="14"/>
                </a:lnTo>
                <a:lnTo>
                  <a:pt x="32" y="12"/>
                </a:lnTo>
                <a:lnTo>
                  <a:pt x="32" y="12"/>
                </a:lnTo>
                <a:lnTo>
                  <a:pt x="26" y="14"/>
                </a:lnTo>
                <a:lnTo>
                  <a:pt x="18" y="20"/>
                </a:lnTo>
                <a:lnTo>
                  <a:pt x="18" y="20"/>
                </a:lnTo>
                <a:lnTo>
                  <a:pt x="14" y="32"/>
                </a:lnTo>
                <a:lnTo>
                  <a:pt x="12" y="46"/>
                </a:lnTo>
                <a:lnTo>
                  <a:pt x="12" y="46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8613" name="Freeform 150">
            <a:extLst xmlns:a="http://schemas.openxmlformats.org/drawingml/2006/main">
              <a:ext uri="{FF2B5EF4-FFF2-40B4-BE49-F238E27FC236}">
                <a16:creationId xmlns:a16="http://schemas.microsoft.com/office/drawing/2014/main" id="{DBD01CB9-8DBD-43D9-8BEB-237CCB13C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93306" y="393559"/>
            <a:ext cx="26261" cy="42111"/>
          </a:xfrm>
          <a:custGeom xmlns:a="http://schemas.openxmlformats.org/drawingml/2006/main">
            <a:rect l="0" t="0" r="r" b="b"/>
            <a:pathLst>
              <a:path w="84" h="128">
                <a:moveTo>
                  <a:pt x="34" y="128"/>
                </a:moveTo>
                <a:lnTo>
                  <a:pt x="34" y="16"/>
                </a:lnTo>
                <a:lnTo>
                  <a:pt x="0" y="16"/>
                </a:lnTo>
                <a:lnTo>
                  <a:pt x="0" y="0"/>
                </a:lnTo>
                <a:lnTo>
                  <a:pt x="84" y="0"/>
                </a:lnTo>
                <a:lnTo>
                  <a:pt x="84" y="16"/>
                </a:lnTo>
                <a:lnTo>
                  <a:pt x="48" y="16"/>
                </a:lnTo>
                <a:lnTo>
                  <a:pt x="48" y="128"/>
                </a:lnTo>
                <a:lnTo>
                  <a:pt x="34" y="128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8614" name="Freeform 151">
            <a:extLst xmlns:a="http://schemas.openxmlformats.org/drawingml/2006/main">
              <a:ext uri="{FF2B5EF4-FFF2-40B4-BE49-F238E27FC236}">
                <a16:creationId xmlns:a16="http://schemas.microsoft.com/office/drawing/2014/main" id="{158BD16A-62AE-48DA-AEA3-FC29464DA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15190" y="404745"/>
            <a:ext cx="21884" cy="31583"/>
          </a:xfrm>
          <a:custGeom xmlns:a="http://schemas.openxmlformats.org/drawingml/2006/main">
            <a:rect l="0" t="0" r="r" b="b"/>
            <a:pathLst>
              <a:path w="70" h="96">
                <a:moveTo>
                  <a:pt x="56" y="64"/>
                </a:moveTo>
                <a:lnTo>
                  <a:pt x="70" y="66"/>
                </a:lnTo>
                <a:lnTo>
                  <a:pt x="70" y="66"/>
                </a:lnTo>
                <a:lnTo>
                  <a:pt x="64" y="78"/>
                </a:lnTo>
                <a:lnTo>
                  <a:pt x="58" y="88"/>
                </a:lnTo>
                <a:lnTo>
                  <a:pt x="58" y="88"/>
                </a:lnTo>
                <a:lnTo>
                  <a:pt x="48" y="94"/>
                </a:lnTo>
                <a:lnTo>
                  <a:pt x="36" y="96"/>
                </a:lnTo>
                <a:lnTo>
                  <a:pt x="36" y="96"/>
                </a:lnTo>
                <a:lnTo>
                  <a:pt x="28" y="94"/>
                </a:lnTo>
                <a:lnTo>
                  <a:pt x="22" y="92"/>
                </a:lnTo>
                <a:lnTo>
                  <a:pt x="16" y="88"/>
                </a:lnTo>
                <a:lnTo>
                  <a:pt x="10" y="84"/>
                </a:lnTo>
                <a:lnTo>
                  <a:pt x="10" y="84"/>
                </a:lnTo>
                <a:lnTo>
                  <a:pt x="6" y="76"/>
                </a:lnTo>
                <a:lnTo>
                  <a:pt x="2" y="68"/>
                </a:lnTo>
                <a:lnTo>
                  <a:pt x="0" y="60"/>
                </a:lnTo>
                <a:lnTo>
                  <a:pt x="0" y="48"/>
                </a:lnTo>
                <a:lnTo>
                  <a:pt x="0" y="48"/>
                </a:lnTo>
                <a:lnTo>
                  <a:pt x="0" y="38"/>
                </a:lnTo>
                <a:lnTo>
                  <a:pt x="2" y="28"/>
                </a:lnTo>
                <a:lnTo>
                  <a:pt x="6" y="18"/>
                </a:lnTo>
                <a:lnTo>
                  <a:pt x="10" y="12"/>
                </a:lnTo>
                <a:lnTo>
                  <a:pt x="10" y="12"/>
                </a:lnTo>
                <a:lnTo>
                  <a:pt x="16" y="6"/>
                </a:lnTo>
                <a:lnTo>
                  <a:pt x="22" y="2"/>
                </a:lnTo>
                <a:lnTo>
                  <a:pt x="28" y="0"/>
                </a:lnTo>
                <a:lnTo>
                  <a:pt x="36" y="0"/>
                </a:lnTo>
                <a:lnTo>
                  <a:pt x="36" y="0"/>
                </a:lnTo>
                <a:lnTo>
                  <a:pt x="42" y="0"/>
                </a:lnTo>
                <a:lnTo>
                  <a:pt x="50" y="2"/>
                </a:lnTo>
                <a:lnTo>
                  <a:pt x="54" y="6"/>
                </a:lnTo>
                <a:lnTo>
                  <a:pt x="60" y="12"/>
                </a:lnTo>
                <a:lnTo>
                  <a:pt x="60" y="12"/>
                </a:lnTo>
                <a:lnTo>
                  <a:pt x="64" y="18"/>
                </a:lnTo>
                <a:lnTo>
                  <a:pt x="68" y="26"/>
                </a:lnTo>
                <a:lnTo>
                  <a:pt x="70" y="36"/>
                </a:lnTo>
                <a:lnTo>
                  <a:pt x="70" y="48"/>
                </a:lnTo>
                <a:lnTo>
                  <a:pt x="70" y="52"/>
                </a:lnTo>
                <a:lnTo>
                  <a:pt x="14" y="52"/>
                </a:lnTo>
                <a:lnTo>
                  <a:pt x="14" y="52"/>
                </a:lnTo>
                <a:lnTo>
                  <a:pt x="16" y="66"/>
                </a:lnTo>
                <a:lnTo>
                  <a:pt x="20" y="74"/>
                </a:lnTo>
                <a:lnTo>
                  <a:pt x="20" y="74"/>
                </a:lnTo>
                <a:lnTo>
                  <a:pt x="28" y="80"/>
                </a:lnTo>
                <a:lnTo>
                  <a:pt x="36" y="82"/>
                </a:lnTo>
                <a:lnTo>
                  <a:pt x="36" y="82"/>
                </a:lnTo>
                <a:lnTo>
                  <a:pt x="42" y="82"/>
                </a:lnTo>
                <a:lnTo>
                  <a:pt x="48" y="78"/>
                </a:lnTo>
                <a:lnTo>
                  <a:pt x="52" y="72"/>
                </a:lnTo>
                <a:lnTo>
                  <a:pt x="56" y="64"/>
                </a:lnTo>
                <a:lnTo>
                  <a:pt x="56" y="64"/>
                </a:lnTo>
                <a:close/>
                <a:moveTo>
                  <a:pt x="14" y="38"/>
                </a:moveTo>
                <a:lnTo>
                  <a:pt x="56" y="38"/>
                </a:lnTo>
                <a:lnTo>
                  <a:pt x="56" y="38"/>
                </a:lnTo>
                <a:lnTo>
                  <a:pt x="54" y="28"/>
                </a:lnTo>
                <a:lnTo>
                  <a:pt x="52" y="20"/>
                </a:lnTo>
                <a:lnTo>
                  <a:pt x="52" y="20"/>
                </a:lnTo>
                <a:lnTo>
                  <a:pt x="44" y="14"/>
                </a:lnTo>
                <a:lnTo>
                  <a:pt x="36" y="12"/>
                </a:lnTo>
                <a:lnTo>
                  <a:pt x="36" y="12"/>
                </a:lnTo>
                <a:lnTo>
                  <a:pt x="28" y="14"/>
                </a:lnTo>
                <a:lnTo>
                  <a:pt x="20" y="20"/>
                </a:lnTo>
                <a:lnTo>
                  <a:pt x="20" y="20"/>
                </a:lnTo>
                <a:lnTo>
                  <a:pt x="16" y="28"/>
                </a:lnTo>
                <a:lnTo>
                  <a:pt x="14" y="38"/>
                </a:lnTo>
                <a:lnTo>
                  <a:pt x="14" y="38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8615" name="Freeform 152">
            <a:extLst xmlns:a="http://schemas.openxmlformats.org/drawingml/2006/main">
              <a:ext uri="{FF2B5EF4-FFF2-40B4-BE49-F238E27FC236}">
                <a16:creationId xmlns:a16="http://schemas.microsoft.com/office/drawing/2014/main" id="{54DB8A02-2395-49CD-8B6B-73CCC4462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39576" y="404745"/>
            <a:ext cx="20008" cy="31583"/>
          </a:xfrm>
          <a:custGeom xmlns:a="http://schemas.openxmlformats.org/drawingml/2006/main">
            <a:rect l="0" t="0" r="r" b="b"/>
            <a:pathLst>
              <a:path w="64" h="96">
                <a:moveTo>
                  <a:pt x="52" y="60"/>
                </a:moveTo>
                <a:lnTo>
                  <a:pt x="64" y="62"/>
                </a:lnTo>
                <a:lnTo>
                  <a:pt x="64" y="62"/>
                </a:lnTo>
                <a:lnTo>
                  <a:pt x="62" y="76"/>
                </a:lnTo>
                <a:lnTo>
                  <a:pt x="58" y="82"/>
                </a:lnTo>
                <a:lnTo>
                  <a:pt x="54" y="86"/>
                </a:lnTo>
                <a:lnTo>
                  <a:pt x="54" y="86"/>
                </a:lnTo>
                <a:lnTo>
                  <a:pt x="44" y="94"/>
                </a:lnTo>
                <a:lnTo>
                  <a:pt x="34" y="96"/>
                </a:lnTo>
                <a:lnTo>
                  <a:pt x="34" y="96"/>
                </a:lnTo>
                <a:lnTo>
                  <a:pt x="26" y="94"/>
                </a:lnTo>
                <a:lnTo>
                  <a:pt x="20" y="92"/>
                </a:lnTo>
                <a:lnTo>
                  <a:pt x="14" y="88"/>
                </a:lnTo>
                <a:lnTo>
                  <a:pt x="8" y="84"/>
                </a:lnTo>
                <a:lnTo>
                  <a:pt x="8" y="84"/>
                </a:lnTo>
                <a:lnTo>
                  <a:pt x="4" y="76"/>
                </a:lnTo>
                <a:lnTo>
                  <a:pt x="2" y="68"/>
                </a:lnTo>
                <a:lnTo>
                  <a:pt x="0" y="58"/>
                </a:lnTo>
                <a:lnTo>
                  <a:pt x="0" y="48"/>
                </a:lnTo>
                <a:lnTo>
                  <a:pt x="0" y="48"/>
                </a:lnTo>
                <a:lnTo>
                  <a:pt x="0" y="36"/>
                </a:lnTo>
                <a:lnTo>
                  <a:pt x="2" y="26"/>
                </a:lnTo>
                <a:lnTo>
                  <a:pt x="4" y="18"/>
                </a:lnTo>
                <a:lnTo>
                  <a:pt x="8" y="12"/>
                </a:lnTo>
                <a:lnTo>
                  <a:pt x="8" y="12"/>
                </a:lnTo>
                <a:lnTo>
                  <a:pt x="14" y="6"/>
                </a:lnTo>
                <a:lnTo>
                  <a:pt x="20" y="2"/>
                </a:lnTo>
                <a:lnTo>
                  <a:pt x="26" y="0"/>
                </a:lnTo>
                <a:lnTo>
                  <a:pt x="34" y="0"/>
                </a:lnTo>
                <a:lnTo>
                  <a:pt x="34" y="0"/>
                </a:lnTo>
                <a:lnTo>
                  <a:pt x="44" y="2"/>
                </a:lnTo>
                <a:lnTo>
                  <a:pt x="54" y="6"/>
                </a:lnTo>
                <a:lnTo>
                  <a:pt x="54" y="6"/>
                </a:lnTo>
                <a:lnTo>
                  <a:pt x="60" y="16"/>
                </a:lnTo>
                <a:lnTo>
                  <a:pt x="64" y="28"/>
                </a:lnTo>
                <a:lnTo>
                  <a:pt x="52" y="30"/>
                </a:lnTo>
                <a:lnTo>
                  <a:pt x="52" y="30"/>
                </a:lnTo>
                <a:lnTo>
                  <a:pt x="48" y="22"/>
                </a:lnTo>
                <a:lnTo>
                  <a:pt x="44" y="16"/>
                </a:lnTo>
                <a:lnTo>
                  <a:pt x="44" y="16"/>
                </a:lnTo>
                <a:lnTo>
                  <a:pt x="40" y="14"/>
                </a:lnTo>
                <a:lnTo>
                  <a:pt x="34" y="12"/>
                </a:lnTo>
                <a:lnTo>
                  <a:pt x="34" y="12"/>
                </a:lnTo>
                <a:lnTo>
                  <a:pt x="26" y="14"/>
                </a:lnTo>
                <a:lnTo>
                  <a:pt x="18" y="20"/>
                </a:lnTo>
                <a:lnTo>
                  <a:pt x="18" y="20"/>
                </a:lnTo>
                <a:lnTo>
                  <a:pt x="16" y="26"/>
                </a:lnTo>
                <a:lnTo>
                  <a:pt x="14" y="32"/>
                </a:lnTo>
                <a:lnTo>
                  <a:pt x="12" y="48"/>
                </a:lnTo>
                <a:lnTo>
                  <a:pt x="12" y="48"/>
                </a:lnTo>
                <a:lnTo>
                  <a:pt x="14" y="64"/>
                </a:lnTo>
                <a:lnTo>
                  <a:pt x="18" y="74"/>
                </a:lnTo>
                <a:lnTo>
                  <a:pt x="18" y="74"/>
                </a:lnTo>
                <a:lnTo>
                  <a:pt x="24" y="80"/>
                </a:lnTo>
                <a:lnTo>
                  <a:pt x="34" y="82"/>
                </a:lnTo>
                <a:lnTo>
                  <a:pt x="34" y="82"/>
                </a:lnTo>
                <a:lnTo>
                  <a:pt x="40" y="82"/>
                </a:lnTo>
                <a:lnTo>
                  <a:pt x="46" y="78"/>
                </a:lnTo>
                <a:lnTo>
                  <a:pt x="46" y="78"/>
                </a:lnTo>
                <a:lnTo>
                  <a:pt x="50" y="70"/>
                </a:lnTo>
                <a:lnTo>
                  <a:pt x="52" y="60"/>
                </a:lnTo>
                <a:lnTo>
                  <a:pt x="52" y="60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8616" name="Freeform 153">
            <a:extLst xmlns:a="http://schemas.openxmlformats.org/drawingml/2006/main">
              <a:ext uri="{FF2B5EF4-FFF2-40B4-BE49-F238E27FC236}">
                <a16:creationId xmlns:a16="http://schemas.microsoft.com/office/drawing/2014/main" id="{4FE3D3DC-F304-4017-9BC1-E798A3A8F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2086" y="393559"/>
            <a:ext cx="18758" cy="42111"/>
          </a:xfrm>
          <a:custGeom xmlns:a="http://schemas.openxmlformats.org/drawingml/2006/main">
            <a:rect l="0" t="0" r="r" b="b"/>
            <a:pathLst>
              <a:path w="60" h="128">
                <a:moveTo>
                  <a:pt x="0" y="128"/>
                </a:moveTo>
                <a:lnTo>
                  <a:pt x="0" y="0"/>
                </a:lnTo>
                <a:lnTo>
                  <a:pt x="12" y="0"/>
                </a:lnTo>
                <a:lnTo>
                  <a:pt x="12" y="46"/>
                </a:lnTo>
                <a:lnTo>
                  <a:pt x="12" y="46"/>
                </a:lnTo>
                <a:lnTo>
                  <a:pt x="16" y="40"/>
                </a:lnTo>
                <a:lnTo>
                  <a:pt x="22" y="36"/>
                </a:lnTo>
                <a:lnTo>
                  <a:pt x="22" y="36"/>
                </a:lnTo>
                <a:lnTo>
                  <a:pt x="28" y="34"/>
                </a:lnTo>
                <a:lnTo>
                  <a:pt x="34" y="34"/>
                </a:lnTo>
                <a:lnTo>
                  <a:pt x="34" y="34"/>
                </a:lnTo>
                <a:lnTo>
                  <a:pt x="46" y="36"/>
                </a:lnTo>
                <a:lnTo>
                  <a:pt x="54" y="42"/>
                </a:lnTo>
                <a:lnTo>
                  <a:pt x="54" y="42"/>
                </a:lnTo>
                <a:lnTo>
                  <a:pt x="56" y="46"/>
                </a:lnTo>
                <a:lnTo>
                  <a:pt x="58" y="52"/>
                </a:lnTo>
                <a:lnTo>
                  <a:pt x="60" y="70"/>
                </a:lnTo>
                <a:lnTo>
                  <a:pt x="60" y="128"/>
                </a:lnTo>
                <a:lnTo>
                  <a:pt x="48" y="128"/>
                </a:lnTo>
                <a:lnTo>
                  <a:pt x="48" y="70"/>
                </a:lnTo>
                <a:lnTo>
                  <a:pt x="48" y="70"/>
                </a:lnTo>
                <a:lnTo>
                  <a:pt x="46" y="58"/>
                </a:lnTo>
                <a:lnTo>
                  <a:pt x="44" y="52"/>
                </a:lnTo>
                <a:lnTo>
                  <a:pt x="44" y="52"/>
                </a:lnTo>
                <a:lnTo>
                  <a:pt x="38" y="48"/>
                </a:lnTo>
                <a:lnTo>
                  <a:pt x="32" y="46"/>
                </a:lnTo>
                <a:lnTo>
                  <a:pt x="32" y="46"/>
                </a:lnTo>
                <a:lnTo>
                  <a:pt x="24" y="48"/>
                </a:lnTo>
                <a:lnTo>
                  <a:pt x="18" y="54"/>
                </a:lnTo>
                <a:lnTo>
                  <a:pt x="18" y="54"/>
                </a:lnTo>
                <a:lnTo>
                  <a:pt x="16" y="58"/>
                </a:lnTo>
                <a:lnTo>
                  <a:pt x="14" y="62"/>
                </a:lnTo>
                <a:lnTo>
                  <a:pt x="12" y="78"/>
                </a:lnTo>
                <a:lnTo>
                  <a:pt x="12" y="128"/>
                </a:lnTo>
                <a:lnTo>
                  <a:pt x="0" y="128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8617" name="Freeform 154">
            <a:extLst xmlns:a="http://schemas.openxmlformats.org/drawingml/2006/main">
              <a:ext uri="{FF2B5EF4-FFF2-40B4-BE49-F238E27FC236}">
                <a16:creationId xmlns:a16="http://schemas.microsoft.com/office/drawing/2014/main" id="{7055792F-30CB-433B-A3BC-0F5461DCE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85847" y="404745"/>
            <a:ext cx="18758" cy="30925"/>
          </a:xfrm>
          <a:custGeom xmlns:a="http://schemas.openxmlformats.org/drawingml/2006/main">
            <a:rect l="0" t="0" r="r" b="b"/>
            <a:pathLst>
              <a:path w="60" h="94">
                <a:moveTo>
                  <a:pt x="0" y="94"/>
                </a:moveTo>
                <a:lnTo>
                  <a:pt x="0" y="2"/>
                </a:lnTo>
                <a:lnTo>
                  <a:pt x="12" y="2"/>
                </a:lnTo>
                <a:lnTo>
                  <a:pt x="12" y="14"/>
                </a:lnTo>
                <a:lnTo>
                  <a:pt x="12" y="14"/>
                </a:lnTo>
                <a:lnTo>
                  <a:pt x="16" y="8"/>
                </a:lnTo>
                <a:lnTo>
                  <a:pt x="22" y="4"/>
                </a:lnTo>
                <a:lnTo>
                  <a:pt x="22" y="4"/>
                </a:lnTo>
                <a:lnTo>
                  <a:pt x="28" y="0"/>
                </a:lnTo>
                <a:lnTo>
                  <a:pt x="36" y="0"/>
                </a:lnTo>
                <a:lnTo>
                  <a:pt x="36" y="0"/>
                </a:lnTo>
                <a:lnTo>
                  <a:pt x="40" y="0"/>
                </a:lnTo>
                <a:lnTo>
                  <a:pt x="46" y="2"/>
                </a:lnTo>
                <a:lnTo>
                  <a:pt x="46" y="2"/>
                </a:lnTo>
                <a:lnTo>
                  <a:pt x="54" y="8"/>
                </a:lnTo>
                <a:lnTo>
                  <a:pt x="54" y="8"/>
                </a:lnTo>
                <a:lnTo>
                  <a:pt x="58" y="12"/>
                </a:lnTo>
                <a:lnTo>
                  <a:pt x="60" y="18"/>
                </a:lnTo>
                <a:lnTo>
                  <a:pt x="60" y="18"/>
                </a:lnTo>
                <a:lnTo>
                  <a:pt x="60" y="36"/>
                </a:lnTo>
                <a:lnTo>
                  <a:pt x="60" y="94"/>
                </a:lnTo>
                <a:lnTo>
                  <a:pt x="48" y="94"/>
                </a:lnTo>
                <a:lnTo>
                  <a:pt x="48" y="38"/>
                </a:lnTo>
                <a:lnTo>
                  <a:pt x="48" y="38"/>
                </a:lnTo>
                <a:lnTo>
                  <a:pt x="46" y="22"/>
                </a:lnTo>
                <a:lnTo>
                  <a:pt x="46" y="22"/>
                </a:lnTo>
                <a:lnTo>
                  <a:pt x="44" y="18"/>
                </a:lnTo>
                <a:lnTo>
                  <a:pt x="42" y="16"/>
                </a:lnTo>
                <a:lnTo>
                  <a:pt x="42" y="16"/>
                </a:lnTo>
                <a:lnTo>
                  <a:pt x="38" y="14"/>
                </a:lnTo>
                <a:lnTo>
                  <a:pt x="32" y="12"/>
                </a:lnTo>
                <a:lnTo>
                  <a:pt x="32" y="12"/>
                </a:lnTo>
                <a:lnTo>
                  <a:pt x="24" y="14"/>
                </a:lnTo>
                <a:lnTo>
                  <a:pt x="18" y="20"/>
                </a:lnTo>
                <a:lnTo>
                  <a:pt x="18" y="20"/>
                </a:lnTo>
                <a:lnTo>
                  <a:pt x="14" y="28"/>
                </a:lnTo>
                <a:lnTo>
                  <a:pt x="12" y="44"/>
                </a:lnTo>
                <a:lnTo>
                  <a:pt x="12" y="94"/>
                </a:lnTo>
                <a:lnTo>
                  <a:pt x="0" y="94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8618" name="Freeform 155">
            <a:extLst xmlns:a="http://schemas.openxmlformats.org/drawingml/2006/main">
              <a:ext uri="{FF2B5EF4-FFF2-40B4-BE49-F238E27FC236}">
                <a16:creationId xmlns:a16="http://schemas.microsoft.com/office/drawing/2014/main" id="{85934064-0F7E-4A8A-9CB2-ADF54E45B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08357" y="404745"/>
            <a:ext cx="21884" cy="31583"/>
          </a:xfrm>
          <a:custGeom xmlns:a="http://schemas.openxmlformats.org/drawingml/2006/main">
            <a:rect l="0" t="0" r="r" b="b"/>
            <a:pathLst>
              <a:path w="70" h="96">
                <a:moveTo>
                  <a:pt x="0" y="48"/>
                </a:moveTo>
                <a:lnTo>
                  <a:pt x="0" y="48"/>
                </a:lnTo>
                <a:lnTo>
                  <a:pt x="0" y="36"/>
                </a:lnTo>
                <a:lnTo>
                  <a:pt x="2" y="26"/>
                </a:lnTo>
                <a:lnTo>
                  <a:pt x="4" y="18"/>
                </a:lnTo>
                <a:lnTo>
                  <a:pt x="10" y="12"/>
                </a:lnTo>
                <a:lnTo>
                  <a:pt x="10" y="12"/>
                </a:lnTo>
                <a:lnTo>
                  <a:pt x="14" y="6"/>
                </a:lnTo>
                <a:lnTo>
                  <a:pt x="20" y="2"/>
                </a:lnTo>
                <a:lnTo>
                  <a:pt x="28" y="0"/>
                </a:lnTo>
                <a:lnTo>
                  <a:pt x="34" y="0"/>
                </a:lnTo>
                <a:lnTo>
                  <a:pt x="34" y="0"/>
                </a:lnTo>
                <a:lnTo>
                  <a:pt x="42" y="0"/>
                </a:lnTo>
                <a:lnTo>
                  <a:pt x="48" y="2"/>
                </a:lnTo>
                <a:lnTo>
                  <a:pt x="54" y="6"/>
                </a:lnTo>
                <a:lnTo>
                  <a:pt x="60" y="12"/>
                </a:lnTo>
                <a:lnTo>
                  <a:pt x="60" y="12"/>
                </a:lnTo>
                <a:lnTo>
                  <a:pt x="64" y="18"/>
                </a:lnTo>
                <a:lnTo>
                  <a:pt x="68" y="26"/>
                </a:lnTo>
                <a:lnTo>
                  <a:pt x="70" y="36"/>
                </a:lnTo>
                <a:lnTo>
                  <a:pt x="70" y="46"/>
                </a:lnTo>
                <a:lnTo>
                  <a:pt x="70" y="46"/>
                </a:lnTo>
                <a:lnTo>
                  <a:pt x="70" y="58"/>
                </a:lnTo>
                <a:lnTo>
                  <a:pt x="68" y="68"/>
                </a:lnTo>
                <a:lnTo>
                  <a:pt x="64" y="76"/>
                </a:lnTo>
                <a:lnTo>
                  <a:pt x="60" y="84"/>
                </a:lnTo>
                <a:lnTo>
                  <a:pt x="60" y="84"/>
                </a:lnTo>
                <a:lnTo>
                  <a:pt x="54" y="88"/>
                </a:lnTo>
                <a:lnTo>
                  <a:pt x="48" y="92"/>
                </a:lnTo>
                <a:lnTo>
                  <a:pt x="42" y="94"/>
                </a:lnTo>
                <a:lnTo>
                  <a:pt x="34" y="96"/>
                </a:lnTo>
                <a:lnTo>
                  <a:pt x="34" y="96"/>
                </a:lnTo>
                <a:lnTo>
                  <a:pt x="28" y="94"/>
                </a:lnTo>
                <a:lnTo>
                  <a:pt x="20" y="92"/>
                </a:lnTo>
                <a:lnTo>
                  <a:pt x="14" y="88"/>
                </a:lnTo>
                <a:lnTo>
                  <a:pt x="10" y="84"/>
                </a:lnTo>
                <a:lnTo>
                  <a:pt x="10" y="84"/>
                </a:lnTo>
                <a:lnTo>
                  <a:pt x="4" y="76"/>
                </a:lnTo>
                <a:lnTo>
                  <a:pt x="2" y="68"/>
                </a:lnTo>
                <a:lnTo>
                  <a:pt x="0" y="58"/>
                </a:lnTo>
                <a:lnTo>
                  <a:pt x="0" y="48"/>
                </a:lnTo>
                <a:lnTo>
                  <a:pt x="0" y="48"/>
                </a:lnTo>
                <a:close/>
                <a:moveTo>
                  <a:pt x="12" y="48"/>
                </a:moveTo>
                <a:lnTo>
                  <a:pt x="12" y="48"/>
                </a:lnTo>
                <a:lnTo>
                  <a:pt x="14" y="64"/>
                </a:lnTo>
                <a:lnTo>
                  <a:pt x="16" y="70"/>
                </a:lnTo>
                <a:lnTo>
                  <a:pt x="18" y="74"/>
                </a:lnTo>
                <a:lnTo>
                  <a:pt x="18" y="74"/>
                </a:lnTo>
                <a:lnTo>
                  <a:pt x="26" y="80"/>
                </a:lnTo>
                <a:lnTo>
                  <a:pt x="34" y="82"/>
                </a:lnTo>
                <a:lnTo>
                  <a:pt x="34" y="82"/>
                </a:lnTo>
                <a:lnTo>
                  <a:pt x="44" y="80"/>
                </a:lnTo>
                <a:lnTo>
                  <a:pt x="50" y="74"/>
                </a:lnTo>
                <a:lnTo>
                  <a:pt x="50" y="74"/>
                </a:lnTo>
                <a:lnTo>
                  <a:pt x="56" y="62"/>
                </a:lnTo>
                <a:lnTo>
                  <a:pt x="56" y="48"/>
                </a:lnTo>
                <a:lnTo>
                  <a:pt x="56" y="48"/>
                </a:lnTo>
                <a:lnTo>
                  <a:pt x="56" y="32"/>
                </a:lnTo>
                <a:lnTo>
                  <a:pt x="54" y="26"/>
                </a:lnTo>
                <a:lnTo>
                  <a:pt x="50" y="20"/>
                </a:lnTo>
                <a:lnTo>
                  <a:pt x="50" y="20"/>
                </a:lnTo>
                <a:lnTo>
                  <a:pt x="44" y="14"/>
                </a:lnTo>
                <a:lnTo>
                  <a:pt x="34" y="12"/>
                </a:lnTo>
                <a:lnTo>
                  <a:pt x="34" y="12"/>
                </a:lnTo>
                <a:lnTo>
                  <a:pt x="26" y="14"/>
                </a:lnTo>
                <a:lnTo>
                  <a:pt x="18" y="20"/>
                </a:lnTo>
                <a:lnTo>
                  <a:pt x="18" y="20"/>
                </a:lnTo>
                <a:lnTo>
                  <a:pt x="14" y="32"/>
                </a:lnTo>
                <a:lnTo>
                  <a:pt x="12" y="48"/>
                </a:lnTo>
                <a:lnTo>
                  <a:pt x="12" y="48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8619" name="Rectangle 156">
            <a:extLst xmlns:a="http://schemas.openxmlformats.org/drawingml/2006/main">
              <a:ext uri="{FF2B5EF4-FFF2-40B4-BE49-F238E27FC236}">
                <a16:creationId xmlns:a16="http://schemas.microsoft.com/office/drawing/2014/main" id="{BB8E5DE9-A887-436F-A714-26B4C2380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33368" y="393559"/>
            <a:ext cx="3751" cy="421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8620" name="Freeform 157">
            <a:extLst xmlns:a="http://schemas.openxmlformats.org/drawingml/2006/main">
              <a:ext uri="{FF2B5EF4-FFF2-40B4-BE49-F238E27FC236}">
                <a16:creationId xmlns:a16="http://schemas.microsoft.com/office/drawing/2014/main" id="{0F8CBB57-8E24-41A3-8C57-792C7C5D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40871" y="404745"/>
            <a:ext cx="21884" cy="31583"/>
          </a:xfrm>
          <a:custGeom xmlns:a="http://schemas.openxmlformats.org/drawingml/2006/main">
            <a:rect l="0" t="0" r="r" b="b"/>
            <a:pathLst>
              <a:path w="70" h="96">
                <a:moveTo>
                  <a:pt x="0" y="48"/>
                </a:moveTo>
                <a:lnTo>
                  <a:pt x="0" y="48"/>
                </a:lnTo>
                <a:lnTo>
                  <a:pt x="0" y="36"/>
                </a:lnTo>
                <a:lnTo>
                  <a:pt x="2" y="26"/>
                </a:lnTo>
                <a:lnTo>
                  <a:pt x="6" y="18"/>
                </a:lnTo>
                <a:lnTo>
                  <a:pt x="10" y="12"/>
                </a:lnTo>
                <a:lnTo>
                  <a:pt x="10" y="12"/>
                </a:lnTo>
                <a:lnTo>
                  <a:pt x="14" y="6"/>
                </a:lnTo>
                <a:lnTo>
                  <a:pt x="20" y="2"/>
                </a:lnTo>
                <a:lnTo>
                  <a:pt x="28" y="0"/>
                </a:lnTo>
                <a:lnTo>
                  <a:pt x="34" y="0"/>
                </a:lnTo>
                <a:lnTo>
                  <a:pt x="34" y="0"/>
                </a:lnTo>
                <a:lnTo>
                  <a:pt x="42" y="0"/>
                </a:lnTo>
                <a:lnTo>
                  <a:pt x="48" y="2"/>
                </a:lnTo>
                <a:lnTo>
                  <a:pt x="54" y="6"/>
                </a:lnTo>
                <a:lnTo>
                  <a:pt x="60" y="12"/>
                </a:lnTo>
                <a:lnTo>
                  <a:pt x="60" y="12"/>
                </a:lnTo>
                <a:lnTo>
                  <a:pt x="64" y="18"/>
                </a:lnTo>
                <a:lnTo>
                  <a:pt x="68" y="26"/>
                </a:lnTo>
                <a:lnTo>
                  <a:pt x="70" y="36"/>
                </a:lnTo>
                <a:lnTo>
                  <a:pt x="70" y="46"/>
                </a:lnTo>
                <a:lnTo>
                  <a:pt x="70" y="46"/>
                </a:lnTo>
                <a:lnTo>
                  <a:pt x="70" y="58"/>
                </a:lnTo>
                <a:lnTo>
                  <a:pt x="68" y="68"/>
                </a:lnTo>
                <a:lnTo>
                  <a:pt x="64" y="76"/>
                </a:lnTo>
                <a:lnTo>
                  <a:pt x="60" y="84"/>
                </a:lnTo>
                <a:lnTo>
                  <a:pt x="60" y="84"/>
                </a:lnTo>
                <a:lnTo>
                  <a:pt x="54" y="88"/>
                </a:lnTo>
                <a:lnTo>
                  <a:pt x="48" y="92"/>
                </a:lnTo>
                <a:lnTo>
                  <a:pt x="42" y="94"/>
                </a:lnTo>
                <a:lnTo>
                  <a:pt x="34" y="96"/>
                </a:lnTo>
                <a:lnTo>
                  <a:pt x="34" y="96"/>
                </a:lnTo>
                <a:lnTo>
                  <a:pt x="28" y="94"/>
                </a:lnTo>
                <a:lnTo>
                  <a:pt x="20" y="92"/>
                </a:lnTo>
                <a:lnTo>
                  <a:pt x="14" y="88"/>
                </a:lnTo>
                <a:lnTo>
                  <a:pt x="10" y="84"/>
                </a:lnTo>
                <a:lnTo>
                  <a:pt x="10" y="84"/>
                </a:lnTo>
                <a:lnTo>
                  <a:pt x="6" y="76"/>
                </a:lnTo>
                <a:lnTo>
                  <a:pt x="2" y="68"/>
                </a:lnTo>
                <a:lnTo>
                  <a:pt x="0" y="58"/>
                </a:lnTo>
                <a:lnTo>
                  <a:pt x="0" y="48"/>
                </a:lnTo>
                <a:lnTo>
                  <a:pt x="0" y="48"/>
                </a:lnTo>
                <a:close/>
                <a:moveTo>
                  <a:pt x="12" y="48"/>
                </a:moveTo>
                <a:lnTo>
                  <a:pt x="12" y="48"/>
                </a:lnTo>
                <a:lnTo>
                  <a:pt x="14" y="64"/>
                </a:lnTo>
                <a:lnTo>
                  <a:pt x="16" y="70"/>
                </a:lnTo>
                <a:lnTo>
                  <a:pt x="20" y="74"/>
                </a:lnTo>
                <a:lnTo>
                  <a:pt x="20" y="74"/>
                </a:lnTo>
                <a:lnTo>
                  <a:pt x="26" y="80"/>
                </a:lnTo>
                <a:lnTo>
                  <a:pt x="36" y="82"/>
                </a:lnTo>
                <a:lnTo>
                  <a:pt x="36" y="82"/>
                </a:lnTo>
                <a:lnTo>
                  <a:pt x="44" y="80"/>
                </a:lnTo>
                <a:lnTo>
                  <a:pt x="50" y="74"/>
                </a:lnTo>
                <a:lnTo>
                  <a:pt x="50" y="74"/>
                </a:lnTo>
                <a:lnTo>
                  <a:pt x="56" y="62"/>
                </a:lnTo>
                <a:lnTo>
                  <a:pt x="58" y="48"/>
                </a:lnTo>
                <a:lnTo>
                  <a:pt x="58" y="48"/>
                </a:lnTo>
                <a:lnTo>
                  <a:pt x="56" y="32"/>
                </a:lnTo>
                <a:lnTo>
                  <a:pt x="54" y="26"/>
                </a:lnTo>
                <a:lnTo>
                  <a:pt x="50" y="20"/>
                </a:lnTo>
                <a:lnTo>
                  <a:pt x="50" y="20"/>
                </a:lnTo>
                <a:lnTo>
                  <a:pt x="44" y="14"/>
                </a:lnTo>
                <a:lnTo>
                  <a:pt x="34" y="12"/>
                </a:lnTo>
                <a:lnTo>
                  <a:pt x="34" y="12"/>
                </a:lnTo>
                <a:lnTo>
                  <a:pt x="26" y="14"/>
                </a:lnTo>
                <a:lnTo>
                  <a:pt x="20" y="20"/>
                </a:lnTo>
                <a:lnTo>
                  <a:pt x="20" y="20"/>
                </a:lnTo>
                <a:lnTo>
                  <a:pt x="14" y="32"/>
                </a:lnTo>
                <a:lnTo>
                  <a:pt x="12" y="48"/>
                </a:lnTo>
                <a:lnTo>
                  <a:pt x="12" y="48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8621" name="Freeform 158">
            <a:extLst xmlns:a="http://schemas.openxmlformats.org/drawingml/2006/main">
              <a:ext uri="{FF2B5EF4-FFF2-40B4-BE49-F238E27FC236}">
                <a16:creationId xmlns:a16="http://schemas.microsoft.com/office/drawing/2014/main" id="{DC52CCB8-B744-46F7-8368-F51C5E1B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64632" y="404745"/>
            <a:ext cx="20634" cy="42769"/>
          </a:xfrm>
          <a:custGeom xmlns:a="http://schemas.openxmlformats.org/drawingml/2006/main">
            <a:rect l="0" t="0" r="r" b="b"/>
            <a:pathLst>
              <a:path w="66" h="130">
                <a:moveTo>
                  <a:pt x="2" y="102"/>
                </a:moveTo>
                <a:lnTo>
                  <a:pt x="14" y="104"/>
                </a:lnTo>
                <a:lnTo>
                  <a:pt x="14" y="104"/>
                </a:lnTo>
                <a:lnTo>
                  <a:pt x="16" y="110"/>
                </a:lnTo>
                <a:lnTo>
                  <a:pt x="20" y="114"/>
                </a:lnTo>
                <a:lnTo>
                  <a:pt x="20" y="114"/>
                </a:lnTo>
                <a:lnTo>
                  <a:pt x="26" y="116"/>
                </a:lnTo>
                <a:lnTo>
                  <a:pt x="32" y="118"/>
                </a:lnTo>
                <a:lnTo>
                  <a:pt x="32" y="118"/>
                </a:lnTo>
                <a:lnTo>
                  <a:pt x="40" y="116"/>
                </a:lnTo>
                <a:lnTo>
                  <a:pt x="46" y="114"/>
                </a:lnTo>
                <a:lnTo>
                  <a:pt x="46" y="114"/>
                </a:lnTo>
                <a:lnTo>
                  <a:pt x="50" y="108"/>
                </a:lnTo>
                <a:lnTo>
                  <a:pt x="52" y="102"/>
                </a:lnTo>
                <a:lnTo>
                  <a:pt x="52" y="102"/>
                </a:lnTo>
                <a:lnTo>
                  <a:pt x="54" y="82"/>
                </a:lnTo>
                <a:lnTo>
                  <a:pt x="54" y="82"/>
                </a:lnTo>
                <a:lnTo>
                  <a:pt x="48" y="86"/>
                </a:lnTo>
                <a:lnTo>
                  <a:pt x="44" y="90"/>
                </a:lnTo>
                <a:lnTo>
                  <a:pt x="44" y="90"/>
                </a:lnTo>
                <a:lnTo>
                  <a:pt x="38" y="92"/>
                </a:lnTo>
                <a:lnTo>
                  <a:pt x="32" y="94"/>
                </a:lnTo>
                <a:lnTo>
                  <a:pt x="32" y="94"/>
                </a:lnTo>
                <a:lnTo>
                  <a:pt x="26" y="92"/>
                </a:lnTo>
                <a:lnTo>
                  <a:pt x="20" y="90"/>
                </a:lnTo>
                <a:lnTo>
                  <a:pt x="14" y="86"/>
                </a:lnTo>
                <a:lnTo>
                  <a:pt x="10" y="82"/>
                </a:lnTo>
                <a:lnTo>
                  <a:pt x="10" y="82"/>
                </a:lnTo>
                <a:lnTo>
                  <a:pt x="6" y="74"/>
                </a:lnTo>
                <a:lnTo>
                  <a:pt x="2" y="66"/>
                </a:lnTo>
                <a:lnTo>
                  <a:pt x="0" y="58"/>
                </a:lnTo>
                <a:lnTo>
                  <a:pt x="0" y="46"/>
                </a:lnTo>
                <a:lnTo>
                  <a:pt x="0" y="46"/>
                </a:lnTo>
                <a:lnTo>
                  <a:pt x="0" y="32"/>
                </a:lnTo>
                <a:lnTo>
                  <a:pt x="4" y="20"/>
                </a:lnTo>
                <a:lnTo>
                  <a:pt x="4" y="20"/>
                </a:lnTo>
                <a:lnTo>
                  <a:pt x="10" y="12"/>
                </a:lnTo>
                <a:lnTo>
                  <a:pt x="16" y="4"/>
                </a:lnTo>
                <a:lnTo>
                  <a:pt x="16" y="4"/>
                </a:lnTo>
                <a:lnTo>
                  <a:pt x="24" y="0"/>
                </a:lnTo>
                <a:lnTo>
                  <a:pt x="32" y="0"/>
                </a:lnTo>
                <a:lnTo>
                  <a:pt x="32" y="0"/>
                </a:lnTo>
                <a:lnTo>
                  <a:pt x="38" y="0"/>
                </a:lnTo>
                <a:lnTo>
                  <a:pt x="44" y="2"/>
                </a:lnTo>
                <a:lnTo>
                  <a:pt x="44" y="2"/>
                </a:lnTo>
                <a:lnTo>
                  <a:pt x="50" y="6"/>
                </a:lnTo>
                <a:lnTo>
                  <a:pt x="54" y="12"/>
                </a:lnTo>
                <a:lnTo>
                  <a:pt x="54" y="2"/>
                </a:lnTo>
                <a:lnTo>
                  <a:pt x="66" y="2"/>
                </a:lnTo>
                <a:lnTo>
                  <a:pt x="66" y="80"/>
                </a:lnTo>
                <a:lnTo>
                  <a:pt x="66" y="80"/>
                </a:lnTo>
                <a:lnTo>
                  <a:pt x="66" y="100"/>
                </a:lnTo>
                <a:lnTo>
                  <a:pt x="62" y="112"/>
                </a:lnTo>
                <a:lnTo>
                  <a:pt x="62" y="112"/>
                </a:lnTo>
                <a:lnTo>
                  <a:pt x="58" y="120"/>
                </a:lnTo>
                <a:lnTo>
                  <a:pt x="52" y="126"/>
                </a:lnTo>
                <a:lnTo>
                  <a:pt x="52" y="126"/>
                </a:lnTo>
                <a:lnTo>
                  <a:pt x="42" y="130"/>
                </a:lnTo>
                <a:lnTo>
                  <a:pt x="32" y="130"/>
                </a:lnTo>
                <a:lnTo>
                  <a:pt x="32" y="130"/>
                </a:lnTo>
                <a:lnTo>
                  <a:pt x="20" y="128"/>
                </a:lnTo>
                <a:lnTo>
                  <a:pt x="14" y="126"/>
                </a:lnTo>
                <a:lnTo>
                  <a:pt x="10" y="122"/>
                </a:lnTo>
                <a:lnTo>
                  <a:pt x="10" y="122"/>
                </a:lnTo>
                <a:lnTo>
                  <a:pt x="6" y="118"/>
                </a:lnTo>
                <a:lnTo>
                  <a:pt x="4" y="114"/>
                </a:lnTo>
                <a:lnTo>
                  <a:pt x="2" y="102"/>
                </a:lnTo>
                <a:lnTo>
                  <a:pt x="2" y="102"/>
                </a:lnTo>
                <a:close/>
                <a:moveTo>
                  <a:pt x="12" y="46"/>
                </a:moveTo>
                <a:lnTo>
                  <a:pt x="12" y="46"/>
                </a:lnTo>
                <a:lnTo>
                  <a:pt x="14" y="62"/>
                </a:lnTo>
                <a:lnTo>
                  <a:pt x="18" y="72"/>
                </a:lnTo>
                <a:lnTo>
                  <a:pt x="18" y="72"/>
                </a:lnTo>
                <a:lnTo>
                  <a:pt x="26" y="78"/>
                </a:lnTo>
                <a:lnTo>
                  <a:pt x="34" y="80"/>
                </a:lnTo>
                <a:lnTo>
                  <a:pt x="34" y="80"/>
                </a:lnTo>
                <a:lnTo>
                  <a:pt x="42" y="78"/>
                </a:lnTo>
                <a:lnTo>
                  <a:pt x="48" y="72"/>
                </a:lnTo>
                <a:lnTo>
                  <a:pt x="48" y="72"/>
                </a:lnTo>
                <a:lnTo>
                  <a:pt x="52" y="62"/>
                </a:lnTo>
                <a:lnTo>
                  <a:pt x="54" y="46"/>
                </a:lnTo>
                <a:lnTo>
                  <a:pt x="54" y="46"/>
                </a:lnTo>
                <a:lnTo>
                  <a:pt x="52" y="32"/>
                </a:lnTo>
                <a:lnTo>
                  <a:pt x="48" y="20"/>
                </a:lnTo>
                <a:lnTo>
                  <a:pt x="48" y="20"/>
                </a:lnTo>
                <a:lnTo>
                  <a:pt x="42" y="14"/>
                </a:lnTo>
                <a:lnTo>
                  <a:pt x="32" y="12"/>
                </a:lnTo>
                <a:lnTo>
                  <a:pt x="32" y="12"/>
                </a:lnTo>
                <a:lnTo>
                  <a:pt x="26" y="14"/>
                </a:lnTo>
                <a:lnTo>
                  <a:pt x="18" y="20"/>
                </a:lnTo>
                <a:lnTo>
                  <a:pt x="18" y="20"/>
                </a:lnTo>
                <a:lnTo>
                  <a:pt x="14" y="32"/>
                </a:lnTo>
                <a:lnTo>
                  <a:pt x="12" y="46"/>
                </a:lnTo>
                <a:lnTo>
                  <a:pt x="12" y="46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8622" name="Freeform 159">
            <a:extLst xmlns:a="http://schemas.openxmlformats.org/drawingml/2006/main">
              <a:ext uri="{FF2B5EF4-FFF2-40B4-BE49-F238E27FC236}">
                <a16:creationId xmlns:a16="http://schemas.microsoft.com/office/drawing/2014/main" id="{FA9F9B23-4596-424A-8B1A-EDD4E9545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87767" y="405403"/>
            <a:ext cx="21884" cy="42111"/>
          </a:xfrm>
          <a:custGeom xmlns:a="http://schemas.openxmlformats.org/drawingml/2006/main">
            <a:rect l="0" t="0" r="r" b="b"/>
            <a:pathLst>
              <a:path w="70" h="128">
                <a:moveTo>
                  <a:pt x="6" y="126"/>
                </a:moveTo>
                <a:lnTo>
                  <a:pt x="6" y="112"/>
                </a:lnTo>
                <a:lnTo>
                  <a:pt x="6" y="112"/>
                </a:lnTo>
                <a:lnTo>
                  <a:pt x="12" y="114"/>
                </a:lnTo>
                <a:lnTo>
                  <a:pt x="12" y="114"/>
                </a:lnTo>
                <a:lnTo>
                  <a:pt x="20" y="112"/>
                </a:lnTo>
                <a:lnTo>
                  <a:pt x="20" y="112"/>
                </a:lnTo>
                <a:lnTo>
                  <a:pt x="24" y="106"/>
                </a:lnTo>
                <a:lnTo>
                  <a:pt x="24" y="106"/>
                </a:lnTo>
                <a:lnTo>
                  <a:pt x="28" y="92"/>
                </a:lnTo>
                <a:lnTo>
                  <a:pt x="0" y="0"/>
                </a:lnTo>
                <a:lnTo>
                  <a:pt x="14" y="0"/>
                </a:lnTo>
                <a:lnTo>
                  <a:pt x="30" y="52"/>
                </a:lnTo>
                <a:lnTo>
                  <a:pt x="30" y="52"/>
                </a:lnTo>
                <a:lnTo>
                  <a:pt x="34" y="74"/>
                </a:lnTo>
                <a:lnTo>
                  <a:pt x="34" y="74"/>
                </a:lnTo>
                <a:lnTo>
                  <a:pt x="40" y="52"/>
                </a:lnTo>
                <a:lnTo>
                  <a:pt x="56" y="0"/>
                </a:lnTo>
                <a:lnTo>
                  <a:pt x="70" y="0"/>
                </a:lnTo>
                <a:lnTo>
                  <a:pt x="40" y="92"/>
                </a:lnTo>
                <a:lnTo>
                  <a:pt x="40" y="92"/>
                </a:lnTo>
                <a:lnTo>
                  <a:pt x="32" y="118"/>
                </a:lnTo>
                <a:lnTo>
                  <a:pt x="32" y="118"/>
                </a:lnTo>
                <a:lnTo>
                  <a:pt x="28" y="122"/>
                </a:lnTo>
                <a:lnTo>
                  <a:pt x="24" y="126"/>
                </a:lnTo>
                <a:lnTo>
                  <a:pt x="24" y="126"/>
                </a:lnTo>
                <a:lnTo>
                  <a:pt x="20" y="128"/>
                </a:lnTo>
                <a:lnTo>
                  <a:pt x="14" y="128"/>
                </a:lnTo>
                <a:lnTo>
                  <a:pt x="14" y="128"/>
                </a:lnTo>
                <a:lnTo>
                  <a:pt x="6" y="126"/>
                </a:lnTo>
                <a:lnTo>
                  <a:pt x="6" y="126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8623" name="Freeform 160">
            <a:extLst xmlns:a="http://schemas.openxmlformats.org/drawingml/2006/main">
              <a:ext uri="{FF2B5EF4-FFF2-40B4-BE49-F238E27FC236}">
                <a16:creationId xmlns:a16="http://schemas.microsoft.com/office/drawing/2014/main" id="{DA55C6DC-D0A2-498C-9F9A-6E59BE175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09027" y="429748"/>
            <a:ext cx="5002" cy="13817"/>
          </a:xfrm>
          <a:custGeom xmlns:a="http://schemas.openxmlformats.org/drawingml/2006/main">
            <a:rect l="0" t="0" r="r" b="b"/>
            <a:pathLst>
              <a:path w="16" h="42">
                <a:moveTo>
                  <a:pt x="0" y="18"/>
                </a:moveTo>
                <a:lnTo>
                  <a:pt x="0" y="0"/>
                </a:lnTo>
                <a:lnTo>
                  <a:pt x="16" y="0"/>
                </a:lnTo>
                <a:lnTo>
                  <a:pt x="16" y="18"/>
                </a:lnTo>
                <a:lnTo>
                  <a:pt x="16" y="18"/>
                </a:lnTo>
                <a:lnTo>
                  <a:pt x="14" y="26"/>
                </a:lnTo>
                <a:lnTo>
                  <a:pt x="12" y="34"/>
                </a:lnTo>
                <a:lnTo>
                  <a:pt x="12" y="34"/>
                </a:lnTo>
                <a:lnTo>
                  <a:pt x="8" y="38"/>
                </a:lnTo>
                <a:lnTo>
                  <a:pt x="4" y="42"/>
                </a:lnTo>
                <a:lnTo>
                  <a:pt x="0" y="36"/>
                </a:lnTo>
                <a:lnTo>
                  <a:pt x="0" y="36"/>
                </a:lnTo>
                <a:lnTo>
                  <a:pt x="4" y="34"/>
                </a:lnTo>
                <a:lnTo>
                  <a:pt x="6" y="30"/>
                </a:lnTo>
                <a:lnTo>
                  <a:pt x="6" y="30"/>
                </a:lnTo>
                <a:lnTo>
                  <a:pt x="8" y="24"/>
                </a:lnTo>
                <a:lnTo>
                  <a:pt x="8" y="18"/>
                </a:lnTo>
                <a:lnTo>
                  <a:pt x="0" y="18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8624" name="Freeform 161">
            <a:extLst xmlns:a="http://schemas.openxmlformats.org/drawingml/2006/main">
              <a:ext uri="{FF2B5EF4-FFF2-40B4-BE49-F238E27FC236}">
                <a16:creationId xmlns:a16="http://schemas.microsoft.com/office/drawing/2014/main" id="{0BCC3C57-D8CF-4890-8479-9422A7567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30912" y="393559"/>
            <a:ext cx="25636" cy="42769"/>
          </a:xfrm>
          <a:custGeom xmlns:a="http://schemas.openxmlformats.org/drawingml/2006/main">
            <a:rect l="0" t="0" r="r" b="b"/>
            <a:pathLst>
              <a:path w="82" h="130">
                <a:moveTo>
                  <a:pt x="68" y="0"/>
                </a:moveTo>
                <a:lnTo>
                  <a:pt x="82" y="0"/>
                </a:lnTo>
                <a:lnTo>
                  <a:pt x="82" y="74"/>
                </a:lnTo>
                <a:lnTo>
                  <a:pt x="82" y="74"/>
                </a:lnTo>
                <a:lnTo>
                  <a:pt x="82" y="90"/>
                </a:lnTo>
                <a:lnTo>
                  <a:pt x="78" y="104"/>
                </a:lnTo>
                <a:lnTo>
                  <a:pt x="78" y="104"/>
                </a:lnTo>
                <a:lnTo>
                  <a:pt x="74" y="114"/>
                </a:lnTo>
                <a:lnTo>
                  <a:pt x="66" y="122"/>
                </a:lnTo>
                <a:lnTo>
                  <a:pt x="66" y="122"/>
                </a:lnTo>
                <a:lnTo>
                  <a:pt x="54" y="128"/>
                </a:lnTo>
                <a:lnTo>
                  <a:pt x="42" y="130"/>
                </a:lnTo>
                <a:lnTo>
                  <a:pt x="42" y="130"/>
                </a:lnTo>
                <a:lnTo>
                  <a:pt x="32" y="128"/>
                </a:lnTo>
                <a:lnTo>
                  <a:pt x="24" y="126"/>
                </a:lnTo>
                <a:lnTo>
                  <a:pt x="16" y="122"/>
                </a:lnTo>
                <a:lnTo>
                  <a:pt x="10" y="118"/>
                </a:lnTo>
                <a:lnTo>
                  <a:pt x="10" y="118"/>
                </a:lnTo>
                <a:lnTo>
                  <a:pt x="6" y="110"/>
                </a:lnTo>
                <a:lnTo>
                  <a:pt x="4" y="100"/>
                </a:lnTo>
                <a:lnTo>
                  <a:pt x="2" y="88"/>
                </a:lnTo>
                <a:lnTo>
                  <a:pt x="0" y="74"/>
                </a:lnTo>
                <a:lnTo>
                  <a:pt x="0" y="0"/>
                </a:lnTo>
                <a:lnTo>
                  <a:pt x="14" y="0"/>
                </a:lnTo>
                <a:lnTo>
                  <a:pt x="14" y="74"/>
                </a:lnTo>
                <a:lnTo>
                  <a:pt x="14" y="74"/>
                </a:lnTo>
                <a:lnTo>
                  <a:pt x="14" y="88"/>
                </a:lnTo>
                <a:lnTo>
                  <a:pt x="16" y="98"/>
                </a:lnTo>
                <a:lnTo>
                  <a:pt x="16" y="98"/>
                </a:lnTo>
                <a:lnTo>
                  <a:pt x="20" y="106"/>
                </a:lnTo>
                <a:lnTo>
                  <a:pt x="26" y="110"/>
                </a:lnTo>
                <a:lnTo>
                  <a:pt x="26" y="110"/>
                </a:lnTo>
                <a:lnTo>
                  <a:pt x="32" y="114"/>
                </a:lnTo>
                <a:lnTo>
                  <a:pt x="40" y="114"/>
                </a:lnTo>
                <a:lnTo>
                  <a:pt x="40" y="114"/>
                </a:lnTo>
                <a:lnTo>
                  <a:pt x="54" y="112"/>
                </a:lnTo>
                <a:lnTo>
                  <a:pt x="58" y="110"/>
                </a:lnTo>
                <a:lnTo>
                  <a:pt x="62" y="106"/>
                </a:lnTo>
                <a:lnTo>
                  <a:pt x="62" y="106"/>
                </a:lnTo>
                <a:lnTo>
                  <a:pt x="64" y="102"/>
                </a:lnTo>
                <a:lnTo>
                  <a:pt x="66" y="94"/>
                </a:lnTo>
                <a:lnTo>
                  <a:pt x="68" y="74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8625" name="Freeform 162">
            <a:extLst xmlns:a="http://schemas.openxmlformats.org/drawingml/2006/main">
              <a:ext uri="{FF2B5EF4-FFF2-40B4-BE49-F238E27FC236}">
                <a16:creationId xmlns:a16="http://schemas.microsoft.com/office/drawing/2014/main" id="{839838CB-610A-412B-A349-E54671B4B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0925" y="392901"/>
            <a:ext cx="26261" cy="43427"/>
          </a:xfrm>
          <a:custGeom xmlns:a="http://schemas.openxmlformats.org/drawingml/2006/main">
            <a:rect l="0" t="0" r="r" b="b"/>
            <a:pathLst>
              <a:path w="84" h="132">
                <a:moveTo>
                  <a:pt x="0" y="88"/>
                </a:moveTo>
                <a:lnTo>
                  <a:pt x="14" y="88"/>
                </a:lnTo>
                <a:lnTo>
                  <a:pt x="14" y="88"/>
                </a:lnTo>
                <a:lnTo>
                  <a:pt x="16" y="96"/>
                </a:lnTo>
                <a:lnTo>
                  <a:pt x="18" y="104"/>
                </a:lnTo>
                <a:lnTo>
                  <a:pt x="18" y="104"/>
                </a:lnTo>
                <a:lnTo>
                  <a:pt x="22" y="108"/>
                </a:lnTo>
                <a:lnTo>
                  <a:pt x="28" y="112"/>
                </a:lnTo>
                <a:lnTo>
                  <a:pt x="28" y="112"/>
                </a:lnTo>
                <a:lnTo>
                  <a:pt x="36" y="116"/>
                </a:lnTo>
                <a:lnTo>
                  <a:pt x="44" y="116"/>
                </a:lnTo>
                <a:lnTo>
                  <a:pt x="44" y="116"/>
                </a:lnTo>
                <a:lnTo>
                  <a:pt x="54" y="114"/>
                </a:lnTo>
                <a:lnTo>
                  <a:pt x="64" y="110"/>
                </a:lnTo>
                <a:lnTo>
                  <a:pt x="64" y="110"/>
                </a:lnTo>
                <a:lnTo>
                  <a:pt x="68" y="104"/>
                </a:lnTo>
                <a:lnTo>
                  <a:pt x="70" y="94"/>
                </a:lnTo>
                <a:lnTo>
                  <a:pt x="70" y="94"/>
                </a:lnTo>
                <a:lnTo>
                  <a:pt x="70" y="90"/>
                </a:lnTo>
                <a:lnTo>
                  <a:pt x="68" y="86"/>
                </a:lnTo>
                <a:lnTo>
                  <a:pt x="68" y="86"/>
                </a:lnTo>
                <a:lnTo>
                  <a:pt x="64" y="82"/>
                </a:lnTo>
                <a:lnTo>
                  <a:pt x="60" y="78"/>
                </a:lnTo>
                <a:lnTo>
                  <a:pt x="60" y="78"/>
                </a:lnTo>
                <a:lnTo>
                  <a:pt x="38" y="70"/>
                </a:lnTo>
                <a:lnTo>
                  <a:pt x="38" y="70"/>
                </a:lnTo>
                <a:lnTo>
                  <a:pt x="26" y="66"/>
                </a:lnTo>
                <a:lnTo>
                  <a:pt x="18" y="62"/>
                </a:lnTo>
                <a:lnTo>
                  <a:pt x="18" y="62"/>
                </a:lnTo>
                <a:lnTo>
                  <a:pt x="12" y="56"/>
                </a:lnTo>
                <a:lnTo>
                  <a:pt x="8" y="50"/>
                </a:lnTo>
                <a:lnTo>
                  <a:pt x="8" y="50"/>
                </a:lnTo>
                <a:lnTo>
                  <a:pt x="6" y="44"/>
                </a:lnTo>
                <a:lnTo>
                  <a:pt x="4" y="36"/>
                </a:lnTo>
                <a:lnTo>
                  <a:pt x="4" y="36"/>
                </a:lnTo>
                <a:lnTo>
                  <a:pt x="6" y="28"/>
                </a:lnTo>
                <a:lnTo>
                  <a:pt x="6" y="22"/>
                </a:lnTo>
                <a:lnTo>
                  <a:pt x="10" y="16"/>
                </a:lnTo>
                <a:lnTo>
                  <a:pt x="14" y="10"/>
                </a:lnTo>
                <a:lnTo>
                  <a:pt x="14" y="10"/>
                </a:lnTo>
                <a:lnTo>
                  <a:pt x="20" y="6"/>
                </a:lnTo>
                <a:lnTo>
                  <a:pt x="26" y="2"/>
                </a:lnTo>
                <a:lnTo>
                  <a:pt x="34" y="0"/>
                </a:lnTo>
                <a:lnTo>
                  <a:pt x="42" y="0"/>
                </a:lnTo>
                <a:lnTo>
                  <a:pt x="42" y="0"/>
                </a:lnTo>
                <a:lnTo>
                  <a:pt x="52" y="2"/>
                </a:lnTo>
                <a:lnTo>
                  <a:pt x="62" y="4"/>
                </a:lnTo>
                <a:lnTo>
                  <a:pt x="62" y="4"/>
                </a:lnTo>
                <a:lnTo>
                  <a:pt x="70" y="10"/>
                </a:lnTo>
                <a:lnTo>
                  <a:pt x="76" y="18"/>
                </a:lnTo>
                <a:lnTo>
                  <a:pt x="76" y="18"/>
                </a:lnTo>
                <a:lnTo>
                  <a:pt x="78" y="28"/>
                </a:lnTo>
                <a:lnTo>
                  <a:pt x="80" y="38"/>
                </a:lnTo>
                <a:lnTo>
                  <a:pt x="66" y="40"/>
                </a:lnTo>
                <a:lnTo>
                  <a:pt x="66" y="40"/>
                </a:lnTo>
                <a:lnTo>
                  <a:pt x="64" y="28"/>
                </a:lnTo>
                <a:lnTo>
                  <a:pt x="60" y="22"/>
                </a:lnTo>
                <a:lnTo>
                  <a:pt x="60" y="22"/>
                </a:lnTo>
                <a:lnTo>
                  <a:pt x="52" y="16"/>
                </a:lnTo>
                <a:lnTo>
                  <a:pt x="42" y="16"/>
                </a:lnTo>
                <a:lnTo>
                  <a:pt x="42" y="16"/>
                </a:lnTo>
                <a:lnTo>
                  <a:pt x="32" y="16"/>
                </a:lnTo>
                <a:lnTo>
                  <a:pt x="24" y="20"/>
                </a:lnTo>
                <a:lnTo>
                  <a:pt x="24" y="20"/>
                </a:lnTo>
                <a:lnTo>
                  <a:pt x="20" y="26"/>
                </a:lnTo>
                <a:lnTo>
                  <a:pt x="18" y="34"/>
                </a:lnTo>
                <a:lnTo>
                  <a:pt x="18" y="34"/>
                </a:lnTo>
                <a:lnTo>
                  <a:pt x="18" y="40"/>
                </a:lnTo>
                <a:lnTo>
                  <a:pt x="22" y="46"/>
                </a:lnTo>
                <a:lnTo>
                  <a:pt x="22" y="46"/>
                </a:lnTo>
                <a:lnTo>
                  <a:pt x="30" y="50"/>
                </a:lnTo>
                <a:lnTo>
                  <a:pt x="42" y="54"/>
                </a:lnTo>
                <a:lnTo>
                  <a:pt x="42" y="54"/>
                </a:lnTo>
                <a:lnTo>
                  <a:pt x="64" y="62"/>
                </a:lnTo>
                <a:lnTo>
                  <a:pt x="64" y="62"/>
                </a:lnTo>
                <a:lnTo>
                  <a:pt x="72" y="68"/>
                </a:lnTo>
                <a:lnTo>
                  <a:pt x="78" y="74"/>
                </a:lnTo>
                <a:lnTo>
                  <a:pt x="78" y="74"/>
                </a:lnTo>
                <a:lnTo>
                  <a:pt x="82" y="84"/>
                </a:lnTo>
                <a:lnTo>
                  <a:pt x="84" y="94"/>
                </a:lnTo>
                <a:lnTo>
                  <a:pt x="84" y="94"/>
                </a:lnTo>
                <a:lnTo>
                  <a:pt x="82" y="104"/>
                </a:lnTo>
                <a:lnTo>
                  <a:pt x="78" y="114"/>
                </a:lnTo>
                <a:lnTo>
                  <a:pt x="78" y="114"/>
                </a:lnTo>
                <a:lnTo>
                  <a:pt x="72" y="122"/>
                </a:lnTo>
                <a:lnTo>
                  <a:pt x="64" y="126"/>
                </a:lnTo>
                <a:lnTo>
                  <a:pt x="64" y="126"/>
                </a:lnTo>
                <a:lnTo>
                  <a:pt x="54" y="130"/>
                </a:lnTo>
                <a:lnTo>
                  <a:pt x="44" y="132"/>
                </a:lnTo>
                <a:lnTo>
                  <a:pt x="44" y="132"/>
                </a:lnTo>
                <a:lnTo>
                  <a:pt x="34" y="130"/>
                </a:lnTo>
                <a:lnTo>
                  <a:pt x="26" y="128"/>
                </a:lnTo>
                <a:lnTo>
                  <a:pt x="18" y="126"/>
                </a:lnTo>
                <a:lnTo>
                  <a:pt x="12" y="120"/>
                </a:lnTo>
                <a:lnTo>
                  <a:pt x="12" y="120"/>
                </a:lnTo>
                <a:lnTo>
                  <a:pt x="8" y="114"/>
                </a:lnTo>
                <a:lnTo>
                  <a:pt x="4" y="106"/>
                </a:lnTo>
                <a:lnTo>
                  <a:pt x="2" y="98"/>
                </a:lnTo>
                <a:lnTo>
                  <a:pt x="0" y="88"/>
                </a:lnTo>
                <a:lnTo>
                  <a:pt x="0" y="88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8626" name="Freeform 163">
            <a:extLst xmlns:a="http://schemas.openxmlformats.org/drawingml/2006/main">
              <a:ext uri="{FF2B5EF4-FFF2-40B4-BE49-F238E27FC236}">
                <a16:creationId xmlns:a16="http://schemas.microsoft.com/office/drawing/2014/main" id="{92639070-EB34-4EE5-93F7-BA578F77B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89063" y="393559"/>
            <a:ext cx="25636" cy="42111"/>
          </a:xfrm>
          <a:custGeom xmlns:a="http://schemas.openxmlformats.org/drawingml/2006/main">
            <a:rect l="0" t="0" r="r" b="b"/>
            <a:pathLst>
              <a:path w="82" h="128">
                <a:moveTo>
                  <a:pt x="34" y="128"/>
                </a:moveTo>
                <a:lnTo>
                  <a:pt x="34" y="16"/>
                </a:lnTo>
                <a:lnTo>
                  <a:pt x="0" y="16"/>
                </a:lnTo>
                <a:lnTo>
                  <a:pt x="0" y="0"/>
                </a:lnTo>
                <a:lnTo>
                  <a:pt x="82" y="0"/>
                </a:lnTo>
                <a:lnTo>
                  <a:pt x="82" y="16"/>
                </a:lnTo>
                <a:lnTo>
                  <a:pt x="48" y="16"/>
                </a:lnTo>
                <a:lnTo>
                  <a:pt x="48" y="128"/>
                </a:lnTo>
                <a:lnTo>
                  <a:pt x="34" y="128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8627" name="Freeform 164">
            <a:extLst xmlns:a="http://schemas.openxmlformats.org/drawingml/2006/main">
              <a:ext uri="{FF2B5EF4-FFF2-40B4-BE49-F238E27FC236}">
                <a16:creationId xmlns:a16="http://schemas.microsoft.com/office/drawing/2014/main" id="{9E6E6AFC-A599-442B-A2B0-A1D172E34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7826" y="393559"/>
            <a:ext cx="24385" cy="42111"/>
          </a:xfrm>
          <a:custGeom xmlns:a="http://schemas.openxmlformats.org/drawingml/2006/main">
            <a:rect l="0" t="0" r="r" b="b"/>
            <a:pathLst>
              <a:path w="78" h="128">
                <a:moveTo>
                  <a:pt x="0" y="128"/>
                </a:moveTo>
                <a:lnTo>
                  <a:pt x="0" y="0"/>
                </a:lnTo>
                <a:lnTo>
                  <a:pt x="38" y="0"/>
                </a:lnTo>
                <a:lnTo>
                  <a:pt x="38" y="0"/>
                </a:lnTo>
                <a:lnTo>
                  <a:pt x="50" y="2"/>
                </a:lnTo>
                <a:lnTo>
                  <a:pt x="58" y="4"/>
                </a:lnTo>
                <a:lnTo>
                  <a:pt x="58" y="4"/>
                </a:lnTo>
                <a:lnTo>
                  <a:pt x="64" y="8"/>
                </a:lnTo>
                <a:lnTo>
                  <a:pt x="68" y="16"/>
                </a:lnTo>
                <a:lnTo>
                  <a:pt x="68" y="16"/>
                </a:lnTo>
                <a:lnTo>
                  <a:pt x="72" y="24"/>
                </a:lnTo>
                <a:lnTo>
                  <a:pt x="74" y="32"/>
                </a:lnTo>
                <a:lnTo>
                  <a:pt x="74" y="32"/>
                </a:lnTo>
                <a:lnTo>
                  <a:pt x="72" y="42"/>
                </a:lnTo>
                <a:lnTo>
                  <a:pt x="70" y="48"/>
                </a:lnTo>
                <a:lnTo>
                  <a:pt x="70" y="48"/>
                </a:lnTo>
                <a:lnTo>
                  <a:pt x="64" y="54"/>
                </a:lnTo>
                <a:lnTo>
                  <a:pt x="58" y="60"/>
                </a:lnTo>
                <a:lnTo>
                  <a:pt x="58" y="60"/>
                </a:lnTo>
                <a:lnTo>
                  <a:pt x="66" y="64"/>
                </a:lnTo>
                <a:lnTo>
                  <a:pt x="72" y="72"/>
                </a:lnTo>
                <a:lnTo>
                  <a:pt x="72" y="72"/>
                </a:lnTo>
                <a:lnTo>
                  <a:pt x="76" y="80"/>
                </a:lnTo>
                <a:lnTo>
                  <a:pt x="78" y="90"/>
                </a:lnTo>
                <a:lnTo>
                  <a:pt x="78" y="90"/>
                </a:lnTo>
                <a:lnTo>
                  <a:pt x="76" y="102"/>
                </a:lnTo>
                <a:lnTo>
                  <a:pt x="74" y="110"/>
                </a:lnTo>
                <a:lnTo>
                  <a:pt x="74" y="110"/>
                </a:lnTo>
                <a:lnTo>
                  <a:pt x="68" y="118"/>
                </a:lnTo>
                <a:lnTo>
                  <a:pt x="60" y="124"/>
                </a:lnTo>
                <a:lnTo>
                  <a:pt x="60" y="124"/>
                </a:lnTo>
                <a:lnTo>
                  <a:pt x="52" y="126"/>
                </a:lnTo>
                <a:lnTo>
                  <a:pt x="40" y="128"/>
                </a:lnTo>
                <a:lnTo>
                  <a:pt x="0" y="128"/>
                </a:lnTo>
                <a:close/>
                <a:moveTo>
                  <a:pt x="14" y="54"/>
                </a:moveTo>
                <a:lnTo>
                  <a:pt x="36" y="54"/>
                </a:lnTo>
                <a:lnTo>
                  <a:pt x="36" y="54"/>
                </a:lnTo>
                <a:lnTo>
                  <a:pt x="48" y="52"/>
                </a:lnTo>
                <a:lnTo>
                  <a:pt x="48" y="52"/>
                </a:lnTo>
                <a:lnTo>
                  <a:pt x="52" y="50"/>
                </a:lnTo>
                <a:lnTo>
                  <a:pt x="56" y="46"/>
                </a:lnTo>
                <a:lnTo>
                  <a:pt x="56" y="46"/>
                </a:lnTo>
                <a:lnTo>
                  <a:pt x="58" y="42"/>
                </a:lnTo>
                <a:lnTo>
                  <a:pt x="60" y="34"/>
                </a:lnTo>
                <a:lnTo>
                  <a:pt x="60" y="34"/>
                </a:lnTo>
                <a:lnTo>
                  <a:pt x="58" y="28"/>
                </a:lnTo>
                <a:lnTo>
                  <a:pt x="56" y="24"/>
                </a:lnTo>
                <a:lnTo>
                  <a:pt x="56" y="24"/>
                </a:lnTo>
                <a:lnTo>
                  <a:pt x="54" y="20"/>
                </a:lnTo>
                <a:lnTo>
                  <a:pt x="50" y="18"/>
                </a:lnTo>
                <a:lnTo>
                  <a:pt x="50" y="18"/>
                </a:lnTo>
                <a:lnTo>
                  <a:pt x="44" y="16"/>
                </a:lnTo>
                <a:lnTo>
                  <a:pt x="34" y="16"/>
                </a:lnTo>
                <a:lnTo>
                  <a:pt x="14" y="16"/>
                </a:lnTo>
                <a:lnTo>
                  <a:pt x="14" y="54"/>
                </a:lnTo>
                <a:close/>
                <a:moveTo>
                  <a:pt x="14" y="112"/>
                </a:moveTo>
                <a:lnTo>
                  <a:pt x="40" y="112"/>
                </a:lnTo>
                <a:lnTo>
                  <a:pt x="40" y="112"/>
                </a:lnTo>
                <a:lnTo>
                  <a:pt x="52" y="110"/>
                </a:lnTo>
                <a:lnTo>
                  <a:pt x="52" y="110"/>
                </a:lnTo>
                <a:lnTo>
                  <a:pt x="56" y="108"/>
                </a:lnTo>
                <a:lnTo>
                  <a:pt x="60" y="104"/>
                </a:lnTo>
                <a:lnTo>
                  <a:pt x="60" y="104"/>
                </a:lnTo>
                <a:lnTo>
                  <a:pt x="64" y="98"/>
                </a:lnTo>
                <a:lnTo>
                  <a:pt x="64" y="90"/>
                </a:lnTo>
                <a:lnTo>
                  <a:pt x="64" y="90"/>
                </a:lnTo>
                <a:lnTo>
                  <a:pt x="64" y="84"/>
                </a:lnTo>
                <a:lnTo>
                  <a:pt x="60" y="78"/>
                </a:lnTo>
                <a:lnTo>
                  <a:pt x="60" y="78"/>
                </a:lnTo>
                <a:lnTo>
                  <a:pt x="58" y="74"/>
                </a:lnTo>
                <a:lnTo>
                  <a:pt x="52" y="72"/>
                </a:lnTo>
                <a:lnTo>
                  <a:pt x="52" y="72"/>
                </a:lnTo>
                <a:lnTo>
                  <a:pt x="46" y="70"/>
                </a:lnTo>
                <a:lnTo>
                  <a:pt x="38" y="68"/>
                </a:lnTo>
                <a:lnTo>
                  <a:pt x="14" y="68"/>
                </a:lnTo>
                <a:lnTo>
                  <a:pt x="14" y="112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8628" name="Freeform 165">
            <a:extLst xmlns:a="http://schemas.openxmlformats.org/drawingml/2006/main">
              <a:ext uri="{FF2B5EF4-FFF2-40B4-BE49-F238E27FC236}">
                <a16:creationId xmlns:a16="http://schemas.microsoft.com/office/drawing/2014/main" id="{5AC3F5E1-F222-4827-B29A-44BEADFCB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32340" y="184976"/>
            <a:ext cx="153193" cy="203318"/>
          </a:xfrm>
          <a:custGeom xmlns:a="http://schemas.openxmlformats.org/drawingml/2006/main">
            <a:rect l="0" t="0" r="r" b="b"/>
            <a:pathLst>
              <a:path w="490" h="618">
                <a:moveTo>
                  <a:pt x="42" y="2"/>
                </a:moveTo>
                <a:lnTo>
                  <a:pt x="42" y="2"/>
                </a:lnTo>
                <a:lnTo>
                  <a:pt x="30" y="6"/>
                </a:lnTo>
                <a:lnTo>
                  <a:pt x="30" y="6"/>
                </a:lnTo>
                <a:lnTo>
                  <a:pt x="18" y="14"/>
                </a:lnTo>
                <a:lnTo>
                  <a:pt x="8" y="26"/>
                </a:lnTo>
                <a:lnTo>
                  <a:pt x="2" y="40"/>
                </a:lnTo>
                <a:lnTo>
                  <a:pt x="0" y="54"/>
                </a:lnTo>
                <a:lnTo>
                  <a:pt x="0" y="612"/>
                </a:lnTo>
                <a:lnTo>
                  <a:pt x="0" y="612"/>
                </a:lnTo>
                <a:lnTo>
                  <a:pt x="0" y="616"/>
                </a:lnTo>
                <a:lnTo>
                  <a:pt x="4" y="618"/>
                </a:lnTo>
                <a:lnTo>
                  <a:pt x="6" y="618"/>
                </a:lnTo>
                <a:lnTo>
                  <a:pt x="8" y="614"/>
                </a:lnTo>
                <a:lnTo>
                  <a:pt x="100" y="404"/>
                </a:lnTo>
                <a:lnTo>
                  <a:pt x="100" y="404"/>
                </a:lnTo>
                <a:lnTo>
                  <a:pt x="102" y="394"/>
                </a:lnTo>
                <a:lnTo>
                  <a:pt x="104" y="382"/>
                </a:lnTo>
                <a:lnTo>
                  <a:pt x="104" y="140"/>
                </a:lnTo>
                <a:lnTo>
                  <a:pt x="104" y="140"/>
                </a:lnTo>
                <a:lnTo>
                  <a:pt x="104" y="136"/>
                </a:lnTo>
                <a:lnTo>
                  <a:pt x="106" y="134"/>
                </a:lnTo>
                <a:lnTo>
                  <a:pt x="110" y="134"/>
                </a:lnTo>
                <a:lnTo>
                  <a:pt x="112" y="134"/>
                </a:lnTo>
                <a:lnTo>
                  <a:pt x="112" y="134"/>
                </a:lnTo>
                <a:lnTo>
                  <a:pt x="112" y="134"/>
                </a:lnTo>
                <a:lnTo>
                  <a:pt x="144" y="146"/>
                </a:lnTo>
                <a:lnTo>
                  <a:pt x="186" y="162"/>
                </a:lnTo>
                <a:lnTo>
                  <a:pt x="264" y="198"/>
                </a:lnTo>
                <a:lnTo>
                  <a:pt x="264" y="198"/>
                </a:lnTo>
                <a:lnTo>
                  <a:pt x="280" y="190"/>
                </a:lnTo>
                <a:lnTo>
                  <a:pt x="294" y="182"/>
                </a:lnTo>
                <a:lnTo>
                  <a:pt x="310" y="174"/>
                </a:lnTo>
                <a:lnTo>
                  <a:pt x="326" y="168"/>
                </a:lnTo>
                <a:lnTo>
                  <a:pt x="344" y="164"/>
                </a:lnTo>
                <a:lnTo>
                  <a:pt x="362" y="160"/>
                </a:lnTo>
                <a:lnTo>
                  <a:pt x="380" y="158"/>
                </a:lnTo>
                <a:lnTo>
                  <a:pt x="398" y="158"/>
                </a:lnTo>
                <a:lnTo>
                  <a:pt x="398" y="158"/>
                </a:lnTo>
                <a:lnTo>
                  <a:pt x="422" y="160"/>
                </a:lnTo>
                <a:lnTo>
                  <a:pt x="446" y="162"/>
                </a:lnTo>
                <a:lnTo>
                  <a:pt x="468" y="168"/>
                </a:lnTo>
                <a:lnTo>
                  <a:pt x="490" y="176"/>
                </a:lnTo>
                <a:lnTo>
                  <a:pt x="490" y="176"/>
                </a:lnTo>
                <a:lnTo>
                  <a:pt x="82" y="8"/>
                </a:lnTo>
                <a:lnTo>
                  <a:pt x="82" y="8"/>
                </a:lnTo>
                <a:lnTo>
                  <a:pt x="66" y="2"/>
                </a:lnTo>
                <a:lnTo>
                  <a:pt x="52" y="0"/>
                </a:lnTo>
                <a:lnTo>
                  <a:pt x="52" y="0"/>
                </a:lnTo>
                <a:lnTo>
                  <a:pt x="42" y="2"/>
                </a:lnTo>
                <a:lnTo>
                  <a:pt x="42" y="2"/>
                </a:lnTo>
                <a:close/>
              </a:path>
            </a:pathLst>
          </a:custGeom>
          <a:solidFill xmlns:a="http://schemas.openxmlformats.org/drawingml/2006/main">
            <a:srgbClr val="97979B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8629" name="Freeform 166">
            <a:extLst xmlns:a="http://schemas.openxmlformats.org/drawingml/2006/main">
              <a:ext uri="{FF2B5EF4-FFF2-40B4-BE49-F238E27FC236}">
                <a16:creationId xmlns:a16="http://schemas.microsoft.com/office/drawing/2014/main" id="{30AC2BC7-9B7B-4AE4-B95B-04CE20FFA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28008" y="244195"/>
            <a:ext cx="153193" cy="202660"/>
          </a:xfrm>
          <a:custGeom xmlns:a="http://schemas.openxmlformats.org/drawingml/2006/main">
            <a:rect l="0" t="0" r="r" b="b"/>
            <a:pathLst>
              <a:path w="490" h="616">
                <a:moveTo>
                  <a:pt x="446" y="616"/>
                </a:moveTo>
                <a:lnTo>
                  <a:pt x="446" y="616"/>
                </a:lnTo>
                <a:lnTo>
                  <a:pt x="458" y="612"/>
                </a:lnTo>
                <a:lnTo>
                  <a:pt x="458" y="612"/>
                </a:lnTo>
                <a:lnTo>
                  <a:pt x="472" y="604"/>
                </a:lnTo>
                <a:lnTo>
                  <a:pt x="480" y="592"/>
                </a:lnTo>
                <a:lnTo>
                  <a:pt x="488" y="578"/>
                </a:lnTo>
                <a:lnTo>
                  <a:pt x="490" y="564"/>
                </a:lnTo>
                <a:lnTo>
                  <a:pt x="490" y="4"/>
                </a:lnTo>
                <a:lnTo>
                  <a:pt x="490" y="4"/>
                </a:lnTo>
                <a:lnTo>
                  <a:pt x="488" y="2"/>
                </a:lnTo>
                <a:lnTo>
                  <a:pt x="486" y="0"/>
                </a:lnTo>
                <a:lnTo>
                  <a:pt x="484" y="0"/>
                </a:lnTo>
                <a:lnTo>
                  <a:pt x="482" y="2"/>
                </a:lnTo>
                <a:lnTo>
                  <a:pt x="390" y="214"/>
                </a:lnTo>
                <a:lnTo>
                  <a:pt x="390" y="214"/>
                </a:lnTo>
                <a:lnTo>
                  <a:pt x="386" y="224"/>
                </a:lnTo>
                <a:lnTo>
                  <a:pt x="386" y="236"/>
                </a:lnTo>
                <a:lnTo>
                  <a:pt x="386" y="478"/>
                </a:lnTo>
                <a:lnTo>
                  <a:pt x="386" y="478"/>
                </a:lnTo>
                <a:lnTo>
                  <a:pt x="384" y="480"/>
                </a:lnTo>
                <a:lnTo>
                  <a:pt x="382" y="484"/>
                </a:lnTo>
                <a:lnTo>
                  <a:pt x="380" y="484"/>
                </a:lnTo>
                <a:lnTo>
                  <a:pt x="378" y="484"/>
                </a:lnTo>
                <a:lnTo>
                  <a:pt x="378" y="484"/>
                </a:lnTo>
                <a:lnTo>
                  <a:pt x="378" y="484"/>
                </a:lnTo>
                <a:lnTo>
                  <a:pt x="346" y="472"/>
                </a:lnTo>
                <a:lnTo>
                  <a:pt x="304" y="454"/>
                </a:lnTo>
                <a:lnTo>
                  <a:pt x="226" y="420"/>
                </a:lnTo>
                <a:lnTo>
                  <a:pt x="226" y="420"/>
                </a:lnTo>
                <a:lnTo>
                  <a:pt x="210" y="428"/>
                </a:lnTo>
                <a:lnTo>
                  <a:pt x="196" y="436"/>
                </a:lnTo>
                <a:lnTo>
                  <a:pt x="180" y="442"/>
                </a:lnTo>
                <a:lnTo>
                  <a:pt x="162" y="448"/>
                </a:lnTo>
                <a:lnTo>
                  <a:pt x="146" y="454"/>
                </a:lnTo>
                <a:lnTo>
                  <a:pt x="128" y="456"/>
                </a:lnTo>
                <a:lnTo>
                  <a:pt x="110" y="458"/>
                </a:lnTo>
                <a:lnTo>
                  <a:pt x="92" y="460"/>
                </a:lnTo>
                <a:lnTo>
                  <a:pt x="92" y="460"/>
                </a:lnTo>
                <a:lnTo>
                  <a:pt x="68" y="458"/>
                </a:lnTo>
                <a:lnTo>
                  <a:pt x="44" y="454"/>
                </a:lnTo>
                <a:lnTo>
                  <a:pt x="22" y="448"/>
                </a:lnTo>
                <a:lnTo>
                  <a:pt x="0" y="442"/>
                </a:lnTo>
                <a:lnTo>
                  <a:pt x="0" y="442"/>
                </a:lnTo>
                <a:lnTo>
                  <a:pt x="408" y="610"/>
                </a:lnTo>
                <a:lnTo>
                  <a:pt x="408" y="610"/>
                </a:lnTo>
                <a:lnTo>
                  <a:pt x="422" y="614"/>
                </a:lnTo>
                <a:lnTo>
                  <a:pt x="438" y="616"/>
                </a:lnTo>
                <a:lnTo>
                  <a:pt x="438" y="616"/>
                </a:lnTo>
                <a:lnTo>
                  <a:pt x="446" y="616"/>
                </a:lnTo>
                <a:lnTo>
                  <a:pt x="446" y="616"/>
                </a:lnTo>
                <a:close/>
              </a:path>
            </a:pathLst>
          </a:custGeom>
          <a:solidFill xmlns:a="http://schemas.openxmlformats.org/drawingml/2006/main">
            <a:srgbClr val="97979B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8630" name="Freeform 167">
            <a:extLst xmlns:a="http://schemas.openxmlformats.org/drawingml/2006/main">
              <a:ext uri="{FF2B5EF4-FFF2-40B4-BE49-F238E27FC236}">
                <a16:creationId xmlns:a16="http://schemas.microsoft.com/office/drawing/2014/main" id="{4489CE54-AF59-459D-86DF-52B4F0E18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32340" y="184976"/>
            <a:ext cx="248861" cy="261880"/>
          </a:xfrm>
          <a:custGeom xmlns:a="http://schemas.openxmlformats.org/drawingml/2006/main">
            <a:rect l="0" t="0" r="r" b="b"/>
            <a:pathLst>
              <a:path w="796" h="796">
                <a:moveTo>
                  <a:pt x="794" y="44"/>
                </a:moveTo>
                <a:lnTo>
                  <a:pt x="794" y="44"/>
                </a:lnTo>
                <a:lnTo>
                  <a:pt x="790" y="32"/>
                </a:lnTo>
                <a:lnTo>
                  <a:pt x="790" y="32"/>
                </a:lnTo>
                <a:lnTo>
                  <a:pt x="782" y="20"/>
                </a:lnTo>
                <a:lnTo>
                  <a:pt x="770" y="10"/>
                </a:lnTo>
                <a:lnTo>
                  <a:pt x="758" y="4"/>
                </a:lnTo>
                <a:lnTo>
                  <a:pt x="742" y="0"/>
                </a:lnTo>
                <a:lnTo>
                  <a:pt x="184" y="0"/>
                </a:lnTo>
                <a:lnTo>
                  <a:pt x="184" y="0"/>
                </a:lnTo>
                <a:lnTo>
                  <a:pt x="180" y="2"/>
                </a:lnTo>
                <a:lnTo>
                  <a:pt x="180" y="4"/>
                </a:lnTo>
                <a:lnTo>
                  <a:pt x="180" y="8"/>
                </a:lnTo>
                <a:lnTo>
                  <a:pt x="182" y="10"/>
                </a:lnTo>
                <a:lnTo>
                  <a:pt x="392" y="100"/>
                </a:lnTo>
                <a:lnTo>
                  <a:pt x="392" y="100"/>
                </a:lnTo>
                <a:lnTo>
                  <a:pt x="404" y="104"/>
                </a:lnTo>
                <a:lnTo>
                  <a:pt x="414" y="104"/>
                </a:lnTo>
                <a:lnTo>
                  <a:pt x="656" y="106"/>
                </a:lnTo>
                <a:lnTo>
                  <a:pt x="656" y="106"/>
                </a:lnTo>
                <a:lnTo>
                  <a:pt x="660" y="106"/>
                </a:lnTo>
                <a:lnTo>
                  <a:pt x="662" y="108"/>
                </a:lnTo>
                <a:lnTo>
                  <a:pt x="664" y="110"/>
                </a:lnTo>
                <a:lnTo>
                  <a:pt x="664" y="114"/>
                </a:lnTo>
                <a:lnTo>
                  <a:pt x="662" y="114"/>
                </a:lnTo>
                <a:lnTo>
                  <a:pt x="662" y="114"/>
                </a:lnTo>
                <a:lnTo>
                  <a:pt x="652" y="146"/>
                </a:lnTo>
                <a:lnTo>
                  <a:pt x="634" y="188"/>
                </a:lnTo>
                <a:lnTo>
                  <a:pt x="598" y="266"/>
                </a:lnTo>
                <a:lnTo>
                  <a:pt x="598" y="266"/>
                </a:lnTo>
                <a:lnTo>
                  <a:pt x="580" y="242"/>
                </a:lnTo>
                <a:lnTo>
                  <a:pt x="560" y="222"/>
                </a:lnTo>
                <a:lnTo>
                  <a:pt x="538" y="202"/>
                </a:lnTo>
                <a:lnTo>
                  <a:pt x="514" y="188"/>
                </a:lnTo>
                <a:lnTo>
                  <a:pt x="486" y="174"/>
                </a:lnTo>
                <a:lnTo>
                  <a:pt x="458" y="166"/>
                </a:lnTo>
                <a:lnTo>
                  <a:pt x="428" y="160"/>
                </a:lnTo>
                <a:lnTo>
                  <a:pt x="398" y="158"/>
                </a:lnTo>
                <a:lnTo>
                  <a:pt x="398" y="158"/>
                </a:lnTo>
                <a:lnTo>
                  <a:pt x="380" y="158"/>
                </a:lnTo>
                <a:lnTo>
                  <a:pt x="360" y="160"/>
                </a:lnTo>
                <a:lnTo>
                  <a:pt x="344" y="164"/>
                </a:lnTo>
                <a:lnTo>
                  <a:pt x="326" y="170"/>
                </a:lnTo>
                <a:lnTo>
                  <a:pt x="310" y="174"/>
                </a:lnTo>
                <a:lnTo>
                  <a:pt x="292" y="182"/>
                </a:lnTo>
                <a:lnTo>
                  <a:pt x="278" y="190"/>
                </a:lnTo>
                <a:lnTo>
                  <a:pt x="262" y="200"/>
                </a:lnTo>
                <a:lnTo>
                  <a:pt x="248" y="210"/>
                </a:lnTo>
                <a:lnTo>
                  <a:pt x="236" y="222"/>
                </a:lnTo>
                <a:lnTo>
                  <a:pt x="222" y="234"/>
                </a:lnTo>
                <a:lnTo>
                  <a:pt x="212" y="246"/>
                </a:lnTo>
                <a:lnTo>
                  <a:pt x="200" y="260"/>
                </a:lnTo>
                <a:lnTo>
                  <a:pt x="192" y="276"/>
                </a:lnTo>
                <a:lnTo>
                  <a:pt x="182" y="290"/>
                </a:lnTo>
                <a:lnTo>
                  <a:pt x="176" y="306"/>
                </a:lnTo>
                <a:lnTo>
                  <a:pt x="176" y="306"/>
                </a:lnTo>
                <a:lnTo>
                  <a:pt x="176" y="306"/>
                </a:lnTo>
                <a:lnTo>
                  <a:pt x="176" y="306"/>
                </a:lnTo>
                <a:lnTo>
                  <a:pt x="6" y="716"/>
                </a:lnTo>
                <a:lnTo>
                  <a:pt x="6" y="716"/>
                </a:lnTo>
                <a:lnTo>
                  <a:pt x="2" y="730"/>
                </a:lnTo>
                <a:lnTo>
                  <a:pt x="0" y="744"/>
                </a:lnTo>
                <a:lnTo>
                  <a:pt x="0" y="744"/>
                </a:lnTo>
                <a:lnTo>
                  <a:pt x="0" y="754"/>
                </a:lnTo>
                <a:lnTo>
                  <a:pt x="0" y="754"/>
                </a:lnTo>
                <a:lnTo>
                  <a:pt x="4" y="766"/>
                </a:lnTo>
                <a:lnTo>
                  <a:pt x="4" y="766"/>
                </a:lnTo>
                <a:lnTo>
                  <a:pt x="14" y="778"/>
                </a:lnTo>
                <a:lnTo>
                  <a:pt x="24" y="788"/>
                </a:lnTo>
                <a:lnTo>
                  <a:pt x="38" y="794"/>
                </a:lnTo>
                <a:lnTo>
                  <a:pt x="52" y="796"/>
                </a:lnTo>
                <a:lnTo>
                  <a:pt x="612" y="796"/>
                </a:lnTo>
                <a:lnTo>
                  <a:pt x="612" y="796"/>
                </a:lnTo>
                <a:lnTo>
                  <a:pt x="614" y="796"/>
                </a:lnTo>
                <a:lnTo>
                  <a:pt x="616" y="794"/>
                </a:lnTo>
                <a:lnTo>
                  <a:pt x="616" y="790"/>
                </a:lnTo>
                <a:lnTo>
                  <a:pt x="614" y="788"/>
                </a:lnTo>
                <a:lnTo>
                  <a:pt x="404" y="698"/>
                </a:lnTo>
                <a:lnTo>
                  <a:pt x="404" y="698"/>
                </a:lnTo>
                <a:lnTo>
                  <a:pt x="392" y="694"/>
                </a:lnTo>
                <a:lnTo>
                  <a:pt x="380" y="692"/>
                </a:lnTo>
                <a:lnTo>
                  <a:pt x="138" y="692"/>
                </a:lnTo>
                <a:lnTo>
                  <a:pt x="138" y="692"/>
                </a:lnTo>
                <a:lnTo>
                  <a:pt x="136" y="692"/>
                </a:lnTo>
                <a:lnTo>
                  <a:pt x="134" y="690"/>
                </a:lnTo>
                <a:lnTo>
                  <a:pt x="132" y="688"/>
                </a:lnTo>
                <a:lnTo>
                  <a:pt x="132" y="684"/>
                </a:lnTo>
                <a:lnTo>
                  <a:pt x="132" y="684"/>
                </a:lnTo>
                <a:lnTo>
                  <a:pt x="132" y="684"/>
                </a:lnTo>
                <a:lnTo>
                  <a:pt x="144" y="652"/>
                </a:lnTo>
                <a:lnTo>
                  <a:pt x="162" y="610"/>
                </a:lnTo>
                <a:lnTo>
                  <a:pt x="198" y="532"/>
                </a:lnTo>
                <a:lnTo>
                  <a:pt x="198" y="532"/>
                </a:lnTo>
                <a:lnTo>
                  <a:pt x="198" y="532"/>
                </a:lnTo>
                <a:lnTo>
                  <a:pt x="214" y="556"/>
                </a:lnTo>
                <a:lnTo>
                  <a:pt x="236" y="576"/>
                </a:lnTo>
                <a:lnTo>
                  <a:pt x="258" y="594"/>
                </a:lnTo>
                <a:lnTo>
                  <a:pt x="282" y="610"/>
                </a:lnTo>
                <a:lnTo>
                  <a:pt x="308" y="622"/>
                </a:lnTo>
                <a:lnTo>
                  <a:pt x="338" y="632"/>
                </a:lnTo>
                <a:lnTo>
                  <a:pt x="366" y="638"/>
                </a:lnTo>
                <a:lnTo>
                  <a:pt x="398" y="640"/>
                </a:lnTo>
                <a:lnTo>
                  <a:pt x="398" y="640"/>
                </a:lnTo>
                <a:lnTo>
                  <a:pt x="416" y="638"/>
                </a:lnTo>
                <a:lnTo>
                  <a:pt x="434" y="636"/>
                </a:lnTo>
                <a:lnTo>
                  <a:pt x="452" y="634"/>
                </a:lnTo>
                <a:lnTo>
                  <a:pt x="470" y="628"/>
                </a:lnTo>
                <a:lnTo>
                  <a:pt x="486" y="622"/>
                </a:lnTo>
                <a:lnTo>
                  <a:pt x="502" y="616"/>
                </a:lnTo>
                <a:lnTo>
                  <a:pt x="518" y="608"/>
                </a:lnTo>
                <a:lnTo>
                  <a:pt x="532" y="598"/>
                </a:lnTo>
                <a:lnTo>
                  <a:pt x="546" y="588"/>
                </a:lnTo>
                <a:lnTo>
                  <a:pt x="560" y="576"/>
                </a:lnTo>
                <a:lnTo>
                  <a:pt x="572" y="564"/>
                </a:lnTo>
                <a:lnTo>
                  <a:pt x="584" y="550"/>
                </a:lnTo>
                <a:lnTo>
                  <a:pt x="594" y="536"/>
                </a:lnTo>
                <a:lnTo>
                  <a:pt x="604" y="522"/>
                </a:lnTo>
                <a:lnTo>
                  <a:pt x="612" y="506"/>
                </a:lnTo>
                <a:lnTo>
                  <a:pt x="620" y="490"/>
                </a:lnTo>
                <a:lnTo>
                  <a:pt x="620" y="490"/>
                </a:lnTo>
                <a:lnTo>
                  <a:pt x="620" y="490"/>
                </a:lnTo>
                <a:lnTo>
                  <a:pt x="790" y="82"/>
                </a:lnTo>
                <a:lnTo>
                  <a:pt x="790" y="82"/>
                </a:lnTo>
                <a:lnTo>
                  <a:pt x="794" y="68"/>
                </a:lnTo>
                <a:lnTo>
                  <a:pt x="796" y="52"/>
                </a:lnTo>
                <a:lnTo>
                  <a:pt x="796" y="52"/>
                </a:lnTo>
                <a:lnTo>
                  <a:pt x="794" y="44"/>
                </a:lnTo>
                <a:lnTo>
                  <a:pt x="794" y="44"/>
                </a:lnTo>
                <a:close/>
                <a:moveTo>
                  <a:pt x="398" y="536"/>
                </a:moveTo>
                <a:lnTo>
                  <a:pt x="398" y="536"/>
                </a:lnTo>
                <a:lnTo>
                  <a:pt x="384" y="534"/>
                </a:lnTo>
                <a:lnTo>
                  <a:pt x="370" y="532"/>
                </a:lnTo>
                <a:lnTo>
                  <a:pt x="358" y="530"/>
                </a:lnTo>
                <a:lnTo>
                  <a:pt x="344" y="524"/>
                </a:lnTo>
                <a:lnTo>
                  <a:pt x="332" y="518"/>
                </a:lnTo>
                <a:lnTo>
                  <a:pt x="322" y="512"/>
                </a:lnTo>
                <a:lnTo>
                  <a:pt x="310" y="504"/>
                </a:lnTo>
                <a:lnTo>
                  <a:pt x="302" y="496"/>
                </a:lnTo>
                <a:lnTo>
                  <a:pt x="292" y="486"/>
                </a:lnTo>
                <a:lnTo>
                  <a:pt x="284" y="476"/>
                </a:lnTo>
                <a:lnTo>
                  <a:pt x="278" y="464"/>
                </a:lnTo>
                <a:lnTo>
                  <a:pt x="272" y="452"/>
                </a:lnTo>
                <a:lnTo>
                  <a:pt x="268" y="440"/>
                </a:lnTo>
                <a:lnTo>
                  <a:pt x="264" y="426"/>
                </a:lnTo>
                <a:lnTo>
                  <a:pt x="262" y="412"/>
                </a:lnTo>
                <a:lnTo>
                  <a:pt x="262" y="398"/>
                </a:lnTo>
                <a:lnTo>
                  <a:pt x="262" y="398"/>
                </a:lnTo>
                <a:lnTo>
                  <a:pt x="262" y="384"/>
                </a:lnTo>
                <a:lnTo>
                  <a:pt x="264" y="372"/>
                </a:lnTo>
                <a:lnTo>
                  <a:pt x="268" y="358"/>
                </a:lnTo>
                <a:lnTo>
                  <a:pt x="272" y="346"/>
                </a:lnTo>
                <a:lnTo>
                  <a:pt x="278" y="334"/>
                </a:lnTo>
                <a:lnTo>
                  <a:pt x="284" y="322"/>
                </a:lnTo>
                <a:lnTo>
                  <a:pt x="292" y="312"/>
                </a:lnTo>
                <a:lnTo>
                  <a:pt x="302" y="302"/>
                </a:lnTo>
                <a:lnTo>
                  <a:pt x="310" y="294"/>
                </a:lnTo>
                <a:lnTo>
                  <a:pt x="322" y="286"/>
                </a:lnTo>
                <a:lnTo>
                  <a:pt x="332" y="278"/>
                </a:lnTo>
                <a:lnTo>
                  <a:pt x="344" y="272"/>
                </a:lnTo>
                <a:lnTo>
                  <a:pt x="358" y="268"/>
                </a:lnTo>
                <a:lnTo>
                  <a:pt x="370" y="264"/>
                </a:lnTo>
                <a:lnTo>
                  <a:pt x="384" y="262"/>
                </a:lnTo>
                <a:lnTo>
                  <a:pt x="398" y="262"/>
                </a:lnTo>
                <a:lnTo>
                  <a:pt x="398" y="262"/>
                </a:lnTo>
                <a:lnTo>
                  <a:pt x="412" y="262"/>
                </a:lnTo>
                <a:lnTo>
                  <a:pt x="426" y="264"/>
                </a:lnTo>
                <a:lnTo>
                  <a:pt x="438" y="268"/>
                </a:lnTo>
                <a:lnTo>
                  <a:pt x="450" y="272"/>
                </a:lnTo>
                <a:lnTo>
                  <a:pt x="462" y="278"/>
                </a:lnTo>
                <a:lnTo>
                  <a:pt x="474" y="286"/>
                </a:lnTo>
                <a:lnTo>
                  <a:pt x="484" y="294"/>
                </a:lnTo>
                <a:lnTo>
                  <a:pt x="494" y="302"/>
                </a:lnTo>
                <a:lnTo>
                  <a:pt x="504" y="312"/>
                </a:lnTo>
                <a:lnTo>
                  <a:pt x="510" y="322"/>
                </a:lnTo>
                <a:lnTo>
                  <a:pt x="518" y="334"/>
                </a:lnTo>
                <a:lnTo>
                  <a:pt x="524" y="346"/>
                </a:lnTo>
                <a:lnTo>
                  <a:pt x="528" y="358"/>
                </a:lnTo>
                <a:lnTo>
                  <a:pt x="532" y="372"/>
                </a:lnTo>
                <a:lnTo>
                  <a:pt x="534" y="384"/>
                </a:lnTo>
                <a:lnTo>
                  <a:pt x="534" y="398"/>
                </a:lnTo>
                <a:lnTo>
                  <a:pt x="534" y="398"/>
                </a:lnTo>
                <a:lnTo>
                  <a:pt x="534" y="412"/>
                </a:lnTo>
                <a:lnTo>
                  <a:pt x="532" y="426"/>
                </a:lnTo>
                <a:lnTo>
                  <a:pt x="528" y="440"/>
                </a:lnTo>
                <a:lnTo>
                  <a:pt x="524" y="452"/>
                </a:lnTo>
                <a:lnTo>
                  <a:pt x="518" y="464"/>
                </a:lnTo>
                <a:lnTo>
                  <a:pt x="510" y="476"/>
                </a:lnTo>
                <a:lnTo>
                  <a:pt x="504" y="486"/>
                </a:lnTo>
                <a:lnTo>
                  <a:pt x="494" y="496"/>
                </a:lnTo>
                <a:lnTo>
                  <a:pt x="484" y="504"/>
                </a:lnTo>
                <a:lnTo>
                  <a:pt x="474" y="512"/>
                </a:lnTo>
                <a:lnTo>
                  <a:pt x="462" y="518"/>
                </a:lnTo>
                <a:lnTo>
                  <a:pt x="450" y="524"/>
                </a:lnTo>
                <a:lnTo>
                  <a:pt x="438" y="530"/>
                </a:lnTo>
                <a:lnTo>
                  <a:pt x="426" y="532"/>
                </a:lnTo>
                <a:lnTo>
                  <a:pt x="412" y="534"/>
                </a:lnTo>
                <a:lnTo>
                  <a:pt x="398" y="536"/>
                </a:lnTo>
                <a:lnTo>
                  <a:pt x="398" y="536"/>
                </a:lnTo>
                <a:close/>
              </a:path>
            </a:pathLst>
          </a:custGeom>
          <a:solidFill xmlns:a="http://schemas.openxmlformats.org/drawingml/2006/main">
            <a:srgbClr val="C10B12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8631" name="矩形 1">
            <a:extLst xmlns:a="http://schemas.openxmlformats.org/drawingml/2006/main">
              <a:ext uri="{FF2B5EF4-FFF2-40B4-BE49-F238E27FC236}">
                <a16:creationId xmlns:a16="http://schemas.microsoft.com/office/drawing/2014/main" id="{495BF1CC-0E21-4F8E-85D6-82EE30BD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8443" y="4876006"/>
            <a:ext cx="4654097" cy="2769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 b="0">
                <a:solidFill>
                  <a:schemeClr val="bg1">
                    <a:lumMod val="65000"/>
                  </a:schemeClr>
                </a:solidFill>
                <a:latin typeface="微软雅黑"/>
                <a:ea typeface="微软雅黑"/>
                <a:cs typeface="微软雅黑"/>
              </a:rPr>
              <a:t>      Confidential ©  USTB-IET 2024. All rights reserved  </a:t>
            </a:r>
            <a:fld id="{F6AF4A15-5E58-47C1-BF14-95DF5C4571E6}" type="slidenum">
              <a:rPr sz="1200" b="0">
                <a:solidFill>
                  <a:schemeClr val="bg1">
                    <a:lumMod val="65000"/>
                  </a:schemeClr>
                </a:solidFill>
                <a:latin typeface="微软雅黑"/>
                <a:ea typeface="微软雅黑"/>
                <a:cs typeface="微软雅黑"/>
              </a:rPr>
              <a:t>‹#›</a:t>
            </a:fld>
            <a:r>
              <a:rPr sz="1200" b="0">
                <a:solidFill>
                  <a:schemeClr val="bg1">
                    <a:lumMod val="65000"/>
                  </a:schemeClr>
                </a:solidFill>
                <a:latin typeface="微软雅黑"/>
                <a:ea typeface="微软雅黑"/>
                <a:cs typeface="微软雅黑"/>
              </a:rPr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0738a865ca1444e"/>
    <p:sldLayoutId xmlns:r="http://schemas.openxmlformats.org/officeDocument/2006/relationships" id="2147483650" r:id="R799e1e38abc74492"/>
    <p:sldLayoutId xmlns:r="http://schemas.openxmlformats.org/officeDocument/2006/relationships" id="2147483651" r:id="R523b600f277b4189"/>
    <p:sldLayoutId xmlns:r="http://schemas.openxmlformats.org/officeDocument/2006/relationships" id="2147483652" r:id="R0c9e0ead7c8848fd"/>
    <p:sldLayoutId xmlns:r="http://schemas.openxmlformats.org/officeDocument/2006/relationships" id="2147483653" r:id="R4eec9edfbd444178"/>
  </p:sldLayoutIdLst>
  <p:hf hdr="0" ftr="0"/>
  <p:txStyles>
    <p:titleStyle>
      <a:lvl1pPr xmlns:a="http://schemas.openxmlformats.org/drawingml/2006/main" algn="ctr">
        <a:buNone/>
        <a:defRPr sz="2400">
          <a:solidFill>
            <a:schemeClr val="bg1"/>
          </a:solidFill>
          <a:latin typeface="+mj-lt"/>
          <a:ea typeface="+mj-lt"/>
          <a:cs typeface="+mj-lt"/>
        </a:defRPr>
      </a:lvl1pPr>
      <a:lvl2pPr xmlns:a="http://schemas.openxmlformats.org/drawingml/2006/main" algn="ctr">
        <a:buNone/>
        <a:defRPr sz="2400">
          <a:solidFill>
            <a:schemeClr val="bg1"/>
          </a:solidFill>
          <a:latin typeface="Arial"/>
          <a:ea typeface="Arial"/>
          <a:cs typeface="Arial"/>
        </a:defRPr>
      </a:lvl2pPr>
      <a:lvl3pPr xmlns:a="http://schemas.openxmlformats.org/drawingml/2006/main" algn="ctr">
        <a:buNone/>
        <a:defRPr sz="2400">
          <a:solidFill>
            <a:schemeClr val="bg1"/>
          </a:solidFill>
          <a:latin typeface="Arial"/>
          <a:ea typeface="Arial"/>
          <a:cs typeface="Arial"/>
        </a:defRPr>
      </a:lvl3pPr>
      <a:lvl4pPr xmlns:a="http://schemas.openxmlformats.org/drawingml/2006/main" algn="ctr">
        <a:buNone/>
        <a:defRPr sz="2400">
          <a:solidFill>
            <a:schemeClr val="bg1"/>
          </a:solidFill>
          <a:latin typeface="Arial"/>
          <a:ea typeface="Arial"/>
          <a:cs typeface="Arial"/>
        </a:defRPr>
      </a:lvl4pPr>
      <a:lvl5pPr xmlns:a="http://schemas.openxmlformats.org/drawingml/2006/main" algn="ctr">
        <a:buNone/>
        <a:defRPr sz="2400">
          <a:solidFill>
            <a:schemeClr val="bg1"/>
          </a:solidFill>
          <a:latin typeface="Arial"/>
          <a:ea typeface="Arial"/>
          <a:cs typeface="Arial"/>
        </a:defRPr>
      </a:lvl5pPr>
      <a:lvl6pPr xmlns:a="http://schemas.openxmlformats.org/drawingml/2006/main" marL="457200" algn="ctr">
        <a:buNone/>
        <a:defRPr sz="2400">
          <a:solidFill>
            <a:schemeClr val="bg1"/>
          </a:solidFill>
          <a:latin typeface="Arial"/>
          <a:ea typeface="Arial"/>
          <a:cs typeface="Arial"/>
        </a:defRPr>
      </a:lvl6pPr>
      <a:lvl7pPr xmlns:a="http://schemas.openxmlformats.org/drawingml/2006/main" marL="914400" algn="ctr">
        <a:buNone/>
        <a:defRPr sz="2400">
          <a:solidFill>
            <a:schemeClr val="bg1"/>
          </a:solidFill>
          <a:latin typeface="Arial"/>
          <a:ea typeface="Arial"/>
          <a:cs typeface="Arial"/>
        </a:defRPr>
      </a:lvl7pPr>
      <a:lvl8pPr xmlns:a="http://schemas.openxmlformats.org/drawingml/2006/main" marL="1371600" algn="ctr">
        <a:buNone/>
        <a:defRPr sz="2400">
          <a:solidFill>
            <a:schemeClr val="bg1"/>
          </a:solidFill>
          <a:latin typeface="Arial"/>
          <a:ea typeface="Arial"/>
          <a:cs typeface="Arial"/>
        </a:defRPr>
      </a:lvl8pPr>
      <a:lvl9pPr xmlns:a="http://schemas.openxmlformats.org/drawingml/2006/main" marL="1828800" algn="ctr">
        <a:buNone/>
        <a:defRPr sz="2400">
          <a:solidFill>
            <a:schemeClr val="bg1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L="342900" indent="-342900" algn="l"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49875" name="矩形 1">
            <a:extLst xmlns:a="http://schemas.openxmlformats.org/drawingml/2006/main">
              <a:ext uri="{FF2B5EF4-FFF2-40B4-BE49-F238E27FC236}">
                <a16:creationId xmlns:a16="http://schemas.microsoft.com/office/drawing/2014/main" id="{9F68836E-A75C-46C6-AA33-ECD6DED35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9921" y="4872449"/>
            <a:ext cx="4401388" cy="2539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050" b="0">
                <a:solidFill>
                  <a:schemeClr val="bg1">
                    <a:lumMod val="65000"/>
                  </a:schemeClr>
                </a:solidFill>
                <a:latin typeface="微软雅黑"/>
                <a:ea typeface="微软雅黑"/>
                <a:cs typeface="微软雅黑"/>
              </a:rPr>
              <a:t>      Confidential ©  USTB-IET 2022. All rights reserved    </a:t>
            </a:r>
            <a:fld id="{F6AF4A15-5E58-47C1-BF14-95DF5C4571E6}" type="slidenum">
              <a:rPr sz="1050" b="0">
                <a:solidFill>
                  <a:schemeClr val="bg1">
                    <a:lumMod val="65000"/>
                  </a:schemeClr>
                </a:solidFill>
                <a:latin typeface="微软雅黑"/>
                <a:ea typeface="微软雅黑"/>
                <a:cs typeface="微软雅黑"/>
              </a:rPr>
              <a:t>‹#›</a:t>
            </a:fld>
            <a:r>
              <a:rPr sz="1050" b="0">
                <a:solidFill>
                  <a:schemeClr val="bg1">
                    <a:lumMod val="65000"/>
                  </a:schemeClr>
                </a:solidFill>
                <a:latin typeface="微软雅黑"/>
                <a:ea typeface="微软雅黑"/>
                <a:cs typeface="微软雅黑"/>
              </a:rPr>
              <a:t> </a:t>
            </a:r>
          </a:p>
        </p:txBody>
      </p:sp>
      <p:sp>
        <p:nvSpPr>
          <p:cNvPr id="1049876" name="Rectangle 114">
            <a:extLst xmlns:a="http://schemas.openxmlformats.org/drawingml/2006/main">
              <a:ext uri="{FF2B5EF4-FFF2-40B4-BE49-F238E27FC236}">
                <a16:creationId xmlns:a16="http://schemas.microsoft.com/office/drawing/2014/main" id="{26239259-B780-47DB-BB28-354E4368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5425" y="343823"/>
            <a:ext cx="757475" cy="46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9877" name="Freeform 115">
            <a:extLst xmlns:a="http://schemas.openxmlformats.org/drawingml/2006/main">
              <a:ext uri="{FF2B5EF4-FFF2-40B4-BE49-F238E27FC236}">
                <a16:creationId xmlns:a16="http://schemas.microsoft.com/office/drawing/2014/main" id="{F78538FE-47E8-49F7-AD9E-5A31ABFD6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589" y="185306"/>
            <a:ext cx="66662" cy="136532"/>
          </a:xfrm>
          <a:custGeom xmlns:a="http://schemas.openxmlformats.org/drawingml/2006/main">
            <a:rect l="0" t="0" r="r" b="b"/>
            <a:pathLst>
              <a:path w="226" h="472">
                <a:moveTo>
                  <a:pt x="8" y="62"/>
                </a:moveTo>
                <a:lnTo>
                  <a:pt x="8" y="0"/>
                </a:lnTo>
                <a:lnTo>
                  <a:pt x="226" y="0"/>
                </a:lnTo>
                <a:lnTo>
                  <a:pt x="202" y="62"/>
                </a:lnTo>
                <a:lnTo>
                  <a:pt x="144" y="62"/>
                </a:lnTo>
                <a:lnTo>
                  <a:pt x="144" y="62"/>
                </a:lnTo>
                <a:lnTo>
                  <a:pt x="138" y="62"/>
                </a:lnTo>
                <a:lnTo>
                  <a:pt x="134" y="64"/>
                </a:lnTo>
                <a:lnTo>
                  <a:pt x="132" y="68"/>
                </a:lnTo>
                <a:lnTo>
                  <a:pt x="130" y="72"/>
                </a:lnTo>
                <a:lnTo>
                  <a:pt x="122" y="100"/>
                </a:lnTo>
                <a:lnTo>
                  <a:pt x="122" y="100"/>
                </a:lnTo>
                <a:lnTo>
                  <a:pt x="122" y="106"/>
                </a:lnTo>
                <a:lnTo>
                  <a:pt x="124" y="110"/>
                </a:lnTo>
                <a:lnTo>
                  <a:pt x="128" y="112"/>
                </a:lnTo>
                <a:lnTo>
                  <a:pt x="132" y="114"/>
                </a:lnTo>
                <a:lnTo>
                  <a:pt x="216" y="114"/>
                </a:lnTo>
                <a:lnTo>
                  <a:pt x="216" y="408"/>
                </a:lnTo>
                <a:lnTo>
                  <a:pt x="138" y="472"/>
                </a:lnTo>
                <a:lnTo>
                  <a:pt x="28" y="472"/>
                </a:lnTo>
                <a:lnTo>
                  <a:pt x="28" y="238"/>
                </a:lnTo>
                <a:lnTo>
                  <a:pt x="0" y="238"/>
                </a:lnTo>
                <a:lnTo>
                  <a:pt x="46" y="74"/>
                </a:lnTo>
                <a:lnTo>
                  <a:pt x="46" y="74"/>
                </a:lnTo>
                <a:lnTo>
                  <a:pt x="46" y="70"/>
                </a:lnTo>
                <a:lnTo>
                  <a:pt x="44" y="66"/>
                </a:lnTo>
                <a:lnTo>
                  <a:pt x="40" y="62"/>
                </a:lnTo>
                <a:lnTo>
                  <a:pt x="36" y="62"/>
                </a:lnTo>
                <a:lnTo>
                  <a:pt x="8" y="62"/>
                </a:lnTo>
                <a:close/>
                <a:moveTo>
                  <a:pt x="126" y="174"/>
                </a:moveTo>
                <a:lnTo>
                  <a:pt x="118" y="174"/>
                </a:lnTo>
                <a:lnTo>
                  <a:pt x="118" y="174"/>
                </a:lnTo>
                <a:lnTo>
                  <a:pt x="112" y="176"/>
                </a:lnTo>
                <a:lnTo>
                  <a:pt x="108" y="178"/>
                </a:lnTo>
                <a:lnTo>
                  <a:pt x="106" y="182"/>
                </a:lnTo>
                <a:lnTo>
                  <a:pt x="106" y="186"/>
                </a:lnTo>
                <a:lnTo>
                  <a:pt x="106" y="398"/>
                </a:lnTo>
                <a:lnTo>
                  <a:pt x="106" y="398"/>
                </a:lnTo>
                <a:lnTo>
                  <a:pt x="106" y="404"/>
                </a:lnTo>
                <a:lnTo>
                  <a:pt x="108" y="408"/>
                </a:lnTo>
                <a:lnTo>
                  <a:pt x="112" y="410"/>
                </a:lnTo>
                <a:lnTo>
                  <a:pt x="116" y="410"/>
                </a:lnTo>
                <a:lnTo>
                  <a:pt x="126" y="410"/>
                </a:lnTo>
                <a:lnTo>
                  <a:pt x="126" y="410"/>
                </a:lnTo>
                <a:lnTo>
                  <a:pt x="132" y="410"/>
                </a:lnTo>
                <a:lnTo>
                  <a:pt x="136" y="408"/>
                </a:lnTo>
                <a:lnTo>
                  <a:pt x="138" y="404"/>
                </a:lnTo>
                <a:lnTo>
                  <a:pt x="138" y="398"/>
                </a:lnTo>
                <a:lnTo>
                  <a:pt x="138" y="186"/>
                </a:lnTo>
                <a:lnTo>
                  <a:pt x="138" y="186"/>
                </a:lnTo>
                <a:lnTo>
                  <a:pt x="138" y="182"/>
                </a:lnTo>
                <a:lnTo>
                  <a:pt x="136" y="178"/>
                </a:lnTo>
                <a:lnTo>
                  <a:pt x="132" y="176"/>
                </a:lnTo>
                <a:lnTo>
                  <a:pt x="126" y="174"/>
                </a:lnTo>
                <a:lnTo>
                  <a:pt x="126" y="174"/>
                </a:lnTo>
                <a:close/>
              </a:path>
            </a:pathLst>
          </a:custGeom>
          <a:solidFill xmlns:a="http://schemas.openxmlformats.org/drawingml/2006/main">
            <a:srgbClr val="353236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9878" name="Freeform 116">
            <a:extLst xmlns:a="http://schemas.openxmlformats.org/drawingml/2006/main">
              <a:ext uri="{FF2B5EF4-FFF2-40B4-BE49-F238E27FC236}">
                <a16:creationId xmlns:a16="http://schemas.microsoft.com/office/drawing/2014/main" id="{40483FB4-D5C6-49A1-8F74-BF6BEAF14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30842" y="185306"/>
            <a:ext cx="79051" cy="144632"/>
          </a:xfrm>
          <a:custGeom xmlns:a="http://schemas.openxmlformats.org/drawingml/2006/main">
            <a:rect l="0" t="0" r="r" b="b"/>
            <a:pathLst>
              <a:path w="268" h="500">
                <a:moveTo>
                  <a:pt x="20" y="270"/>
                </a:moveTo>
                <a:lnTo>
                  <a:pt x="0" y="270"/>
                </a:lnTo>
                <a:lnTo>
                  <a:pt x="0" y="208"/>
                </a:lnTo>
                <a:lnTo>
                  <a:pt x="24" y="208"/>
                </a:lnTo>
                <a:lnTo>
                  <a:pt x="24" y="208"/>
                </a:lnTo>
                <a:lnTo>
                  <a:pt x="28" y="206"/>
                </a:lnTo>
                <a:lnTo>
                  <a:pt x="30" y="204"/>
                </a:lnTo>
                <a:lnTo>
                  <a:pt x="34" y="200"/>
                </a:lnTo>
                <a:lnTo>
                  <a:pt x="34" y="196"/>
                </a:lnTo>
                <a:lnTo>
                  <a:pt x="34" y="74"/>
                </a:lnTo>
                <a:lnTo>
                  <a:pt x="34" y="74"/>
                </a:lnTo>
                <a:lnTo>
                  <a:pt x="34" y="70"/>
                </a:lnTo>
                <a:lnTo>
                  <a:pt x="30" y="68"/>
                </a:lnTo>
                <a:lnTo>
                  <a:pt x="28" y="64"/>
                </a:lnTo>
                <a:lnTo>
                  <a:pt x="24" y="64"/>
                </a:lnTo>
                <a:lnTo>
                  <a:pt x="8" y="64"/>
                </a:lnTo>
                <a:lnTo>
                  <a:pt x="8" y="0"/>
                </a:lnTo>
                <a:lnTo>
                  <a:pt x="266" y="0"/>
                </a:lnTo>
                <a:lnTo>
                  <a:pt x="242" y="64"/>
                </a:lnTo>
                <a:lnTo>
                  <a:pt x="238" y="64"/>
                </a:lnTo>
                <a:lnTo>
                  <a:pt x="238" y="64"/>
                </a:lnTo>
                <a:lnTo>
                  <a:pt x="234" y="64"/>
                </a:lnTo>
                <a:lnTo>
                  <a:pt x="230" y="66"/>
                </a:lnTo>
                <a:lnTo>
                  <a:pt x="228" y="70"/>
                </a:lnTo>
                <a:lnTo>
                  <a:pt x="228" y="74"/>
                </a:lnTo>
                <a:lnTo>
                  <a:pt x="228" y="194"/>
                </a:lnTo>
                <a:lnTo>
                  <a:pt x="228" y="194"/>
                </a:lnTo>
                <a:lnTo>
                  <a:pt x="230" y="200"/>
                </a:lnTo>
                <a:lnTo>
                  <a:pt x="232" y="204"/>
                </a:lnTo>
                <a:lnTo>
                  <a:pt x="236" y="206"/>
                </a:lnTo>
                <a:lnTo>
                  <a:pt x="242" y="208"/>
                </a:lnTo>
                <a:lnTo>
                  <a:pt x="268" y="208"/>
                </a:lnTo>
                <a:lnTo>
                  <a:pt x="244" y="270"/>
                </a:lnTo>
                <a:lnTo>
                  <a:pt x="240" y="270"/>
                </a:lnTo>
                <a:lnTo>
                  <a:pt x="240" y="270"/>
                </a:lnTo>
                <a:lnTo>
                  <a:pt x="236" y="272"/>
                </a:lnTo>
                <a:lnTo>
                  <a:pt x="232" y="274"/>
                </a:lnTo>
                <a:lnTo>
                  <a:pt x="230" y="278"/>
                </a:lnTo>
                <a:lnTo>
                  <a:pt x="228" y="284"/>
                </a:lnTo>
                <a:lnTo>
                  <a:pt x="228" y="500"/>
                </a:lnTo>
                <a:lnTo>
                  <a:pt x="150" y="500"/>
                </a:lnTo>
                <a:lnTo>
                  <a:pt x="150" y="280"/>
                </a:lnTo>
                <a:lnTo>
                  <a:pt x="150" y="280"/>
                </a:lnTo>
                <a:lnTo>
                  <a:pt x="150" y="276"/>
                </a:lnTo>
                <a:lnTo>
                  <a:pt x="148" y="274"/>
                </a:lnTo>
                <a:lnTo>
                  <a:pt x="144" y="272"/>
                </a:lnTo>
                <a:lnTo>
                  <a:pt x="140" y="270"/>
                </a:lnTo>
                <a:lnTo>
                  <a:pt x="120" y="270"/>
                </a:lnTo>
                <a:lnTo>
                  <a:pt x="120" y="270"/>
                </a:lnTo>
                <a:lnTo>
                  <a:pt x="116" y="272"/>
                </a:lnTo>
                <a:lnTo>
                  <a:pt x="114" y="274"/>
                </a:lnTo>
                <a:lnTo>
                  <a:pt x="110" y="278"/>
                </a:lnTo>
                <a:lnTo>
                  <a:pt x="110" y="282"/>
                </a:lnTo>
                <a:lnTo>
                  <a:pt x="110" y="500"/>
                </a:lnTo>
                <a:lnTo>
                  <a:pt x="34" y="500"/>
                </a:lnTo>
                <a:lnTo>
                  <a:pt x="34" y="284"/>
                </a:lnTo>
                <a:lnTo>
                  <a:pt x="34" y="284"/>
                </a:lnTo>
                <a:lnTo>
                  <a:pt x="32" y="278"/>
                </a:lnTo>
                <a:lnTo>
                  <a:pt x="30" y="274"/>
                </a:lnTo>
                <a:lnTo>
                  <a:pt x="26" y="272"/>
                </a:lnTo>
                <a:lnTo>
                  <a:pt x="20" y="270"/>
                </a:lnTo>
                <a:lnTo>
                  <a:pt x="20" y="270"/>
                </a:lnTo>
                <a:close/>
                <a:moveTo>
                  <a:pt x="150" y="196"/>
                </a:moveTo>
                <a:lnTo>
                  <a:pt x="150" y="74"/>
                </a:lnTo>
                <a:lnTo>
                  <a:pt x="150" y="74"/>
                </a:lnTo>
                <a:lnTo>
                  <a:pt x="150" y="70"/>
                </a:lnTo>
                <a:lnTo>
                  <a:pt x="148" y="66"/>
                </a:lnTo>
                <a:lnTo>
                  <a:pt x="146" y="64"/>
                </a:lnTo>
                <a:lnTo>
                  <a:pt x="142" y="64"/>
                </a:lnTo>
                <a:lnTo>
                  <a:pt x="120" y="64"/>
                </a:lnTo>
                <a:lnTo>
                  <a:pt x="120" y="64"/>
                </a:lnTo>
                <a:lnTo>
                  <a:pt x="116" y="64"/>
                </a:lnTo>
                <a:lnTo>
                  <a:pt x="112" y="66"/>
                </a:lnTo>
                <a:lnTo>
                  <a:pt x="110" y="70"/>
                </a:lnTo>
                <a:lnTo>
                  <a:pt x="110" y="74"/>
                </a:lnTo>
                <a:lnTo>
                  <a:pt x="110" y="196"/>
                </a:lnTo>
                <a:lnTo>
                  <a:pt x="110" y="196"/>
                </a:lnTo>
                <a:lnTo>
                  <a:pt x="110" y="200"/>
                </a:lnTo>
                <a:lnTo>
                  <a:pt x="114" y="204"/>
                </a:lnTo>
                <a:lnTo>
                  <a:pt x="116" y="206"/>
                </a:lnTo>
                <a:lnTo>
                  <a:pt x="120" y="208"/>
                </a:lnTo>
                <a:lnTo>
                  <a:pt x="138" y="208"/>
                </a:lnTo>
                <a:lnTo>
                  <a:pt x="138" y="208"/>
                </a:lnTo>
                <a:lnTo>
                  <a:pt x="144" y="206"/>
                </a:lnTo>
                <a:lnTo>
                  <a:pt x="148" y="204"/>
                </a:lnTo>
                <a:lnTo>
                  <a:pt x="150" y="200"/>
                </a:lnTo>
                <a:lnTo>
                  <a:pt x="150" y="196"/>
                </a:lnTo>
                <a:lnTo>
                  <a:pt x="150" y="196"/>
                </a:lnTo>
                <a:close/>
              </a:path>
            </a:pathLst>
          </a:custGeom>
          <a:solidFill xmlns:a="http://schemas.openxmlformats.org/drawingml/2006/main">
            <a:srgbClr val="353236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9879" name="Freeform 117">
            <a:extLst xmlns:a="http://schemas.openxmlformats.org/drawingml/2006/main">
              <a:ext uri="{FF2B5EF4-FFF2-40B4-BE49-F238E27FC236}">
                <a16:creationId xmlns:a16="http://schemas.microsoft.com/office/drawing/2014/main" id="{CFD5340D-9257-4DBC-AC36-EBF82E9C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5990" y="192248"/>
            <a:ext cx="140994" cy="129590"/>
          </a:xfrm>
          <a:custGeom xmlns:a="http://schemas.openxmlformats.org/drawingml/2006/main">
            <a:rect l="0" t="0" r="r" b="b"/>
            <a:pathLst>
              <a:path w="478" h="448">
                <a:moveTo>
                  <a:pt x="172" y="64"/>
                </a:moveTo>
                <a:lnTo>
                  <a:pt x="2" y="64"/>
                </a:lnTo>
                <a:lnTo>
                  <a:pt x="2" y="0"/>
                </a:lnTo>
                <a:lnTo>
                  <a:pt x="474" y="0"/>
                </a:lnTo>
                <a:lnTo>
                  <a:pt x="444" y="64"/>
                </a:lnTo>
                <a:lnTo>
                  <a:pt x="306" y="64"/>
                </a:lnTo>
                <a:lnTo>
                  <a:pt x="306" y="64"/>
                </a:lnTo>
                <a:lnTo>
                  <a:pt x="298" y="66"/>
                </a:lnTo>
                <a:lnTo>
                  <a:pt x="292" y="70"/>
                </a:lnTo>
                <a:lnTo>
                  <a:pt x="288" y="76"/>
                </a:lnTo>
                <a:lnTo>
                  <a:pt x="286" y="84"/>
                </a:lnTo>
                <a:lnTo>
                  <a:pt x="286" y="368"/>
                </a:lnTo>
                <a:lnTo>
                  <a:pt x="286" y="368"/>
                </a:lnTo>
                <a:lnTo>
                  <a:pt x="288" y="374"/>
                </a:lnTo>
                <a:lnTo>
                  <a:pt x="290" y="378"/>
                </a:lnTo>
                <a:lnTo>
                  <a:pt x="296" y="382"/>
                </a:lnTo>
                <a:lnTo>
                  <a:pt x="302" y="382"/>
                </a:lnTo>
                <a:lnTo>
                  <a:pt x="478" y="382"/>
                </a:lnTo>
                <a:lnTo>
                  <a:pt x="446" y="448"/>
                </a:lnTo>
                <a:lnTo>
                  <a:pt x="0" y="448"/>
                </a:lnTo>
                <a:lnTo>
                  <a:pt x="0" y="382"/>
                </a:lnTo>
                <a:lnTo>
                  <a:pt x="172" y="382"/>
                </a:lnTo>
                <a:lnTo>
                  <a:pt x="172" y="382"/>
                </a:lnTo>
                <a:lnTo>
                  <a:pt x="180" y="382"/>
                </a:lnTo>
                <a:lnTo>
                  <a:pt x="186" y="378"/>
                </a:lnTo>
                <a:lnTo>
                  <a:pt x="190" y="372"/>
                </a:lnTo>
                <a:lnTo>
                  <a:pt x="192" y="364"/>
                </a:lnTo>
                <a:lnTo>
                  <a:pt x="192" y="84"/>
                </a:lnTo>
                <a:lnTo>
                  <a:pt x="192" y="84"/>
                </a:lnTo>
                <a:lnTo>
                  <a:pt x="190" y="76"/>
                </a:lnTo>
                <a:lnTo>
                  <a:pt x="186" y="70"/>
                </a:lnTo>
                <a:lnTo>
                  <a:pt x="180" y="66"/>
                </a:lnTo>
                <a:lnTo>
                  <a:pt x="172" y="64"/>
                </a:lnTo>
                <a:lnTo>
                  <a:pt x="172" y="64"/>
                </a:lnTo>
                <a:close/>
              </a:path>
            </a:pathLst>
          </a:custGeom>
          <a:solidFill xmlns:a="http://schemas.openxmlformats.org/drawingml/2006/main">
            <a:srgbClr val="353236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9880" name="Line 118">
            <a:extLst xmlns:a="http://schemas.openxmlformats.org/drawingml/2006/main">
              <a:ext uri="{FF2B5EF4-FFF2-40B4-BE49-F238E27FC236}">
                <a16:creationId xmlns:a16="http://schemas.microsoft.com/office/drawing/2014/main" id="{5F984DB5-7836-47C9-8C11-5BE85ECB6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93111" y="24258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9881" name="Line 119">
            <a:extLst xmlns:a="http://schemas.openxmlformats.org/drawingml/2006/main">
              <a:ext uri="{FF2B5EF4-FFF2-40B4-BE49-F238E27FC236}">
                <a16:creationId xmlns:a16="http://schemas.microsoft.com/office/drawing/2014/main" id="{42E61FBB-E587-4B55-A1E9-6613BF3C2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93111" y="24258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9882" name="Freeform 120">
            <a:extLst xmlns:a="http://schemas.openxmlformats.org/drawingml/2006/main">
              <a:ext uri="{FF2B5EF4-FFF2-40B4-BE49-F238E27FC236}">
                <a16:creationId xmlns:a16="http://schemas.microsoft.com/office/drawing/2014/main" id="{CBF5874B-089D-4B4A-9692-63A6972E3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7801" y="185306"/>
            <a:ext cx="71382" cy="144632"/>
          </a:xfrm>
          <a:custGeom xmlns:a="http://schemas.openxmlformats.org/drawingml/2006/main">
            <a:rect l="0" t="0" r="r" b="b"/>
            <a:pathLst>
              <a:path w="242" h="500">
                <a:moveTo>
                  <a:pt x="156" y="188"/>
                </a:moveTo>
                <a:lnTo>
                  <a:pt x="156" y="500"/>
                </a:lnTo>
                <a:lnTo>
                  <a:pt x="88" y="500"/>
                </a:lnTo>
                <a:lnTo>
                  <a:pt x="88" y="188"/>
                </a:lnTo>
                <a:lnTo>
                  <a:pt x="88" y="188"/>
                </a:lnTo>
                <a:lnTo>
                  <a:pt x="86" y="182"/>
                </a:lnTo>
                <a:lnTo>
                  <a:pt x="84" y="178"/>
                </a:lnTo>
                <a:lnTo>
                  <a:pt x="78" y="174"/>
                </a:lnTo>
                <a:lnTo>
                  <a:pt x="74" y="174"/>
                </a:lnTo>
                <a:lnTo>
                  <a:pt x="0" y="174"/>
                </a:lnTo>
                <a:lnTo>
                  <a:pt x="0" y="116"/>
                </a:lnTo>
                <a:lnTo>
                  <a:pt x="74" y="116"/>
                </a:lnTo>
                <a:lnTo>
                  <a:pt x="74" y="116"/>
                </a:lnTo>
                <a:lnTo>
                  <a:pt x="80" y="114"/>
                </a:lnTo>
                <a:lnTo>
                  <a:pt x="84" y="112"/>
                </a:lnTo>
                <a:lnTo>
                  <a:pt x="86" y="108"/>
                </a:lnTo>
                <a:lnTo>
                  <a:pt x="88" y="102"/>
                </a:lnTo>
                <a:lnTo>
                  <a:pt x="88" y="88"/>
                </a:lnTo>
                <a:lnTo>
                  <a:pt x="88" y="88"/>
                </a:lnTo>
                <a:lnTo>
                  <a:pt x="86" y="84"/>
                </a:lnTo>
                <a:lnTo>
                  <a:pt x="84" y="80"/>
                </a:lnTo>
                <a:lnTo>
                  <a:pt x="80" y="78"/>
                </a:lnTo>
                <a:lnTo>
                  <a:pt x="76" y="78"/>
                </a:lnTo>
                <a:lnTo>
                  <a:pt x="4" y="84"/>
                </a:lnTo>
                <a:lnTo>
                  <a:pt x="4" y="22"/>
                </a:lnTo>
                <a:lnTo>
                  <a:pt x="242" y="0"/>
                </a:lnTo>
                <a:lnTo>
                  <a:pt x="226" y="62"/>
                </a:lnTo>
                <a:lnTo>
                  <a:pt x="170" y="68"/>
                </a:lnTo>
                <a:lnTo>
                  <a:pt x="170" y="68"/>
                </a:lnTo>
                <a:lnTo>
                  <a:pt x="164" y="70"/>
                </a:lnTo>
                <a:lnTo>
                  <a:pt x="160" y="74"/>
                </a:lnTo>
                <a:lnTo>
                  <a:pt x="158" y="78"/>
                </a:lnTo>
                <a:lnTo>
                  <a:pt x="156" y="84"/>
                </a:lnTo>
                <a:lnTo>
                  <a:pt x="156" y="100"/>
                </a:lnTo>
                <a:lnTo>
                  <a:pt x="156" y="100"/>
                </a:lnTo>
                <a:lnTo>
                  <a:pt x="158" y="106"/>
                </a:lnTo>
                <a:lnTo>
                  <a:pt x="160" y="110"/>
                </a:lnTo>
                <a:lnTo>
                  <a:pt x="166" y="114"/>
                </a:lnTo>
                <a:lnTo>
                  <a:pt x="172" y="116"/>
                </a:lnTo>
                <a:lnTo>
                  <a:pt x="242" y="116"/>
                </a:lnTo>
                <a:lnTo>
                  <a:pt x="216" y="174"/>
                </a:lnTo>
                <a:lnTo>
                  <a:pt x="170" y="174"/>
                </a:lnTo>
                <a:lnTo>
                  <a:pt x="170" y="174"/>
                </a:lnTo>
                <a:lnTo>
                  <a:pt x="166" y="174"/>
                </a:lnTo>
                <a:lnTo>
                  <a:pt x="160" y="178"/>
                </a:lnTo>
                <a:lnTo>
                  <a:pt x="158" y="182"/>
                </a:lnTo>
                <a:lnTo>
                  <a:pt x="156" y="188"/>
                </a:lnTo>
                <a:lnTo>
                  <a:pt x="156" y="188"/>
                </a:lnTo>
                <a:close/>
              </a:path>
            </a:pathLst>
          </a:custGeom>
          <a:solidFill xmlns:a="http://schemas.openxmlformats.org/drawingml/2006/main">
            <a:srgbClr val="353236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9883" name="Freeform 121">
            <a:extLst xmlns:a="http://schemas.openxmlformats.org/drawingml/2006/main">
              <a:ext uri="{FF2B5EF4-FFF2-40B4-BE49-F238E27FC236}">
                <a16:creationId xmlns:a16="http://schemas.microsoft.com/office/drawing/2014/main" id="{59CB9B6D-083D-4EEE-81FC-53B31A5C0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0953" y="185306"/>
            <a:ext cx="69612" cy="144632"/>
          </a:xfrm>
          <a:custGeom xmlns:a="http://schemas.openxmlformats.org/drawingml/2006/main">
            <a:rect l="0" t="0" r="r" b="b"/>
            <a:pathLst>
              <a:path w="236" h="500">
                <a:moveTo>
                  <a:pt x="130" y="0"/>
                </a:moveTo>
                <a:lnTo>
                  <a:pt x="202" y="0"/>
                </a:lnTo>
                <a:lnTo>
                  <a:pt x="202" y="342"/>
                </a:lnTo>
                <a:lnTo>
                  <a:pt x="202" y="342"/>
                </a:lnTo>
                <a:lnTo>
                  <a:pt x="202" y="346"/>
                </a:lnTo>
                <a:lnTo>
                  <a:pt x="204" y="348"/>
                </a:lnTo>
                <a:lnTo>
                  <a:pt x="208" y="350"/>
                </a:lnTo>
                <a:lnTo>
                  <a:pt x="212" y="352"/>
                </a:lnTo>
                <a:lnTo>
                  <a:pt x="236" y="350"/>
                </a:lnTo>
                <a:lnTo>
                  <a:pt x="216" y="412"/>
                </a:lnTo>
                <a:lnTo>
                  <a:pt x="210" y="412"/>
                </a:lnTo>
                <a:lnTo>
                  <a:pt x="210" y="412"/>
                </a:lnTo>
                <a:lnTo>
                  <a:pt x="206" y="412"/>
                </a:lnTo>
                <a:lnTo>
                  <a:pt x="204" y="414"/>
                </a:lnTo>
                <a:lnTo>
                  <a:pt x="202" y="418"/>
                </a:lnTo>
                <a:lnTo>
                  <a:pt x="202" y="420"/>
                </a:lnTo>
                <a:lnTo>
                  <a:pt x="202" y="500"/>
                </a:lnTo>
                <a:lnTo>
                  <a:pt x="130" y="500"/>
                </a:lnTo>
                <a:lnTo>
                  <a:pt x="130" y="426"/>
                </a:lnTo>
                <a:lnTo>
                  <a:pt x="130" y="426"/>
                </a:lnTo>
                <a:lnTo>
                  <a:pt x="128" y="422"/>
                </a:lnTo>
                <a:lnTo>
                  <a:pt x="126" y="418"/>
                </a:lnTo>
                <a:lnTo>
                  <a:pt x="122" y="416"/>
                </a:lnTo>
                <a:lnTo>
                  <a:pt x="118" y="416"/>
                </a:lnTo>
                <a:lnTo>
                  <a:pt x="0" y="424"/>
                </a:lnTo>
                <a:lnTo>
                  <a:pt x="0" y="364"/>
                </a:lnTo>
                <a:lnTo>
                  <a:pt x="118" y="356"/>
                </a:lnTo>
                <a:lnTo>
                  <a:pt x="118" y="356"/>
                </a:lnTo>
                <a:lnTo>
                  <a:pt x="122" y="354"/>
                </a:lnTo>
                <a:lnTo>
                  <a:pt x="126" y="352"/>
                </a:lnTo>
                <a:lnTo>
                  <a:pt x="128" y="348"/>
                </a:lnTo>
                <a:lnTo>
                  <a:pt x="130" y="344"/>
                </a:lnTo>
                <a:lnTo>
                  <a:pt x="130" y="0"/>
                </a:lnTo>
                <a:close/>
              </a:path>
            </a:pathLst>
          </a:custGeom>
          <a:solidFill xmlns:a="http://schemas.openxmlformats.org/drawingml/2006/main">
            <a:srgbClr val="353236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9884" name="Freeform 122">
            <a:extLst xmlns:a="http://schemas.openxmlformats.org/drawingml/2006/main">
              <a:ext uri="{FF2B5EF4-FFF2-40B4-BE49-F238E27FC236}">
                <a16:creationId xmlns:a16="http://schemas.microsoft.com/office/drawing/2014/main" id="{5A333399-FDCF-4E48-8650-1E284F514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6852" y="200348"/>
            <a:ext cx="25957" cy="30662"/>
          </a:xfrm>
          <a:custGeom xmlns:a="http://schemas.openxmlformats.org/drawingml/2006/main">
            <a:rect l="0" t="0" r="r" b="b"/>
            <a:pathLst>
              <a:path w="88" h="106">
                <a:moveTo>
                  <a:pt x="0" y="0"/>
                </a:moveTo>
                <a:lnTo>
                  <a:pt x="0" y="62"/>
                </a:lnTo>
                <a:lnTo>
                  <a:pt x="88" y="106"/>
                </a:lnTo>
                <a:lnTo>
                  <a:pt x="88" y="4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53236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9885" name="Freeform 123">
            <a:extLst xmlns:a="http://schemas.openxmlformats.org/drawingml/2006/main">
              <a:ext uri="{FF2B5EF4-FFF2-40B4-BE49-F238E27FC236}">
                <a16:creationId xmlns:a16="http://schemas.microsoft.com/office/drawing/2014/main" id="{749B6D91-D0AC-49F5-BCAD-E9B90F06F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6852" y="237374"/>
            <a:ext cx="25957" cy="30662"/>
          </a:xfrm>
          <a:custGeom xmlns:a="http://schemas.openxmlformats.org/drawingml/2006/main">
            <a:rect l="0" t="0" r="r" b="b"/>
            <a:pathLst>
              <a:path w="88" h="106">
                <a:moveTo>
                  <a:pt x="0" y="0"/>
                </a:moveTo>
                <a:lnTo>
                  <a:pt x="0" y="62"/>
                </a:lnTo>
                <a:lnTo>
                  <a:pt x="88" y="106"/>
                </a:lnTo>
                <a:lnTo>
                  <a:pt x="88" y="4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53236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9886" name="Rectangle 124">
            <a:extLst xmlns:a="http://schemas.openxmlformats.org/drawingml/2006/main">
              <a:ext uri="{FF2B5EF4-FFF2-40B4-BE49-F238E27FC236}">
                <a16:creationId xmlns:a16="http://schemas.microsoft.com/office/drawing/2014/main" id="{6958FAD9-B3C8-4E59-8FEC-0B1FA3B01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90751" y="242580"/>
            <a:ext cx="18877" cy="792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3236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9887" name="Rectangle 125">
            <a:extLst xmlns:a="http://schemas.openxmlformats.org/drawingml/2006/main">
              <a:ext uri="{FF2B5EF4-FFF2-40B4-BE49-F238E27FC236}">
                <a16:creationId xmlns:a16="http://schemas.microsoft.com/office/drawing/2014/main" id="{E36AE874-2A73-4AFB-A921-D4481CE3A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37946" y="242580"/>
            <a:ext cx="18287" cy="792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3236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9888" name="Freeform 126">
            <a:extLst xmlns:a="http://schemas.openxmlformats.org/drawingml/2006/main">
              <a:ext uri="{FF2B5EF4-FFF2-40B4-BE49-F238E27FC236}">
                <a16:creationId xmlns:a16="http://schemas.microsoft.com/office/drawing/2014/main" id="{71F6EB9D-7964-49C1-9A9C-ABCCEC68F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75124" y="185306"/>
            <a:ext cx="67252" cy="144632"/>
          </a:xfrm>
          <a:custGeom xmlns:a="http://schemas.openxmlformats.org/drawingml/2006/main">
            <a:rect l="0" t="0" r="r" b="b"/>
            <a:pathLst>
              <a:path w="228" h="500">
                <a:moveTo>
                  <a:pt x="104" y="98"/>
                </a:moveTo>
                <a:lnTo>
                  <a:pt x="228" y="76"/>
                </a:lnTo>
                <a:lnTo>
                  <a:pt x="212" y="154"/>
                </a:lnTo>
                <a:lnTo>
                  <a:pt x="102" y="170"/>
                </a:lnTo>
                <a:lnTo>
                  <a:pt x="102" y="170"/>
                </a:lnTo>
                <a:lnTo>
                  <a:pt x="96" y="172"/>
                </a:lnTo>
                <a:lnTo>
                  <a:pt x="92" y="176"/>
                </a:lnTo>
                <a:lnTo>
                  <a:pt x="88" y="182"/>
                </a:lnTo>
                <a:lnTo>
                  <a:pt x="88" y="188"/>
                </a:lnTo>
                <a:lnTo>
                  <a:pt x="88" y="422"/>
                </a:lnTo>
                <a:lnTo>
                  <a:pt x="88" y="422"/>
                </a:lnTo>
                <a:lnTo>
                  <a:pt x="88" y="426"/>
                </a:lnTo>
                <a:lnTo>
                  <a:pt x="92" y="432"/>
                </a:lnTo>
                <a:lnTo>
                  <a:pt x="96" y="436"/>
                </a:lnTo>
                <a:lnTo>
                  <a:pt x="102" y="436"/>
                </a:lnTo>
                <a:lnTo>
                  <a:pt x="222" y="436"/>
                </a:lnTo>
                <a:lnTo>
                  <a:pt x="192" y="500"/>
                </a:lnTo>
                <a:lnTo>
                  <a:pt x="38" y="500"/>
                </a:lnTo>
                <a:lnTo>
                  <a:pt x="38" y="500"/>
                </a:lnTo>
                <a:lnTo>
                  <a:pt x="30" y="500"/>
                </a:lnTo>
                <a:lnTo>
                  <a:pt x="24" y="498"/>
                </a:lnTo>
                <a:lnTo>
                  <a:pt x="18" y="494"/>
                </a:lnTo>
                <a:lnTo>
                  <a:pt x="12" y="490"/>
                </a:lnTo>
                <a:lnTo>
                  <a:pt x="6" y="484"/>
                </a:lnTo>
                <a:lnTo>
                  <a:pt x="4" y="478"/>
                </a:lnTo>
                <a:lnTo>
                  <a:pt x="0" y="470"/>
                </a:lnTo>
                <a:lnTo>
                  <a:pt x="0" y="462"/>
                </a:lnTo>
                <a:lnTo>
                  <a:pt x="0" y="0"/>
                </a:lnTo>
                <a:lnTo>
                  <a:pt x="88" y="0"/>
                </a:lnTo>
                <a:lnTo>
                  <a:pt x="88" y="84"/>
                </a:lnTo>
                <a:lnTo>
                  <a:pt x="88" y="84"/>
                </a:lnTo>
                <a:lnTo>
                  <a:pt x="88" y="90"/>
                </a:lnTo>
                <a:lnTo>
                  <a:pt x="92" y="94"/>
                </a:lnTo>
                <a:lnTo>
                  <a:pt x="98" y="96"/>
                </a:lnTo>
                <a:lnTo>
                  <a:pt x="104" y="98"/>
                </a:lnTo>
                <a:lnTo>
                  <a:pt x="104" y="98"/>
                </a:lnTo>
                <a:close/>
              </a:path>
            </a:pathLst>
          </a:custGeom>
          <a:solidFill xmlns:a="http://schemas.openxmlformats.org/drawingml/2006/main">
            <a:srgbClr val="353236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9889" name="Freeform 127">
            <a:extLst xmlns:a="http://schemas.openxmlformats.org/drawingml/2006/main">
              <a:ext uri="{FF2B5EF4-FFF2-40B4-BE49-F238E27FC236}">
                <a16:creationId xmlns:a16="http://schemas.microsoft.com/office/drawing/2014/main" id="{33397FF3-D7ED-4CD8-A94B-4970063D3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9022" y="185306"/>
            <a:ext cx="61943" cy="144632"/>
          </a:xfrm>
          <a:custGeom xmlns:a="http://schemas.openxmlformats.org/drawingml/2006/main">
            <a:rect l="0" t="0" r="r" b="b"/>
            <a:pathLst>
              <a:path w="210" h="500">
                <a:moveTo>
                  <a:pt x="122" y="0"/>
                </a:moveTo>
                <a:lnTo>
                  <a:pt x="122" y="80"/>
                </a:lnTo>
                <a:lnTo>
                  <a:pt x="122" y="80"/>
                </a:lnTo>
                <a:lnTo>
                  <a:pt x="122" y="86"/>
                </a:lnTo>
                <a:lnTo>
                  <a:pt x="118" y="92"/>
                </a:lnTo>
                <a:lnTo>
                  <a:pt x="114" y="94"/>
                </a:lnTo>
                <a:lnTo>
                  <a:pt x="108" y="96"/>
                </a:lnTo>
                <a:lnTo>
                  <a:pt x="0" y="96"/>
                </a:lnTo>
                <a:lnTo>
                  <a:pt x="0" y="160"/>
                </a:lnTo>
                <a:lnTo>
                  <a:pt x="108" y="160"/>
                </a:lnTo>
                <a:lnTo>
                  <a:pt x="108" y="160"/>
                </a:lnTo>
                <a:lnTo>
                  <a:pt x="114" y="162"/>
                </a:lnTo>
                <a:lnTo>
                  <a:pt x="120" y="164"/>
                </a:lnTo>
                <a:lnTo>
                  <a:pt x="122" y="170"/>
                </a:lnTo>
                <a:lnTo>
                  <a:pt x="124" y="176"/>
                </a:lnTo>
                <a:lnTo>
                  <a:pt x="124" y="418"/>
                </a:lnTo>
                <a:lnTo>
                  <a:pt x="124" y="418"/>
                </a:lnTo>
                <a:lnTo>
                  <a:pt x="122" y="424"/>
                </a:lnTo>
                <a:lnTo>
                  <a:pt x="118" y="430"/>
                </a:lnTo>
                <a:lnTo>
                  <a:pt x="112" y="434"/>
                </a:lnTo>
                <a:lnTo>
                  <a:pt x="104" y="436"/>
                </a:lnTo>
                <a:lnTo>
                  <a:pt x="2" y="436"/>
                </a:lnTo>
                <a:lnTo>
                  <a:pt x="2" y="500"/>
                </a:lnTo>
                <a:lnTo>
                  <a:pt x="170" y="500"/>
                </a:lnTo>
                <a:lnTo>
                  <a:pt x="170" y="500"/>
                </a:lnTo>
                <a:lnTo>
                  <a:pt x="178" y="500"/>
                </a:lnTo>
                <a:lnTo>
                  <a:pt x="186" y="498"/>
                </a:lnTo>
                <a:lnTo>
                  <a:pt x="192" y="492"/>
                </a:lnTo>
                <a:lnTo>
                  <a:pt x="198" y="488"/>
                </a:lnTo>
                <a:lnTo>
                  <a:pt x="204" y="480"/>
                </a:lnTo>
                <a:lnTo>
                  <a:pt x="208" y="470"/>
                </a:lnTo>
                <a:lnTo>
                  <a:pt x="210" y="460"/>
                </a:lnTo>
                <a:lnTo>
                  <a:pt x="210" y="448"/>
                </a:lnTo>
                <a:lnTo>
                  <a:pt x="210" y="0"/>
                </a:lnTo>
                <a:lnTo>
                  <a:pt x="122" y="0"/>
                </a:lnTo>
                <a:close/>
              </a:path>
            </a:pathLst>
          </a:custGeom>
          <a:solidFill xmlns:a="http://schemas.openxmlformats.org/drawingml/2006/main">
            <a:srgbClr val="353236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9890" name="Rectangle 128">
            <a:extLst xmlns:a="http://schemas.openxmlformats.org/drawingml/2006/main">
              <a:ext uri="{FF2B5EF4-FFF2-40B4-BE49-F238E27FC236}">
                <a16:creationId xmlns:a16="http://schemas.microsoft.com/office/drawing/2014/main" id="{6B6F0FB0-221D-417B-B0C3-62F393FF4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83684" y="364072"/>
            <a:ext cx="4129" cy="37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9891" name="Freeform 129">
            <a:extLst xmlns:a="http://schemas.openxmlformats.org/drawingml/2006/main">
              <a:ext uri="{FF2B5EF4-FFF2-40B4-BE49-F238E27FC236}">
                <a16:creationId xmlns:a16="http://schemas.microsoft.com/office/drawing/2014/main" id="{97E9D054-EA56-45E0-A778-C9812FC42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3123" y="373907"/>
            <a:ext cx="18287" cy="27190"/>
          </a:xfrm>
          <a:custGeom xmlns:a="http://schemas.openxmlformats.org/drawingml/2006/main">
            <a:rect l="0" t="0" r="r" b="b"/>
            <a:pathLst>
              <a:path w="62" h="94">
                <a:moveTo>
                  <a:pt x="0" y="94"/>
                </a:moveTo>
                <a:lnTo>
                  <a:pt x="0" y="2"/>
                </a:lnTo>
                <a:lnTo>
                  <a:pt x="12" y="2"/>
                </a:lnTo>
                <a:lnTo>
                  <a:pt x="12" y="14"/>
                </a:lnTo>
                <a:lnTo>
                  <a:pt x="12" y="14"/>
                </a:lnTo>
                <a:lnTo>
                  <a:pt x="16" y="8"/>
                </a:lnTo>
                <a:lnTo>
                  <a:pt x="22" y="4"/>
                </a:lnTo>
                <a:lnTo>
                  <a:pt x="22" y="4"/>
                </a:lnTo>
                <a:lnTo>
                  <a:pt x="28" y="0"/>
                </a:lnTo>
                <a:lnTo>
                  <a:pt x="36" y="0"/>
                </a:lnTo>
                <a:lnTo>
                  <a:pt x="36" y="0"/>
                </a:lnTo>
                <a:lnTo>
                  <a:pt x="42" y="0"/>
                </a:lnTo>
                <a:lnTo>
                  <a:pt x="46" y="2"/>
                </a:lnTo>
                <a:lnTo>
                  <a:pt x="46" y="2"/>
                </a:lnTo>
                <a:lnTo>
                  <a:pt x="56" y="8"/>
                </a:lnTo>
                <a:lnTo>
                  <a:pt x="56" y="8"/>
                </a:lnTo>
                <a:lnTo>
                  <a:pt x="58" y="12"/>
                </a:lnTo>
                <a:lnTo>
                  <a:pt x="60" y="18"/>
                </a:lnTo>
                <a:lnTo>
                  <a:pt x="60" y="18"/>
                </a:lnTo>
                <a:lnTo>
                  <a:pt x="62" y="36"/>
                </a:lnTo>
                <a:lnTo>
                  <a:pt x="62" y="94"/>
                </a:lnTo>
                <a:lnTo>
                  <a:pt x="48" y="94"/>
                </a:lnTo>
                <a:lnTo>
                  <a:pt x="48" y="38"/>
                </a:lnTo>
                <a:lnTo>
                  <a:pt x="48" y="38"/>
                </a:lnTo>
                <a:lnTo>
                  <a:pt x="48" y="22"/>
                </a:lnTo>
                <a:lnTo>
                  <a:pt x="48" y="22"/>
                </a:lnTo>
                <a:lnTo>
                  <a:pt x="44" y="18"/>
                </a:lnTo>
                <a:lnTo>
                  <a:pt x="42" y="16"/>
                </a:lnTo>
                <a:lnTo>
                  <a:pt x="42" y="16"/>
                </a:lnTo>
                <a:lnTo>
                  <a:pt x="38" y="14"/>
                </a:lnTo>
                <a:lnTo>
                  <a:pt x="34" y="12"/>
                </a:lnTo>
                <a:lnTo>
                  <a:pt x="34" y="12"/>
                </a:lnTo>
                <a:lnTo>
                  <a:pt x="24" y="14"/>
                </a:lnTo>
                <a:lnTo>
                  <a:pt x="18" y="20"/>
                </a:lnTo>
                <a:lnTo>
                  <a:pt x="18" y="20"/>
                </a:lnTo>
                <a:lnTo>
                  <a:pt x="14" y="28"/>
                </a:lnTo>
                <a:lnTo>
                  <a:pt x="14" y="44"/>
                </a:lnTo>
                <a:lnTo>
                  <a:pt x="14" y="94"/>
                </a:lnTo>
                <a:lnTo>
                  <a:pt x="0" y="94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9892" name="Freeform 130">
            <a:extLst xmlns:a="http://schemas.openxmlformats.org/drawingml/2006/main">
              <a:ext uri="{FF2B5EF4-FFF2-40B4-BE49-F238E27FC236}">
                <a16:creationId xmlns:a16="http://schemas.microsoft.com/office/drawing/2014/main" id="{CE4A3960-7A7C-40EB-BA87-40BC34F9C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14361" y="373907"/>
            <a:ext cx="18287" cy="27769"/>
          </a:xfrm>
          <a:custGeom xmlns:a="http://schemas.openxmlformats.org/drawingml/2006/main">
            <a:rect l="0" t="0" r="r" b="b"/>
            <a:pathLst>
              <a:path w="62" h="96">
                <a:moveTo>
                  <a:pt x="0" y="66"/>
                </a:moveTo>
                <a:lnTo>
                  <a:pt x="12" y="64"/>
                </a:lnTo>
                <a:lnTo>
                  <a:pt x="12" y="64"/>
                </a:lnTo>
                <a:lnTo>
                  <a:pt x="14" y="72"/>
                </a:lnTo>
                <a:lnTo>
                  <a:pt x="18" y="78"/>
                </a:lnTo>
                <a:lnTo>
                  <a:pt x="18" y="78"/>
                </a:lnTo>
                <a:lnTo>
                  <a:pt x="24" y="82"/>
                </a:lnTo>
                <a:lnTo>
                  <a:pt x="32" y="82"/>
                </a:lnTo>
                <a:lnTo>
                  <a:pt x="32" y="82"/>
                </a:lnTo>
                <a:lnTo>
                  <a:pt x="40" y="82"/>
                </a:lnTo>
                <a:lnTo>
                  <a:pt x="44" y="78"/>
                </a:lnTo>
                <a:lnTo>
                  <a:pt x="44" y="78"/>
                </a:lnTo>
                <a:lnTo>
                  <a:pt x="48" y="74"/>
                </a:lnTo>
                <a:lnTo>
                  <a:pt x="50" y="68"/>
                </a:lnTo>
                <a:lnTo>
                  <a:pt x="50" y="68"/>
                </a:lnTo>
                <a:lnTo>
                  <a:pt x="48" y="64"/>
                </a:lnTo>
                <a:lnTo>
                  <a:pt x="46" y="60"/>
                </a:lnTo>
                <a:lnTo>
                  <a:pt x="46" y="60"/>
                </a:lnTo>
                <a:lnTo>
                  <a:pt x="32" y="54"/>
                </a:lnTo>
                <a:lnTo>
                  <a:pt x="32" y="54"/>
                </a:lnTo>
                <a:lnTo>
                  <a:pt x="12" y="46"/>
                </a:lnTo>
                <a:lnTo>
                  <a:pt x="12" y="46"/>
                </a:lnTo>
                <a:lnTo>
                  <a:pt x="8" y="42"/>
                </a:lnTo>
                <a:lnTo>
                  <a:pt x="4" y="38"/>
                </a:lnTo>
                <a:lnTo>
                  <a:pt x="4" y="38"/>
                </a:lnTo>
                <a:lnTo>
                  <a:pt x="2" y="32"/>
                </a:lnTo>
                <a:lnTo>
                  <a:pt x="2" y="26"/>
                </a:lnTo>
                <a:lnTo>
                  <a:pt x="2" y="26"/>
                </a:lnTo>
                <a:lnTo>
                  <a:pt x="4" y="16"/>
                </a:lnTo>
                <a:lnTo>
                  <a:pt x="10" y="6"/>
                </a:lnTo>
                <a:lnTo>
                  <a:pt x="10" y="6"/>
                </a:lnTo>
                <a:lnTo>
                  <a:pt x="18" y="2"/>
                </a:lnTo>
                <a:lnTo>
                  <a:pt x="30" y="0"/>
                </a:lnTo>
                <a:lnTo>
                  <a:pt x="30" y="0"/>
                </a:lnTo>
                <a:lnTo>
                  <a:pt x="38" y="0"/>
                </a:lnTo>
                <a:lnTo>
                  <a:pt x="46" y="2"/>
                </a:lnTo>
                <a:lnTo>
                  <a:pt x="46" y="2"/>
                </a:lnTo>
                <a:lnTo>
                  <a:pt x="50" y="6"/>
                </a:lnTo>
                <a:lnTo>
                  <a:pt x="54" y="10"/>
                </a:lnTo>
                <a:lnTo>
                  <a:pt x="54" y="10"/>
                </a:lnTo>
                <a:lnTo>
                  <a:pt x="58" y="16"/>
                </a:lnTo>
                <a:lnTo>
                  <a:pt x="60" y="26"/>
                </a:lnTo>
                <a:lnTo>
                  <a:pt x="46" y="28"/>
                </a:lnTo>
                <a:lnTo>
                  <a:pt x="46" y="28"/>
                </a:lnTo>
                <a:lnTo>
                  <a:pt x="46" y="20"/>
                </a:lnTo>
                <a:lnTo>
                  <a:pt x="42" y="16"/>
                </a:lnTo>
                <a:lnTo>
                  <a:pt x="38" y="14"/>
                </a:lnTo>
                <a:lnTo>
                  <a:pt x="30" y="12"/>
                </a:lnTo>
                <a:lnTo>
                  <a:pt x="30" y="12"/>
                </a:lnTo>
                <a:lnTo>
                  <a:pt x="24" y="12"/>
                </a:lnTo>
                <a:lnTo>
                  <a:pt x="18" y="16"/>
                </a:lnTo>
                <a:lnTo>
                  <a:pt x="18" y="16"/>
                </a:lnTo>
                <a:lnTo>
                  <a:pt x="16" y="20"/>
                </a:lnTo>
                <a:lnTo>
                  <a:pt x="14" y="24"/>
                </a:lnTo>
                <a:lnTo>
                  <a:pt x="14" y="24"/>
                </a:lnTo>
                <a:lnTo>
                  <a:pt x="16" y="28"/>
                </a:lnTo>
                <a:lnTo>
                  <a:pt x="18" y="32"/>
                </a:lnTo>
                <a:lnTo>
                  <a:pt x="18" y="32"/>
                </a:lnTo>
                <a:lnTo>
                  <a:pt x="32" y="38"/>
                </a:lnTo>
                <a:lnTo>
                  <a:pt x="32" y="38"/>
                </a:lnTo>
                <a:lnTo>
                  <a:pt x="52" y="46"/>
                </a:lnTo>
                <a:lnTo>
                  <a:pt x="52" y="46"/>
                </a:lnTo>
                <a:lnTo>
                  <a:pt x="56" y="50"/>
                </a:lnTo>
                <a:lnTo>
                  <a:pt x="60" y="54"/>
                </a:lnTo>
                <a:lnTo>
                  <a:pt x="60" y="54"/>
                </a:lnTo>
                <a:lnTo>
                  <a:pt x="62" y="60"/>
                </a:lnTo>
                <a:lnTo>
                  <a:pt x="62" y="66"/>
                </a:lnTo>
                <a:lnTo>
                  <a:pt x="62" y="66"/>
                </a:lnTo>
                <a:lnTo>
                  <a:pt x="60" y="78"/>
                </a:lnTo>
                <a:lnTo>
                  <a:pt x="58" y="84"/>
                </a:lnTo>
                <a:lnTo>
                  <a:pt x="54" y="88"/>
                </a:lnTo>
                <a:lnTo>
                  <a:pt x="54" y="88"/>
                </a:lnTo>
                <a:lnTo>
                  <a:pt x="50" y="90"/>
                </a:lnTo>
                <a:lnTo>
                  <a:pt x="44" y="94"/>
                </a:lnTo>
                <a:lnTo>
                  <a:pt x="32" y="96"/>
                </a:lnTo>
                <a:lnTo>
                  <a:pt x="32" y="96"/>
                </a:lnTo>
                <a:lnTo>
                  <a:pt x="20" y="94"/>
                </a:lnTo>
                <a:lnTo>
                  <a:pt x="10" y="88"/>
                </a:lnTo>
                <a:lnTo>
                  <a:pt x="4" y="78"/>
                </a:lnTo>
                <a:lnTo>
                  <a:pt x="0" y="66"/>
                </a:lnTo>
                <a:lnTo>
                  <a:pt x="0" y="66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9893" name="Freeform 131">
            <a:extLst xmlns:a="http://schemas.openxmlformats.org/drawingml/2006/main">
              <a:ext uri="{FF2B5EF4-FFF2-40B4-BE49-F238E27FC236}">
                <a16:creationId xmlns:a16="http://schemas.microsoft.com/office/drawing/2014/main" id="{6B4C7F4E-D2CD-451A-BA04-2C5426C2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33829" y="365229"/>
            <a:ext cx="11208" cy="35868"/>
          </a:xfrm>
          <a:custGeom xmlns:a="http://schemas.openxmlformats.org/drawingml/2006/main">
            <a:rect l="0" t="0" r="r" b="b"/>
            <a:pathLst>
              <a:path w="38" h="124">
                <a:moveTo>
                  <a:pt x="36" y="110"/>
                </a:moveTo>
                <a:lnTo>
                  <a:pt x="38" y="124"/>
                </a:lnTo>
                <a:lnTo>
                  <a:pt x="38" y="124"/>
                </a:lnTo>
                <a:lnTo>
                  <a:pt x="28" y="124"/>
                </a:lnTo>
                <a:lnTo>
                  <a:pt x="28" y="124"/>
                </a:lnTo>
                <a:lnTo>
                  <a:pt x="22" y="124"/>
                </a:lnTo>
                <a:lnTo>
                  <a:pt x="16" y="122"/>
                </a:lnTo>
                <a:lnTo>
                  <a:pt x="16" y="122"/>
                </a:lnTo>
                <a:lnTo>
                  <a:pt x="14" y="118"/>
                </a:lnTo>
                <a:lnTo>
                  <a:pt x="12" y="114"/>
                </a:lnTo>
                <a:lnTo>
                  <a:pt x="12" y="114"/>
                </a:lnTo>
                <a:lnTo>
                  <a:pt x="10" y="96"/>
                </a:lnTo>
                <a:lnTo>
                  <a:pt x="10" y="44"/>
                </a:lnTo>
                <a:lnTo>
                  <a:pt x="0" y="44"/>
                </a:lnTo>
                <a:lnTo>
                  <a:pt x="0" y="32"/>
                </a:lnTo>
                <a:lnTo>
                  <a:pt x="10" y="32"/>
                </a:lnTo>
                <a:lnTo>
                  <a:pt x="10" y="8"/>
                </a:lnTo>
                <a:lnTo>
                  <a:pt x="22" y="0"/>
                </a:lnTo>
                <a:lnTo>
                  <a:pt x="22" y="32"/>
                </a:lnTo>
                <a:lnTo>
                  <a:pt x="36" y="32"/>
                </a:lnTo>
                <a:lnTo>
                  <a:pt x="36" y="44"/>
                </a:lnTo>
                <a:lnTo>
                  <a:pt x="22" y="44"/>
                </a:lnTo>
                <a:lnTo>
                  <a:pt x="22" y="98"/>
                </a:lnTo>
                <a:lnTo>
                  <a:pt x="22" y="98"/>
                </a:lnTo>
                <a:lnTo>
                  <a:pt x="24" y="106"/>
                </a:lnTo>
                <a:lnTo>
                  <a:pt x="24" y="106"/>
                </a:lnTo>
                <a:lnTo>
                  <a:pt x="26" y="110"/>
                </a:lnTo>
                <a:lnTo>
                  <a:pt x="30" y="110"/>
                </a:lnTo>
                <a:lnTo>
                  <a:pt x="30" y="110"/>
                </a:lnTo>
                <a:lnTo>
                  <a:pt x="36" y="110"/>
                </a:lnTo>
                <a:lnTo>
                  <a:pt x="36" y="110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9894" name="Freeform 132">
            <a:extLst xmlns:a="http://schemas.openxmlformats.org/drawingml/2006/main">
              <a:ext uri="{FF2B5EF4-FFF2-40B4-BE49-F238E27FC236}">
                <a16:creationId xmlns:a16="http://schemas.microsoft.com/office/drawing/2014/main" id="{15612857-42F9-4CD6-9630-F52833C55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46807" y="364072"/>
            <a:ext cx="3539" cy="37025"/>
          </a:xfrm>
          <a:custGeom xmlns:a="http://schemas.openxmlformats.org/drawingml/2006/main">
            <a:rect l="0" t="0" r="r" b="b"/>
            <a:pathLst>
              <a:path w="12" h="128">
                <a:moveTo>
                  <a:pt x="0" y="18"/>
                </a:moveTo>
                <a:lnTo>
                  <a:pt x="0" y="0"/>
                </a:lnTo>
                <a:lnTo>
                  <a:pt x="12" y="0"/>
                </a:lnTo>
                <a:lnTo>
                  <a:pt x="12" y="18"/>
                </a:lnTo>
                <a:lnTo>
                  <a:pt x="0" y="18"/>
                </a:lnTo>
                <a:close/>
                <a:moveTo>
                  <a:pt x="0" y="128"/>
                </a:moveTo>
                <a:lnTo>
                  <a:pt x="0" y="36"/>
                </a:lnTo>
                <a:lnTo>
                  <a:pt x="12" y="36"/>
                </a:lnTo>
                <a:lnTo>
                  <a:pt x="12" y="128"/>
                </a:lnTo>
                <a:lnTo>
                  <a:pt x="0" y="128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9895" name="Freeform 133">
            <a:extLst xmlns:a="http://schemas.openxmlformats.org/drawingml/2006/main">
              <a:ext uri="{FF2B5EF4-FFF2-40B4-BE49-F238E27FC236}">
                <a16:creationId xmlns:a16="http://schemas.microsoft.com/office/drawing/2014/main" id="{33622264-C9A8-48DE-A012-D56B4F6F5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52706" y="365229"/>
            <a:ext cx="10618" cy="35868"/>
          </a:xfrm>
          <a:custGeom xmlns:a="http://schemas.openxmlformats.org/drawingml/2006/main">
            <a:rect l="0" t="0" r="r" b="b"/>
            <a:pathLst>
              <a:path w="36" h="124">
                <a:moveTo>
                  <a:pt x="36" y="110"/>
                </a:moveTo>
                <a:lnTo>
                  <a:pt x="36" y="124"/>
                </a:lnTo>
                <a:lnTo>
                  <a:pt x="36" y="124"/>
                </a:lnTo>
                <a:lnTo>
                  <a:pt x="28" y="124"/>
                </a:lnTo>
                <a:lnTo>
                  <a:pt x="28" y="124"/>
                </a:lnTo>
                <a:lnTo>
                  <a:pt x="22" y="124"/>
                </a:lnTo>
                <a:lnTo>
                  <a:pt x="16" y="122"/>
                </a:lnTo>
                <a:lnTo>
                  <a:pt x="16" y="122"/>
                </a:lnTo>
                <a:lnTo>
                  <a:pt x="14" y="118"/>
                </a:lnTo>
                <a:lnTo>
                  <a:pt x="12" y="114"/>
                </a:lnTo>
                <a:lnTo>
                  <a:pt x="12" y="114"/>
                </a:lnTo>
                <a:lnTo>
                  <a:pt x="10" y="96"/>
                </a:lnTo>
                <a:lnTo>
                  <a:pt x="10" y="44"/>
                </a:lnTo>
                <a:lnTo>
                  <a:pt x="0" y="44"/>
                </a:lnTo>
                <a:lnTo>
                  <a:pt x="0" y="32"/>
                </a:lnTo>
                <a:lnTo>
                  <a:pt x="10" y="32"/>
                </a:lnTo>
                <a:lnTo>
                  <a:pt x="10" y="8"/>
                </a:lnTo>
                <a:lnTo>
                  <a:pt x="22" y="0"/>
                </a:lnTo>
                <a:lnTo>
                  <a:pt x="22" y="32"/>
                </a:lnTo>
                <a:lnTo>
                  <a:pt x="36" y="32"/>
                </a:lnTo>
                <a:lnTo>
                  <a:pt x="36" y="44"/>
                </a:lnTo>
                <a:lnTo>
                  <a:pt x="22" y="44"/>
                </a:lnTo>
                <a:lnTo>
                  <a:pt x="22" y="98"/>
                </a:lnTo>
                <a:lnTo>
                  <a:pt x="22" y="98"/>
                </a:lnTo>
                <a:lnTo>
                  <a:pt x="24" y="106"/>
                </a:lnTo>
                <a:lnTo>
                  <a:pt x="24" y="106"/>
                </a:lnTo>
                <a:lnTo>
                  <a:pt x="26" y="110"/>
                </a:lnTo>
                <a:lnTo>
                  <a:pt x="30" y="110"/>
                </a:lnTo>
                <a:lnTo>
                  <a:pt x="30" y="110"/>
                </a:lnTo>
                <a:lnTo>
                  <a:pt x="36" y="110"/>
                </a:lnTo>
                <a:lnTo>
                  <a:pt x="36" y="110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9896" name="Freeform 134">
            <a:extLst xmlns:a="http://schemas.openxmlformats.org/drawingml/2006/main">
              <a:ext uri="{FF2B5EF4-FFF2-40B4-BE49-F238E27FC236}">
                <a16:creationId xmlns:a16="http://schemas.microsoft.com/office/drawing/2014/main" id="{8B91C7AF-DB55-402E-85D1-5373135AF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5095" y="374485"/>
            <a:ext cx="18287" cy="27190"/>
          </a:xfrm>
          <a:custGeom xmlns:a="http://schemas.openxmlformats.org/drawingml/2006/main">
            <a:rect l="0" t="0" r="r" b="b"/>
            <a:pathLst>
              <a:path w="62" h="94">
                <a:moveTo>
                  <a:pt x="50" y="92"/>
                </a:moveTo>
                <a:lnTo>
                  <a:pt x="50" y="78"/>
                </a:lnTo>
                <a:lnTo>
                  <a:pt x="50" y="78"/>
                </a:lnTo>
                <a:lnTo>
                  <a:pt x="46" y="84"/>
                </a:lnTo>
                <a:lnTo>
                  <a:pt x="40" y="90"/>
                </a:lnTo>
                <a:lnTo>
                  <a:pt x="40" y="90"/>
                </a:lnTo>
                <a:lnTo>
                  <a:pt x="34" y="92"/>
                </a:lnTo>
                <a:lnTo>
                  <a:pt x="26" y="94"/>
                </a:lnTo>
                <a:lnTo>
                  <a:pt x="26" y="94"/>
                </a:lnTo>
                <a:lnTo>
                  <a:pt x="18" y="92"/>
                </a:lnTo>
                <a:lnTo>
                  <a:pt x="12" y="88"/>
                </a:lnTo>
                <a:lnTo>
                  <a:pt x="12" y="88"/>
                </a:lnTo>
                <a:lnTo>
                  <a:pt x="6" y="84"/>
                </a:lnTo>
                <a:lnTo>
                  <a:pt x="2" y="76"/>
                </a:lnTo>
                <a:lnTo>
                  <a:pt x="2" y="76"/>
                </a:lnTo>
                <a:lnTo>
                  <a:pt x="2" y="68"/>
                </a:lnTo>
                <a:lnTo>
                  <a:pt x="0" y="56"/>
                </a:lnTo>
                <a:lnTo>
                  <a:pt x="0" y="0"/>
                </a:lnTo>
                <a:lnTo>
                  <a:pt x="14" y="0"/>
                </a:lnTo>
                <a:lnTo>
                  <a:pt x="14" y="50"/>
                </a:lnTo>
                <a:lnTo>
                  <a:pt x="14" y="50"/>
                </a:lnTo>
                <a:lnTo>
                  <a:pt x="14" y="70"/>
                </a:lnTo>
                <a:lnTo>
                  <a:pt x="14" y="70"/>
                </a:lnTo>
                <a:lnTo>
                  <a:pt x="16" y="74"/>
                </a:lnTo>
                <a:lnTo>
                  <a:pt x="20" y="78"/>
                </a:lnTo>
                <a:lnTo>
                  <a:pt x="20" y="78"/>
                </a:lnTo>
                <a:lnTo>
                  <a:pt x="24" y="80"/>
                </a:lnTo>
                <a:lnTo>
                  <a:pt x="28" y="80"/>
                </a:lnTo>
                <a:lnTo>
                  <a:pt x="28" y="80"/>
                </a:lnTo>
                <a:lnTo>
                  <a:pt x="38" y="78"/>
                </a:lnTo>
                <a:lnTo>
                  <a:pt x="44" y="72"/>
                </a:lnTo>
                <a:lnTo>
                  <a:pt x="44" y="72"/>
                </a:lnTo>
                <a:lnTo>
                  <a:pt x="48" y="64"/>
                </a:lnTo>
                <a:lnTo>
                  <a:pt x="48" y="48"/>
                </a:lnTo>
                <a:lnTo>
                  <a:pt x="48" y="0"/>
                </a:lnTo>
                <a:lnTo>
                  <a:pt x="62" y="0"/>
                </a:lnTo>
                <a:lnTo>
                  <a:pt x="62" y="92"/>
                </a:lnTo>
                <a:lnTo>
                  <a:pt x="50" y="92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9897" name="Freeform 135">
            <a:extLst xmlns:a="http://schemas.openxmlformats.org/drawingml/2006/main">
              <a:ext uri="{FF2B5EF4-FFF2-40B4-BE49-F238E27FC236}">
                <a16:creationId xmlns:a16="http://schemas.microsoft.com/office/drawing/2014/main" id="{4F9C1EE8-8F86-43A5-800E-5D55DBAE0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85743" y="365229"/>
            <a:ext cx="11208" cy="35868"/>
          </a:xfrm>
          <a:custGeom xmlns:a="http://schemas.openxmlformats.org/drawingml/2006/main">
            <a:rect l="0" t="0" r="r" b="b"/>
            <a:pathLst>
              <a:path w="38" h="124">
                <a:moveTo>
                  <a:pt x="36" y="110"/>
                </a:moveTo>
                <a:lnTo>
                  <a:pt x="38" y="124"/>
                </a:lnTo>
                <a:lnTo>
                  <a:pt x="38" y="124"/>
                </a:lnTo>
                <a:lnTo>
                  <a:pt x="28" y="124"/>
                </a:lnTo>
                <a:lnTo>
                  <a:pt x="28" y="124"/>
                </a:lnTo>
                <a:lnTo>
                  <a:pt x="22" y="124"/>
                </a:lnTo>
                <a:lnTo>
                  <a:pt x="18" y="122"/>
                </a:lnTo>
                <a:lnTo>
                  <a:pt x="18" y="122"/>
                </a:lnTo>
                <a:lnTo>
                  <a:pt x="14" y="118"/>
                </a:lnTo>
                <a:lnTo>
                  <a:pt x="12" y="114"/>
                </a:lnTo>
                <a:lnTo>
                  <a:pt x="12" y="114"/>
                </a:lnTo>
                <a:lnTo>
                  <a:pt x="10" y="96"/>
                </a:lnTo>
                <a:lnTo>
                  <a:pt x="10" y="44"/>
                </a:lnTo>
                <a:lnTo>
                  <a:pt x="0" y="44"/>
                </a:lnTo>
                <a:lnTo>
                  <a:pt x="0" y="32"/>
                </a:lnTo>
                <a:lnTo>
                  <a:pt x="10" y="32"/>
                </a:lnTo>
                <a:lnTo>
                  <a:pt x="10" y="8"/>
                </a:lnTo>
                <a:lnTo>
                  <a:pt x="22" y="0"/>
                </a:lnTo>
                <a:lnTo>
                  <a:pt x="22" y="32"/>
                </a:lnTo>
                <a:lnTo>
                  <a:pt x="36" y="32"/>
                </a:lnTo>
                <a:lnTo>
                  <a:pt x="36" y="44"/>
                </a:lnTo>
                <a:lnTo>
                  <a:pt x="22" y="44"/>
                </a:lnTo>
                <a:lnTo>
                  <a:pt x="22" y="98"/>
                </a:lnTo>
                <a:lnTo>
                  <a:pt x="22" y="98"/>
                </a:lnTo>
                <a:lnTo>
                  <a:pt x="24" y="106"/>
                </a:lnTo>
                <a:lnTo>
                  <a:pt x="24" y="106"/>
                </a:lnTo>
                <a:lnTo>
                  <a:pt x="26" y="110"/>
                </a:lnTo>
                <a:lnTo>
                  <a:pt x="30" y="110"/>
                </a:lnTo>
                <a:lnTo>
                  <a:pt x="30" y="110"/>
                </a:lnTo>
                <a:lnTo>
                  <a:pt x="36" y="110"/>
                </a:lnTo>
                <a:lnTo>
                  <a:pt x="36" y="110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9898" name="Freeform 136">
            <a:extLst xmlns:a="http://schemas.openxmlformats.org/drawingml/2006/main">
              <a:ext uri="{FF2B5EF4-FFF2-40B4-BE49-F238E27FC236}">
                <a16:creationId xmlns:a16="http://schemas.microsoft.com/office/drawing/2014/main" id="{62465226-1011-4D99-8F66-4F4239D2D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96952" y="373907"/>
            <a:ext cx="20647" cy="27769"/>
          </a:xfrm>
          <a:custGeom xmlns:a="http://schemas.openxmlformats.org/drawingml/2006/main">
            <a:rect l="0" t="0" r="r" b="b"/>
            <a:pathLst>
              <a:path w="70" h="96">
                <a:moveTo>
                  <a:pt x="56" y="64"/>
                </a:moveTo>
                <a:lnTo>
                  <a:pt x="70" y="66"/>
                </a:lnTo>
                <a:lnTo>
                  <a:pt x="70" y="66"/>
                </a:lnTo>
                <a:lnTo>
                  <a:pt x="66" y="78"/>
                </a:lnTo>
                <a:lnTo>
                  <a:pt x="58" y="88"/>
                </a:lnTo>
                <a:lnTo>
                  <a:pt x="58" y="88"/>
                </a:lnTo>
                <a:lnTo>
                  <a:pt x="48" y="94"/>
                </a:lnTo>
                <a:lnTo>
                  <a:pt x="36" y="96"/>
                </a:lnTo>
                <a:lnTo>
                  <a:pt x="36" y="96"/>
                </a:lnTo>
                <a:lnTo>
                  <a:pt x="30" y="94"/>
                </a:lnTo>
                <a:lnTo>
                  <a:pt x="22" y="92"/>
                </a:lnTo>
                <a:lnTo>
                  <a:pt x="16" y="88"/>
                </a:lnTo>
                <a:lnTo>
                  <a:pt x="10" y="84"/>
                </a:lnTo>
                <a:lnTo>
                  <a:pt x="10" y="84"/>
                </a:lnTo>
                <a:lnTo>
                  <a:pt x="6" y="76"/>
                </a:lnTo>
                <a:lnTo>
                  <a:pt x="4" y="68"/>
                </a:lnTo>
                <a:lnTo>
                  <a:pt x="2" y="60"/>
                </a:lnTo>
                <a:lnTo>
                  <a:pt x="0" y="48"/>
                </a:lnTo>
                <a:lnTo>
                  <a:pt x="0" y="48"/>
                </a:lnTo>
                <a:lnTo>
                  <a:pt x="2" y="38"/>
                </a:lnTo>
                <a:lnTo>
                  <a:pt x="4" y="28"/>
                </a:lnTo>
                <a:lnTo>
                  <a:pt x="6" y="18"/>
                </a:lnTo>
                <a:lnTo>
                  <a:pt x="10" y="12"/>
                </a:lnTo>
                <a:lnTo>
                  <a:pt x="10" y="12"/>
                </a:lnTo>
                <a:lnTo>
                  <a:pt x="16" y="6"/>
                </a:lnTo>
                <a:lnTo>
                  <a:pt x="22" y="2"/>
                </a:lnTo>
                <a:lnTo>
                  <a:pt x="28" y="0"/>
                </a:lnTo>
                <a:lnTo>
                  <a:pt x="36" y="0"/>
                </a:lnTo>
                <a:lnTo>
                  <a:pt x="36" y="0"/>
                </a:lnTo>
                <a:lnTo>
                  <a:pt x="44" y="0"/>
                </a:lnTo>
                <a:lnTo>
                  <a:pt x="50" y="2"/>
                </a:lnTo>
                <a:lnTo>
                  <a:pt x="56" y="6"/>
                </a:lnTo>
                <a:lnTo>
                  <a:pt x="60" y="12"/>
                </a:lnTo>
                <a:lnTo>
                  <a:pt x="60" y="12"/>
                </a:lnTo>
                <a:lnTo>
                  <a:pt x="64" y="18"/>
                </a:lnTo>
                <a:lnTo>
                  <a:pt x="68" y="26"/>
                </a:lnTo>
                <a:lnTo>
                  <a:pt x="70" y="36"/>
                </a:lnTo>
                <a:lnTo>
                  <a:pt x="70" y="48"/>
                </a:lnTo>
                <a:lnTo>
                  <a:pt x="70" y="52"/>
                </a:lnTo>
                <a:lnTo>
                  <a:pt x="14" y="52"/>
                </a:lnTo>
                <a:lnTo>
                  <a:pt x="14" y="52"/>
                </a:lnTo>
                <a:lnTo>
                  <a:pt x="16" y="66"/>
                </a:lnTo>
                <a:lnTo>
                  <a:pt x="22" y="74"/>
                </a:lnTo>
                <a:lnTo>
                  <a:pt x="22" y="74"/>
                </a:lnTo>
                <a:lnTo>
                  <a:pt x="28" y="80"/>
                </a:lnTo>
                <a:lnTo>
                  <a:pt x="36" y="82"/>
                </a:lnTo>
                <a:lnTo>
                  <a:pt x="36" y="82"/>
                </a:lnTo>
                <a:lnTo>
                  <a:pt x="44" y="82"/>
                </a:lnTo>
                <a:lnTo>
                  <a:pt x="48" y="78"/>
                </a:lnTo>
                <a:lnTo>
                  <a:pt x="54" y="72"/>
                </a:lnTo>
                <a:lnTo>
                  <a:pt x="56" y="64"/>
                </a:lnTo>
                <a:lnTo>
                  <a:pt x="56" y="64"/>
                </a:lnTo>
                <a:close/>
                <a:moveTo>
                  <a:pt x="14" y="38"/>
                </a:moveTo>
                <a:lnTo>
                  <a:pt x="56" y="38"/>
                </a:lnTo>
                <a:lnTo>
                  <a:pt x="56" y="38"/>
                </a:lnTo>
                <a:lnTo>
                  <a:pt x="56" y="28"/>
                </a:lnTo>
                <a:lnTo>
                  <a:pt x="52" y="20"/>
                </a:lnTo>
                <a:lnTo>
                  <a:pt x="52" y="20"/>
                </a:lnTo>
                <a:lnTo>
                  <a:pt x="44" y="14"/>
                </a:lnTo>
                <a:lnTo>
                  <a:pt x="36" y="12"/>
                </a:lnTo>
                <a:lnTo>
                  <a:pt x="36" y="12"/>
                </a:lnTo>
                <a:lnTo>
                  <a:pt x="28" y="14"/>
                </a:lnTo>
                <a:lnTo>
                  <a:pt x="22" y="20"/>
                </a:lnTo>
                <a:lnTo>
                  <a:pt x="22" y="20"/>
                </a:lnTo>
                <a:lnTo>
                  <a:pt x="16" y="28"/>
                </a:lnTo>
                <a:lnTo>
                  <a:pt x="14" y="38"/>
                </a:lnTo>
                <a:lnTo>
                  <a:pt x="14" y="38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9899" name="Freeform 137">
            <a:extLst xmlns:a="http://schemas.openxmlformats.org/drawingml/2006/main">
              <a:ext uri="{FF2B5EF4-FFF2-40B4-BE49-F238E27FC236}">
                <a16:creationId xmlns:a16="http://schemas.microsoft.com/office/drawing/2014/main" id="{773B593F-8C22-48C1-B881-B9BF2D415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29988" y="373907"/>
            <a:ext cx="21237" cy="27769"/>
          </a:xfrm>
          <a:custGeom xmlns:a="http://schemas.openxmlformats.org/drawingml/2006/main">
            <a:rect l="0" t="0" r="r" b="b"/>
            <a:pathLst>
              <a:path w="72" h="96">
                <a:moveTo>
                  <a:pt x="0" y="48"/>
                </a:moveTo>
                <a:lnTo>
                  <a:pt x="0" y="48"/>
                </a:lnTo>
                <a:lnTo>
                  <a:pt x="2" y="36"/>
                </a:lnTo>
                <a:lnTo>
                  <a:pt x="4" y="26"/>
                </a:lnTo>
                <a:lnTo>
                  <a:pt x="6" y="18"/>
                </a:lnTo>
                <a:lnTo>
                  <a:pt x="10" y="12"/>
                </a:lnTo>
                <a:lnTo>
                  <a:pt x="10" y="12"/>
                </a:lnTo>
                <a:lnTo>
                  <a:pt x="16" y="6"/>
                </a:lnTo>
                <a:lnTo>
                  <a:pt x="22" y="2"/>
                </a:lnTo>
                <a:lnTo>
                  <a:pt x="28" y="0"/>
                </a:lnTo>
                <a:lnTo>
                  <a:pt x="36" y="0"/>
                </a:lnTo>
                <a:lnTo>
                  <a:pt x="36" y="0"/>
                </a:lnTo>
                <a:lnTo>
                  <a:pt x="44" y="0"/>
                </a:lnTo>
                <a:lnTo>
                  <a:pt x="50" y="2"/>
                </a:lnTo>
                <a:lnTo>
                  <a:pt x="56" y="6"/>
                </a:lnTo>
                <a:lnTo>
                  <a:pt x="62" y="12"/>
                </a:lnTo>
                <a:lnTo>
                  <a:pt x="62" y="12"/>
                </a:lnTo>
                <a:lnTo>
                  <a:pt x="66" y="18"/>
                </a:lnTo>
                <a:lnTo>
                  <a:pt x="68" y="26"/>
                </a:lnTo>
                <a:lnTo>
                  <a:pt x="70" y="36"/>
                </a:lnTo>
                <a:lnTo>
                  <a:pt x="72" y="46"/>
                </a:lnTo>
                <a:lnTo>
                  <a:pt x="72" y="46"/>
                </a:lnTo>
                <a:lnTo>
                  <a:pt x="70" y="58"/>
                </a:lnTo>
                <a:lnTo>
                  <a:pt x="68" y="68"/>
                </a:lnTo>
                <a:lnTo>
                  <a:pt x="66" y="76"/>
                </a:lnTo>
                <a:lnTo>
                  <a:pt x="62" y="84"/>
                </a:lnTo>
                <a:lnTo>
                  <a:pt x="62" y="84"/>
                </a:lnTo>
                <a:lnTo>
                  <a:pt x="56" y="88"/>
                </a:lnTo>
                <a:lnTo>
                  <a:pt x="50" y="92"/>
                </a:lnTo>
                <a:lnTo>
                  <a:pt x="44" y="94"/>
                </a:lnTo>
                <a:lnTo>
                  <a:pt x="36" y="96"/>
                </a:lnTo>
                <a:lnTo>
                  <a:pt x="36" y="96"/>
                </a:lnTo>
                <a:lnTo>
                  <a:pt x="28" y="94"/>
                </a:lnTo>
                <a:lnTo>
                  <a:pt x="22" y="92"/>
                </a:lnTo>
                <a:lnTo>
                  <a:pt x="16" y="88"/>
                </a:lnTo>
                <a:lnTo>
                  <a:pt x="10" y="84"/>
                </a:lnTo>
                <a:lnTo>
                  <a:pt x="10" y="84"/>
                </a:lnTo>
                <a:lnTo>
                  <a:pt x="6" y="76"/>
                </a:lnTo>
                <a:lnTo>
                  <a:pt x="4" y="68"/>
                </a:lnTo>
                <a:lnTo>
                  <a:pt x="2" y="58"/>
                </a:lnTo>
                <a:lnTo>
                  <a:pt x="0" y="48"/>
                </a:lnTo>
                <a:lnTo>
                  <a:pt x="0" y="48"/>
                </a:lnTo>
                <a:close/>
                <a:moveTo>
                  <a:pt x="14" y="48"/>
                </a:moveTo>
                <a:lnTo>
                  <a:pt x="14" y="48"/>
                </a:lnTo>
                <a:lnTo>
                  <a:pt x="16" y="64"/>
                </a:lnTo>
                <a:lnTo>
                  <a:pt x="18" y="70"/>
                </a:lnTo>
                <a:lnTo>
                  <a:pt x="20" y="74"/>
                </a:lnTo>
                <a:lnTo>
                  <a:pt x="20" y="74"/>
                </a:lnTo>
                <a:lnTo>
                  <a:pt x="28" y="80"/>
                </a:lnTo>
                <a:lnTo>
                  <a:pt x="36" y="82"/>
                </a:lnTo>
                <a:lnTo>
                  <a:pt x="36" y="82"/>
                </a:lnTo>
                <a:lnTo>
                  <a:pt x="44" y="80"/>
                </a:lnTo>
                <a:lnTo>
                  <a:pt x="52" y="74"/>
                </a:lnTo>
                <a:lnTo>
                  <a:pt x="52" y="74"/>
                </a:lnTo>
                <a:lnTo>
                  <a:pt x="56" y="62"/>
                </a:lnTo>
                <a:lnTo>
                  <a:pt x="58" y="48"/>
                </a:lnTo>
                <a:lnTo>
                  <a:pt x="58" y="48"/>
                </a:lnTo>
                <a:lnTo>
                  <a:pt x="56" y="32"/>
                </a:lnTo>
                <a:lnTo>
                  <a:pt x="52" y="20"/>
                </a:lnTo>
                <a:lnTo>
                  <a:pt x="52" y="20"/>
                </a:lnTo>
                <a:lnTo>
                  <a:pt x="44" y="14"/>
                </a:lnTo>
                <a:lnTo>
                  <a:pt x="36" y="12"/>
                </a:lnTo>
                <a:lnTo>
                  <a:pt x="36" y="12"/>
                </a:lnTo>
                <a:lnTo>
                  <a:pt x="28" y="14"/>
                </a:lnTo>
                <a:lnTo>
                  <a:pt x="20" y="20"/>
                </a:lnTo>
                <a:lnTo>
                  <a:pt x="20" y="20"/>
                </a:lnTo>
                <a:lnTo>
                  <a:pt x="16" y="32"/>
                </a:lnTo>
                <a:lnTo>
                  <a:pt x="14" y="48"/>
                </a:lnTo>
                <a:lnTo>
                  <a:pt x="14" y="48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9900" name="Freeform 138">
            <a:extLst xmlns:a="http://schemas.openxmlformats.org/drawingml/2006/main">
              <a:ext uri="{FF2B5EF4-FFF2-40B4-BE49-F238E27FC236}">
                <a16:creationId xmlns:a16="http://schemas.microsoft.com/office/drawing/2014/main" id="{79E69689-A0E1-48D9-A0D5-0B48B5AE8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51815" y="363493"/>
            <a:ext cx="12978" cy="37604"/>
          </a:xfrm>
          <a:custGeom xmlns:a="http://schemas.openxmlformats.org/drawingml/2006/main">
            <a:rect l="0" t="0" r="r" b="b"/>
            <a:pathLst>
              <a:path w="44" h="130">
                <a:moveTo>
                  <a:pt x="12" y="130"/>
                </a:moveTo>
                <a:lnTo>
                  <a:pt x="12" y="50"/>
                </a:lnTo>
                <a:lnTo>
                  <a:pt x="0" y="50"/>
                </a:lnTo>
                <a:lnTo>
                  <a:pt x="0" y="38"/>
                </a:lnTo>
                <a:lnTo>
                  <a:pt x="12" y="38"/>
                </a:lnTo>
                <a:lnTo>
                  <a:pt x="12" y="28"/>
                </a:lnTo>
                <a:lnTo>
                  <a:pt x="12" y="28"/>
                </a:lnTo>
                <a:lnTo>
                  <a:pt x="12" y="18"/>
                </a:lnTo>
                <a:lnTo>
                  <a:pt x="14" y="12"/>
                </a:lnTo>
                <a:lnTo>
                  <a:pt x="14" y="12"/>
                </a:lnTo>
                <a:lnTo>
                  <a:pt x="16" y="6"/>
                </a:lnTo>
                <a:lnTo>
                  <a:pt x="20" y="4"/>
                </a:lnTo>
                <a:lnTo>
                  <a:pt x="20" y="4"/>
                </a:lnTo>
                <a:lnTo>
                  <a:pt x="26" y="0"/>
                </a:lnTo>
                <a:lnTo>
                  <a:pt x="32" y="0"/>
                </a:lnTo>
                <a:lnTo>
                  <a:pt x="32" y="0"/>
                </a:lnTo>
                <a:lnTo>
                  <a:pt x="44" y="2"/>
                </a:lnTo>
                <a:lnTo>
                  <a:pt x="42" y="16"/>
                </a:lnTo>
                <a:lnTo>
                  <a:pt x="42" y="16"/>
                </a:lnTo>
                <a:lnTo>
                  <a:pt x="34" y="14"/>
                </a:lnTo>
                <a:lnTo>
                  <a:pt x="34" y="14"/>
                </a:lnTo>
                <a:lnTo>
                  <a:pt x="30" y="16"/>
                </a:lnTo>
                <a:lnTo>
                  <a:pt x="26" y="18"/>
                </a:lnTo>
                <a:lnTo>
                  <a:pt x="26" y="18"/>
                </a:lnTo>
                <a:lnTo>
                  <a:pt x="24" y="22"/>
                </a:lnTo>
                <a:lnTo>
                  <a:pt x="24" y="28"/>
                </a:lnTo>
                <a:lnTo>
                  <a:pt x="24" y="38"/>
                </a:lnTo>
                <a:lnTo>
                  <a:pt x="38" y="38"/>
                </a:lnTo>
                <a:lnTo>
                  <a:pt x="38" y="50"/>
                </a:lnTo>
                <a:lnTo>
                  <a:pt x="24" y="50"/>
                </a:lnTo>
                <a:lnTo>
                  <a:pt x="24" y="130"/>
                </a:lnTo>
                <a:lnTo>
                  <a:pt x="12" y="130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9901" name="Freeform 139">
            <a:extLst xmlns:a="http://schemas.openxmlformats.org/drawingml/2006/main">
              <a:ext uri="{FF2B5EF4-FFF2-40B4-BE49-F238E27FC236}">
                <a16:creationId xmlns:a16="http://schemas.microsoft.com/office/drawing/2014/main" id="{41C9EF43-A22F-436A-82F8-A8A9FD00A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76003" y="364072"/>
            <a:ext cx="23007" cy="37025"/>
          </a:xfrm>
          <a:custGeom xmlns:a="http://schemas.openxmlformats.org/drawingml/2006/main">
            <a:rect l="0" t="0" r="r" b="b"/>
            <a:pathLst>
              <a:path w="78" h="128">
                <a:moveTo>
                  <a:pt x="0" y="128"/>
                </a:moveTo>
                <a:lnTo>
                  <a:pt x="0" y="0"/>
                </a:lnTo>
                <a:lnTo>
                  <a:pt x="76" y="0"/>
                </a:lnTo>
                <a:lnTo>
                  <a:pt x="76" y="16"/>
                </a:lnTo>
                <a:lnTo>
                  <a:pt x="14" y="16"/>
                </a:lnTo>
                <a:lnTo>
                  <a:pt x="14" y="54"/>
                </a:lnTo>
                <a:lnTo>
                  <a:pt x="72" y="54"/>
                </a:lnTo>
                <a:lnTo>
                  <a:pt x="72" y="70"/>
                </a:lnTo>
                <a:lnTo>
                  <a:pt x="14" y="70"/>
                </a:lnTo>
                <a:lnTo>
                  <a:pt x="14" y="112"/>
                </a:lnTo>
                <a:lnTo>
                  <a:pt x="78" y="112"/>
                </a:lnTo>
                <a:lnTo>
                  <a:pt x="78" y="128"/>
                </a:lnTo>
                <a:lnTo>
                  <a:pt x="0" y="128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9902" name="Freeform 140">
            <a:extLst xmlns:a="http://schemas.openxmlformats.org/drawingml/2006/main">
              <a:ext uri="{FF2B5EF4-FFF2-40B4-BE49-F238E27FC236}">
                <a16:creationId xmlns:a16="http://schemas.microsoft.com/office/drawing/2014/main" id="{8057A339-9318-4650-A61B-EEE734172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02550" y="373907"/>
            <a:ext cx="18287" cy="27190"/>
          </a:xfrm>
          <a:custGeom xmlns:a="http://schemas.openxmlformats.org/drawingml/2006/main">
            <a:rect l="0" t="0" r="r" b="b"/>
            <a:pathLst>
              <a:path w="62" h="94">
                <a:moveTo>
                  <a:pt x="0" y="94"/>
                </a:moveTo>
                <a:lnTo>
                  <a:pt x="0" y="2"/>
                </a:lnTo>
                <a:lnTo>
                  <a:pt x="12" y="2"/>
                </a:lnTo>
                <a:lnTo>
                  <a:pt x="12" y="14"/>
                </a:lnTo>
                <a:lnTo>
                  <a:pt x="12" y="14"/>
                </a:lnTo>
                <a:lnTo>
                  <a:pt x="16" y="8"/>
                </a:lnTo>
                <a:lnTo>
                  <a:pt x="22" y="4"/>
                </a:lnTo>
                <a:lnTo>
                  <a:pt x="22" y="4"/>
                </a:lnTo>
                <a:lnTo>
                  <a:pt x="28" y="0"/>
                </a:lnTo>
                <a:lnTo>
                  <a:pt x="36" y="0"/>
                </a:lnTo>
                <a:lnTo>
                  <a:pt x="36" y="0"/>
                </a:lnTo>
                <a:lnTo>
                  <a:pt x="42" y="0"/>
                </a:lnTo>
                <a:lnTo>
                  <a:pt x="48" y="2"/>
                </a:lnTo>
                <a:lnTo>
                  <a:pt x="48" y="2"/>
                </a:lnTo>
                <a:lnTo>
                  <a:pt x="56" y="8"/>
                </a:lnTo>
                <a:lnTo>
                  <a:pt x="56" y="8"/>
                </a:lnTo>
                <a:lnTo>
                  <a:pt x="58" y="12"/>
                </a:lnTo>
                <a:lnTo>
                  <a:pt x="60" y="18"/>
                </a:lnTo>
                <a:lnTo>
                  <a:pt x="60" y="18"/>
                </a:lnTo>
                <a:lnTo>
                  <a:pt x="62" y="36"/>
                </a:lnTo>
                <a:lnTo>
                  <a:pt x="62" y="94"/>
                </a:lnTo>
                <a:lnTo>
                  <a:pt x="48" y="94"/>
                </a:lnTo>
                <a:lnTo>
                  <a:pt x="48" y="38"/>
                </a:lnTo>
                <a:lnTo>
                  <a:pt x="48" y="38"/>
                </a:lnTo>
                <a:lnTo>
                  <a:pt x="48" y="22"/>
                </a:lnTo>
                <a:lnTo>
                  <a:pt x="48" y="22"/>
                </a:lnTo>
                <a:lnTo>
                  <a:pt x="44" y="18"/>
                </a:lnTo>
                <a:lnTo>
                  <a:pt x="42" y="16"/>
                </a:lnTo>
                <a:lnTo>
                  <a:pt x="42" y="16"/>
                </a:lnTo>
                <a:lnTo>
                  <a:pt x="38" y="14"/>
                </a:lnTo>
                <a:lnTo>
                  <a:pt x="34" y="12"/>
                </a:lnTo>
                <a:lnTo>
                  <a:pt x="34" y="12"/>
                </a:lnTo>
                <a:lnTo>
                  <a:pt x="26" y="14"/>
                </a:lnTo>
                <a:lnTo>
                  <a:pt x="18" y="20"/>
                </a:lnTo>
                <a:lnTo>
                  <a:pt x="18" y="20"/>
                </a:lnTo>
                <a:lnTo>
                  <a:pt x="14" y="28"/>
                </a:lnTo>
                <a:lnTo>
                  <a:pt x="14" y="44"/>
                </a:lnTo>
                <a:lnTo>
                  <a:pt x="14" y="94"/>
                </a:lnTo>
                <a:lnTo>
                  <a:pt x="0" y="94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9903" name="Freeform 141">
            <a:extLst xmlns:a="http://schemas.openxmlformats.org/drawingml/2006/main">
              <a:ext uri="{FF2B5EF4-FFF2-40B4-BE49-F238E27FC236}">
                <a16:creationId xmlns:a16="http://schemas.microsoft.com/office/drawing/2014/main" id="{9CDB7699-4D75-4D86-9E08-DF1999321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23787" y="373907"/>
            <a:ext cx="19467" cy="37604"/>
          </a:xfrm>
          <a:custGeom xmlns:a="http://schemas.openxmlformats.org/drawingml/2006/main">
            <a:rect l="0" t="0" r="r" b="b"/>
            <a:pathLst>
              <a:path w="66" h="130">
                <a:moveTo>
                  <a:pt x="2" y="102"/>
                </a:moveTo>
                <a:lnTo>
                  <a:pt x="14" y="104"/>
                </a:lnTo>
                <a:lnTo>
                  <a:pt x="14" y="104"/>
                </a:lnTo>
                <a:lnTo>
                  <a:pt x="16" y="110"/>
                </a:lnTo>
                <a:lnTo>
                  <a:pt x="20" y="114"/>
                </a:lnTo>
                <a:lnTo>
                  <a:pt x="20" y="114"/>
                </a:lnTo>
                <a:lnTo>
                  <a:pt x="26" y="116"/>
                </a:lnTo>
                <a:lnTo>
                  <a:pt x="32" y="118"/>
                </a:lnTo>
                <a:lnTo>
                  <a:pt x="32" y="118"/>
                </a:lnTo>
                <a:lnTo>
                  <a:pt x="40" y="116"/>
                </a:lnTo>
                <a:lnTo>
                  <a:pt x="46" y="114"/>
                </a:lnTo>
                <a:lnTo>
                  <a:pt x="46" y="114"/>
                </a:lnTo>
                <a:lnTo>
                  <a:pt x="50" y="108"/>
                </a:lnTo>
                <a:lnTo>
                  <a:pt x="52" y="102"/>
                </a:lnTo>
                <a:lnTo>
                  <a:pt x="52" y="102"/>
                </a:lnTo>
                <a:lnTo>
                  <a:pt x="54" y="82"/>
                </a:lnTo>
                <a:lnTo>
                  <a:pt x="54" y="82"/>
                </a:lnTo>
                <a:lnTo>
                  <a:pt x="48" y="86"/>
                </a:lnTo>
                <a:lnTo>
                  <a:pt x="44" y="90"/>
                </a:lnTo>
                <a:lnTo>
                  <a:pt x="44" y="90"/>
                </a:lnTo>
                <a:lnTo>
                  <a:pt x="38" y="92"/>
                </a:lnTo>
                <a:lnTo>
                  <a:pt x="32" y="94"/>
                </a:lnTo>
                <a:lnTo>
                  <a:pt x="32" y="94"/>
                </a:lnTo>
                <a:lnTo>
                  <a:pt x="26" y="92"/>
                </a:lnTo>
                <a:lnTo>
                  <a:pt x="20" y="90"/>
                </a:lnTo>
                <a:lnTo>
                  <a:pt x="14" y="86"/>
                </a:lnTo>
                <a:lnTo>
                  <a:pt x="10" y="82"/>
                </a:lnTo>
                <a:lnTo>
                  <a:pt x="10" y="82"/>
                </a:lnTo>
                <a:lnTo>
                  <a:pt x="6" y="74"/>
                </a:lnTo>
                <a:lnTo>
                  <a:pt x="2" y="66"/>
                </a:lnTo>
                <a:lnTo>
                  <a:pt x="0" y="58"/>
                </a:lnTo>
                <a:lnTo>
                  <a:pt x="0" y="46"/>
                </a:lnTo>
                <a:lnTo>
                  <a:pt x="0" y="46"/>
                </a:lnTo>
                <a:lnTo>
                  <a:pt x="0" y="32"/>
                </a:lnTo>
                <a:lnTo>
                  <a:pt x="4" y="20"/>
                </a:lnTo>
                <a:lnTo>
                  <a:pt x="4" y="20"/>
                </a:lnTo>
                <a:lnTo>
                  <a:pt x="10" y="12"/>
                </a:lnTo>
                <a:lnTo>
                  <a:pt x="16" y="4"/>
                </a:lnTo>
                <a:lnTo>
                  <a:pt x="16" y="4"/>
                </a:lnTo>
                <a:lnTo>
                  <a:pt x="24" y="0"/>
                </a:lnTo>
                <a:lnTo>
                  <a:pt x="32" y="0"/>
                </a:lnTo>
                <a:lnTo>
                  <a:pt x="32" y="0"/>
                </a:lnTo>
                <a:lnTo>
                  <a:pt x="38" y="0"/>
                </a:lnTo>
                <a:lnTo>
                  <a:pt x="44" y="2"/>
                </a:lnTo>
                <a:lnTo>
                  <a:pt x="44" y="2"/>
                </a:lnTo>
                <a:lnTo>
                  <a:pt x="50" y="6"/>
                </a:lnTo>
                <a:lnTo>
                  <a:pt x="54" y="12"/>
                </a:lnTo>
                <a:lnTo>
                  <a:pt x="54" y="2"/>
                </a:lnTo>
                <a:lnTo>
                  <a:pt x="66" y="2"/>
                </a:lnTo>
                <a:lnTo>
                  <a:pt x="66" y="80"/>
                </a:lnTo>
                <a:lnTo>
                  <a:pt x="66" y="80"/>
                </a:lnTo>
                <a:lnTo>
                  <a:pt x="66" y="100"/>
                </a:lnTo>
                <a:lnTo>
                  <a:pt x="62" y="112"/>
                </a:lnTo>
                <a:lnTo>
                  <a:pt x="62" y="112"/>
                </a:lnTo>
                <a:lnTo>
                  <a:pt x="58" y="120"/>
                </a:lnTo>
                <a:lnTo>
                  <a:pt x="52" y="126"/>
                </a:lnTo>
                <a:lnTo>
                  <a:pt x="52" y="126"/>
                </a:lnTo>
                <a:lnTo>
                  <a:pt x="42" y="130"/>
                </a:lnTo>
                <a:lnTo>
                  <a:pt x="32" y="130"/>
                </a:lnTo>
                <a:lnTo>
                  <a:pt x="32" y="130"/>
                </a:lnTo>
                <a:lnTo>
                  <a:pt x="20" y="128"/>
                </a:lnTo>
                <a:lnTo>
                  <a:pt x="14" y="126"/>
                </a:lnTo>
                <a:lnTo>
                  <a:pt x="10" y="122"/>
                </a:lnTo>
                <a:lnTo>
                  <a:pt x="10" y="122"/>
                </a:lnTo>
                <a:lnTo>
                  <a:pt x="6" y="118"/>
                </a:lnTo>
                <a:lnTo>
                  <a:pt x="4" y="114"/>
                </a:lnTo>
                <a:lnTo>
                  <a:pt x="2" y="102"/>
                </a:lnTo>
                <a:lnTo>
                  <a:pt x="2" y="102"/>
                </a:lnTo>
                <a:close/>
                <a:moveTo>
                  <a:pt x="12" y="46"/>
                </a:moveTo>
                <a:lnTo>
                  <a:pt x="12" y="46"/>
                </a:lnTo>
                <a:lnTo>
                  <a:pt x="14" y="62"/>
                </a:lnTo>
                <a:lnTo>
                  <a:pt x="18" y="72"/>
                </a:lnTo>
                <a:lnTo>
                  <a:pt x="18" y="72"/>
                </a:lnTo>
                <a:lnTo>
                  <a:pt x="26" y="78"/>
                </a:lnTo>
                <a:lnTo>
                  <a:pt x="34" y="80"/>
                </a:lnTo>
                <a:lnTo>
                  <a:pt x="34" y="80"/>
                </a:lnTo>
                <a:lnTo>
                  <a:pt x="42" y="78"/>
                </a:lnTo>
                <a:lnTo>
                  <a:pt x="48" y="72"/>
                </a:lnTo>
                <a:lnTo>
                  <a:pt x="48" y="72"/>
                </a:lnTo>
                <a:lnTo>
                  <a:pt x="52" y="62"/>
                </a:lnTo>
                <a:lnTo>
                  <a:pt x="54" y="46"/>
                </a:lnTo>
                <a:lnTo>
                  <a:pt x="54" y="46"/>
                </a:lnTo>
                <a:lnTo>
                  <a:pt x="52" y="32"/>
                </a:lnTo>
                <a:lnTo>
                  <a:pt x="48" y="20"/>
                </a:lnTo>
                <a:lnTo>
                  <a:pt x="48" y="20"/>
                </a:lnTo>
                <a:lnTo>
                  <a:pt x="42" y="14"/>
                </a:lnTo>
                <a:lnTo>
                  <a:pt x="32" y="12"/>
                </a:lnTo>
                <a:lnTo>
                  <a:pt x="32" y="12"/>
                </a:lnTo>
                <a:lnTo>
                  <a:pt x="26" y="14"/>
                </a:lnTo>
                <a:lnTo>
                  <a:pt x="18" y="20"/>
                </a:lnTo>
                <a:lnTo>
                  <a:pt x="18" y="20"/>
                </a:lnTo>
                <a:lnTo>
                  <a:pt x="14" y="32"/>
                </a:lnTo>
                <a:lnTo>
                  <a:pt x="12" y="46"/>
                </a:lnTo>
                <a:lnTo>
                  <a:pt x="12" y="46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9904" name="Freeform 142">
            <a:extLst xmlns:a="http://schemas.openxmlformats.org/drawingml/2006/main">
              <a:ext uri="{FF2B5EF4-FFF2-40B4-BE49-F238E27FC236}">
                <a16:creationId xmlns:a16="http://schemas.microsoft.com/office/drawing/2014/main" id="{525B4911-4D76-444E-95FA-8DEDE9936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47975" y="364072"/>
            <a:ext cx="3539" cy="37025"/>
          </a:xfrm>
          <a:custGeom xmlns:a="http://schemas.openxmlformats.org/drawingml/2006/main">
            <a:rect l="0" t="0" r="r" b="b"/>
            <a:pathLst>
              <a:path w="12" h="128">
                <a:moveTo>
                  <a:pt x="0" y="18"/>
                </a:moveTo>
                <a:lnTo>
                  <a:pt x="0" y="0"/>
                </a:lnTo>
                <a:lnTo>
                  <a:pt x="12" y="0"/>
                </a:lnTo>
                <a:lnTo>
                  <a:pt x="12" y="18"/>
                </a:lnTo>
                <a:lnTo>
                  <a:pt x="0" y="18"/>
                </a:lnTo>
                <a:close/>
                <a:moveTo>
                  <a:pt x="0" y="128"/>
                </a:moveTo>
                <a:lnTo>
                  <a:pt x="0" y="36"/>
                </a:lnTo>
                <a:lnTo>
                  <a:pt x="12" y="36"/>
                </a:lnTo>
                <a:lnTo>
                  <a:pt x="12" y="128"/>
                </a:lnTo>
                <a:lnTo>
                  <a:pt x="0" y="128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9905" name="Freeform 143">
            <a:extLst xmlns:a="http://schemas.openxmlformats.org/drawingml/2006/main">
              <a:ext uri="{FF2B5EF4-FFF2-40B4-BE49-F238E27FC236}">
                <a16:creationId xmlns:a16="http://schemas.microsoft.com/office/drawing/2014/main" id="{D314BC3B-989A-499B-A53B-C581FB2EF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6234" y="373907"/>
            <a:ext cx="17698" cy="27190"/>
          </a:xfrm>
          <a:custGeom xmlns:a="http://schemas.openxmlformats.org/drawingml/2006/main">
            <a:rect l="0" t="0" r="r" b="b"/>
            <a:pathLst>
              <a:path w="60" h="94">
                <a:moveTo>
                  <a:pt x="0" y="94"/>
                </a:moveTo>
                <a:lnTo>
                  <a:pt x="0" y="2"/>
                </a:lnTo>
                <a:lnTo>
                  <a:pt x="10" y="2"/>
                </a:lnTo>
                <a:lnTo>
                  <a:pt x="10" y="14"/>
                </a:lnTo>
                <a:lnTo>
                  <a:pt x="10" y="14"/>
                </a:lnTo>
                <a:lnTo>
                  <a:pt x="16" y="8"/>
                </a:lnTo>
                <a:lnTo>
                  <a:pt x="20" y="4"/>
                </a:lnTo>
                <a:lnTo>
                  <a:pt x="20" y="4"/>
                </a:lnTo>
                <a:lnTo>
                  <a:pt x="28" y="0"/>
                </a:lnTo>
                <a:lnTo>
                  <a:pt x="34" y="0"/>
                </a:lnTo>
                <a:lnTo>
                  <a:pt x="34" y="0"/>
                </a:lnTo>
                <a:lnTo>
                  <a:pt x="40" y="0"/>
                </a:lnTo>
                <a:lnTo>
                  <a:pt x="46" y="2"/>
                </a:lnTo>
                <a:lnTo>
                  <a:pt x="46" y="2"/>
                </a:lnTo>
                <a:lnTo>
                  <a:pt x="54" y="8"/>
                </a:lnTo>
                <a:lnTo>
                  <a:pt x="54" y="8"/>
                </a:lnTo>
                <a:lnTo>
                  <a:pt x="56" y="12"/>
                </a:lnTo>
                <a:lnTo>
                  <a:pt x="58" y="18"/>
                </a:lnTo>
                <a:lnTo>
                  <a:pt x="58" y="18"/>
                </a:lnTo>
                <a:lnTo>
                  <a:pt x="60" y="36"/>
                </a:lnTo>
                <a:lnTo>
                  <a:pt x="60" y="94"/>
                </a:lnTo>
                <a:lnTo>
                  <a:pt x="48" y="94"/>
                </a:lnTo>
                <a:lnTo>
                  <a:pt x="48" y="38"/>
                </a:lnTo>
                <a:lnTo>
                  <a:pt x="48" y="38"/>
                </a:lnTo>
                <a:lnTo>
                  <a:pt x="46" y="22"/>
                </a:lnTo>
                <a:lnTo>
                  <a:pt x="46" y="22"/>
                </a:lnTo>
                <a:lnTo>
                  <a:pt x="44" y="18"/>
                </a:lnTo>
                <a:lnTo>
                  <a:pt x="40" y="16"/>
                </a:lnTo>
                <a:lnTo>
                  <a:pt x="40" y="16"/>
                </a:lnTo>
                <a:lnTo>
                  <a:pt x="36" y="14"/>
                </a:lnTo>
                <a:lnTo>
                  <a:pt x="32" y="12"/>
                </a:lnTo>
                <a:lnTo>
                  <a:pt x="32" y="12"/>
                </a:lnTo>
                <a:lnTo>
                  <a:pt x="24" y="14"/>
                </a:lnTo>
                <a:lnTo>
                  <a:pt x="18" y="20"/>
                </a:lnTo>
                <a:lnTo>
                  <a:pt x="18" y="20"/>
                </a:lnTo>
                <a:lnTo>
                  <a:pt x="14" y="28"/>
                </a:lnTo>
                <a:lnTo>
                  <a:pt x="12" y="44"/>
                </a:lnTo>
                <a:lnTo>
                  <a:pt x="12" y="94"/>
                </a:lnTo>
                <a:lnTo>
                  <a:pt x="0" y="94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9906" name="Freeform 144">
            <a:extLst xmlns:a="http://schemas.openxmlformats.org/drawingml/2006/main">
              <a:ext uri="{FF2B5EF4-FFF2-40B4-BE49-F238E27FC236}">
                <a16:creationId xmlns:a16="http://schemas.microsoft.com/office/drawing/2014/main" id="{834CF216-5E90-4629-B7BA-4939B4163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471" y="373907"/>
            <a:ext cx="20057" cy="27769"/>
          </a:xfrm>
          <a:custGeom xmlns:a="http://schemas.openxmlformats.org/drawingml/2006/main">
            <a:rect l="0" t="0" r="r" b="b"/>
            <a:pathLst>
              <a:path w="68" h="96">
                <a:moveTo>
                  <a:pt x="56" y="64"/>
                </a:moveTo>
                <a:lnTo>
                  <a:pt x="68" y="66"/>
                </a:lnTo>
                <a:lnTo>
                  <a:pt x="68" y="66"/>
                </a:lnTo>
                <a:lnTo>
                  <a:pt x="64" y="78"/>
                </a:lnTo>
                <a:lnTo>
                  <a:pt x="56" y="88"/>
                </a:lnTo>
                <a:lnTo>
                  <a:pt x="56" y="88"/>
                </a:lnTo>
                <a:lnTo>
                  <a:pt x="46" y="94"/>
                </a:lnTo>
                <a:lnTo>
                  <a:pt x="36" y="96"/>
                </a:lnTo>
                <a:lnTo>
                  <a:pt x="36" y="96"/>
                </a:lnTo>
                <a:lnTo>
                  <a:pt x="28" y="94"/>
                </a:lnTo>
                <a:lnTo>
                  <a:pt x="20" y="92"/>
                </a:lnTo>
                <a:lnTo>
                  <a:pt x="14" y="88"/>
                </a:lnTo>
                <a:lnTo>
                  <a:pt x="10" y="84"/>
                </a:lnTo>
                <a:lnTo>
                  <a:pt x="10" y="84"/>
                </a:lnTo>
                <a:lnTo>
                  <a:pt x="4" y="76"/>
                </a:lnTo>
                <a:lnTo>
                  <a:pt x="2" y="68"/>
                </a:lnTo>
                <a:lnTo>
                  <a:pt x="0" y="60"/>
                </a:lnTo>
                <a:lnTo>
                  <a:pt x="0" y="48"/>
                </a:lnTo>
                <a:lnTo>
                  <a:pt x="0" y="48"/>
                </a:lnTo>
                <a:lnTo>
                  <a:pt x="0" y="38"/>
                </a:lnTo>
                <a:lnTo>
                  <a:pt x="2" y="28"/>
                </a:lnTo>
                <a:lnTo>
                  <a:pt x="4" y="18"/>
                </a:lnTo>
                <a:lnTo>
                  <a:pt x="10" y="12"/>
                </a:lnTo>
                <a:lnTo>
                  <a:pt x="10" y="12"/>
                </a:lnTo>
                <a:lnTo>
                  <a:pt x="14" y="6"/>
                </a:lnTo>
                <a:lnTo>
                  <a:pt x="20" y="2"/>
                </a:lnTo>
                <a:lnTo>
                  <a:pt x="28" y="0"/>
                </a:lnTo>
                <a:lnTo>
                  <a:pt x="34" y="0"/>
                </a:lnTo>
                <a:lnTo>
                  <a:pt x="34" y="0"/>
                </a:lnTo>
                <a:lnTo>
                  <a:pt x="42" y="0"/>
                </a:lnTo>
                <a:lnTo>
                  <a:pt x="48" y="2"/>
                </a:lnTo>
                <a:lnTo>
                  <a:pt x="54" y="6"/>
                </a:lnTo>
                <a:lnTo>
                  <a:pt x="58" y="12"/>
                </a:lnTo>
                <a:lnTo>
                  <a:pt x="58" y="12"/>
                </a:lnTo>
                <a:lnTo>
                  <a:pt x="64" y="18"/>
                </a:lnTo>
                <a:lnTo>
                  <a:pt x="66" y="26"/>
                </a:lnTo>
                <a:lnTo>
                  <a:pt x="68" y="36"/>
                </a:lnTo>
                <a:lnTo>
                  <a:pt x="68" y="48"/>
                </a:lnTo>
                <a:lnTo>
                  <a:pt x="68" y="52"/>
                </a:lnTo>
                <a:lnTo>
                  <a:pt x="12" y="52"/>
                </a:lnTo>
                <a:lnTo>
                  <a:pt x="12" y="52"/>
                </a:lnTo>
                <a:lnTo>
                  <a:pt x="14" y="66"/>
                </a:lnTo>
                <a:lnTo>
                  <a:pt x="20" y="74"/>
                </a:lnTo>
                <a:lnTo>
                  <a:pt x="20" y="74"/>
                </a:lnTo>
                <a:lnTo>
                  <a:pt x="26" y="80"/>
                </a:lnTo>
                <a:lnTo>
                  <a:pt x="36" y="82"/>
                </a:lnTo>
                <a:lnTo>
                  <a:pt x="36" y="82"/>
                </a:lnTo>
                <a:lnTo>
                  <a:pt x="42" y="82"/>
                </a:lnTo>
                <a:lnTo>
                  <a:pt x="48" y="78"/>
                </a:lnTo>
                <a:lnTo>
                  <a:pt x="52" y="72"/>
                </a:lnTo>
                <a:lnTo>
                  <a:pt x="56" y="64"/>
                </a:lnTo>
                <a:lnTo>
                  <a:pt x="56" y="64"/>
                </a:lnTo>
                <a:close/>
                <a:moveTo>
                  <a:pt x="14" y="38"/>
                </a:moveTo>
                <a:lnTo>
                  <a:pt x="56" y="38"/>
                </a:lnTo>
                <a:lnTo>
                  <a:pt x="56" y="38"/>
                </a:lnTo>
                <a:lnTo>
                  <a:pt x="54" y="28"/>
                </a:lnTo>
                <a:lnTo>
                  <a:pt x="50" y="20"/>
                </a:lnTo>
                <a:lnTo>
                  <a:pt x="50" y="20"/>
                </a:lnTo>
                <a:lnTo>
                  <a:pt x="44" y="14"/>
                </a:lnTo>
                <a:lnTo>
                  <a:pt x="34" y="12"/>
                </a:lnTo>
                <a:lnTo>
                  <a:pt x="34" y="12"/>
                </a:lnTo>
                <a:lnTo>
                  <a:pt x="26" y="14"/>
                </a:lnTo>
                <a:lnTo>
                  <a:pt x="20" y="20"/>
                </a:lnTo>
                <a:lnTo>
                  <a:pt x="20" y="20"/>
                </a:lnTo>
                <a:lnTo>
                  <a:pt x="16" y="28"/>
                </a:lnTo>
                <a:lnTo>
                  <a:pt x="14" y="38"/>
                </a:lnTo>
                <a:lnTo>
                  <a:pt x="14" y="38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9907" name="Freeform 145">
            <a:extLst xmlns:a="http://schemas.openxmlformats.org/drawingml/2006/main">
              <a:ext uri="{FF2B5EF4-FFF2-40B4-BE49-F238E27FC236}">
                <a16:creationId xmlns:a16="http://schemas.microsoft.com/office/drawing/2014/main" id="{F221908D-20A4-4AA3-A8D4-2B773D6D9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99889" y="373907"/>
            <a:ext cx="20647" cy="27769"/>
          </a:xfrm>
          <a:custGeom xmlns:a="http://schemas.openxmlformats.org/drawingml/2006/main">
            <a:rect l="0" t="0" r="r" b="b"/>
            <a:pathLst>
              <a:path w="70" h="96">
                <a:moveTo>
                  <a:pt x="56" y="64"/>
                </a:moveTo>
                <a:lnTo>
                  <a:pt x="68" y="66"/>
                </a:lnTo>
                <a:lnTo>
                  <a:pt x="68" y="66"/>
                </a:lnTo>
                <a:lnTo>
                  <a:pt x="64" y="78"/>
                </a:lnTo>
                <a:lnTo>
                  <a:pt x="56" y="88"/>
                </a:lnTo>
                <a:lnTo>
                  <a:pt x="56" y="88"/>
                </a:lnTo>
                <a:lnTo>
                  <a:pt x="48" y="94"/>
                </a:lnTo>
                <a:lnTo>
                  <a:pt x="36" y="96"/>
                </a:lnTo>
                <a:lnTo>
                  <a:pt x="36" y="96"/>
                </a:lnTo>
                <a:lnTo>
                  <a:pt x="28" y="94"/>
                </a:lnTo>
                <a:lnTo>
                  <a:pt x="20" y="92"/>
                </a:lnTo>
                <a:lnTo>
                  <a:pt x="14" y="88"/>
                </a:lnTo>
                <a:lnTo>
                  <a:pt x="10" y="84"/>
                </a:lnTo>
                <a:lnTo>
                  <a:pt x="10" y="84"/>
                </a:lnTo>
                <a:lnTo>
                  <a:pt x="6" y="76"/>
                </a:lnTo>
                <a:lnTo>
                  <a:pt x="2" y="68"/>
                </a:lnTo>
                <a:lnTo>
                  <a:pt x="0" y="60"/>
                </a:lnTo>
                <a:lnTo>
                  <a:pt x="0" y="48"/>
                </a:lnTo>
                <a:lnTo>
                  <a:pt x="0" y="48"/>
                </a:lnTo>
                <a:lnTo>
                  <a:pt x="0" y="38"/>
                </a:lnTo>
                <a:lnTo>
                  <a:pt x="2" y="28"/>
                </a:lnTo>
                <a:lnTo>
                  <a:pt x="6" y="18"/>
                </a:lnTo>
                <a:lnTo>
                  <a:pt x="10" y="12"/>
                </a:lnTo>
                <a:lnTo>
                  <a:pt x="10" y="12"/>
                </a:lnTo>
                <a:lnTo>
                  <a:pt x="14" y="6"/>
                </a:lnTo>
                <a:lnTo>
                  <a:pt x="20" y="2"/>
                </a:lnTo>
                <a:lnTo>
                  <a:pt x="28" y="0"/>
                </a:lnTo>
                <a:lnTo>
                  <a:pt x="34" y="0"/>
                </a:lnTo>
                <a:lnTo>
                  <a:pt x="34" y="0"/>
                </a:lnTo>
                <a:lnTo>
                  <a:pt x="42" y="0"/>
                </a:lnTo>
                <a:lnTo>
                  <a:pt x="48" y="2"/>
                </a:lnTo>
                <a:lnTo>
                  <a:pt x="54" y="6"/>
                </a:lnTo>
                <a:lnTo>
                  <a:pt x="60" y="12"/>
                </a:lnTo>
                <a:lnTo>
                  <a:pt x="60" y="12"/>
                </a:lnTo>
                <a:lnTo>
                  <a:pt x="64" y="18"/>
                </a:lnTo>
                <a:lnTo>
                  <a:pt x="66" y="26"/>
                </a:lnTo>
                <a:lnTo>
                  <a:pt x="68" y="36"/>
                </a:lnTo>
                <a:lnTo>
                  <a:pt x="70" y="48"/>
                </a:lnTo>
                <a:lnTo>
                  <a:pt x="70" y="52"/>
                </a:lnTo>
                <a:lnTo>
                  <a:pt x="12" y="52"/>
                </a:lnTo>
                <a:lnTo>
                  <a:pt x="12" y="52"/>
                </a:lnTo>
                <a:lnTo>
                  <a:pt x="14" y="66"/>
                </a:lnTo>
                <a:lnTo>
                  <a:pt x="20" y="74"/>
                </a:lnTo>
                <a:lnTo>
                  <a:pt x="20" y="74"/>
                </a:lnTo>
                <a:lnTo>
                  <a:pt x="28" y="80"/>
                </a:lnTo>
                <a:lnTo>
                  <a:pt x="36" y="82"/>
                </a:lnTo>
                <a:lnTo>
                  <a:pt x="36" y="82"/>
                </a:lnTo>
                <a:lnTo>
                  <a:pt x="42" y="82"/>
                </a:lnTo>
                <a:lnTo>
                  <a:pt x="48" y="78"/>
                </a:lnTo>
                <a:lnTo>
                  <a:pt x="52" y="72"/>
                </a:lnTo>
                <a:lnTo>
                  <a:pt x="56" y="64"/>
                </a:lnTo>
                <a:lnTo>
                  <a:pt x="56" y="64"/>
                </a:lnTo>
                <a:close/>
                <a:moveTo>
                  <a:pt x="14" y="38"/>
                </a:moveTo>
                <a:lnTo>
                  <a:pt x="56" y="38"/>
                </a:lnTo>
                <a:lnTo>
                  <a:pt x="56" y="38"/>
                </a:lnTo>
                <a:lnTo>
                  <a:pt x="54" y="28"/>
                </a:lnTo>
                <a:lnTo>
                  <a:pt x="50" y="20"/>
                </a:lnTo>
                <a:lnTo>
                  <a:pt x="50" y="20"/>
                </a:lnTo>
                <a:lnTo>
                  <a:pt x="44" y="14"/>
                </a:lnTo>
                <a:lnTo>
                  <a:pt x="34" y="12"/>
                </a:lnTo>
                <a:lnTo>
                  <a:pt x="34" y="12"/>
                </a:lnTo>
                <a:lnTo>
                  <a:pt x="26" y="14"/>
                </a:lnTo>
                <a:lnTo>
                  <a:pt x="20" y="20"/>
                </a:lnTo>
                <a:lnTo>
                  <a:pt x="20" y="20"/>
                </a:lnTo>
                <a:lnTo>
                  <a:pt x="16" y="28"/>
                </a:lnTo>
                <a:lnTo>
                  <a:pt x="14" y="38"/>
                </a:lnTo>
                <a:lnTo>
                  <a:pt x="14" y="38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9908" name="Freeform 146">
            <a:extLst xmlns:a="http://schemas.openxmlformats.org/drawingml/2006/main">
              <a:ext uri="{FF2B5EF4-FFF2-40B4-BE49-F238E27FC236}">
                <a16:creationId xmlns:a16="http://schemas.microsoft.com/office/drawing/2014/main" id="{63620538-8755-4BB6-A750-6F2AB84CC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23486" y="373907"/>
            <a:ext cx="12388" cy="27190"/>
          </a:xfrm>
          <a:custGeom xmlns:a="http://schemas.openxmlformats.org/drawingml/2006/main">
            <a:rect l="0" t="0" r="r" b="b"/>
            <a:pathLst>
              <a:path w="42" h="94">
                <a:moveTo>
                  <a:pt x="0" y="94"/>
                </a:moveTo>
                <a:lnTo>
                  <a:pt x="0" y="2"/>
                </a:lnTo>
                <a:lnTo>
                  <a:pt x="12" y="2"/>
                </a:lnTo>
                <a:lnTo>
                  <a:pt x="12" y="16"/>
                </a:lnTo>
                <a:lnTo>
                  <a:pt x="12" y="16"/>
                </a:lnTo>
                <a:lnTo>
                  <a:pt x="16" y="8"/>
                </a:lnTo>
                <a:lnTo>
                  <a:pt x="20" y="2"/>
                </a:lnTo>
                <a:lnTo>
                  <a:pt x="20" y="2"/>
                </a:lnTo>
                <a:lnTo>
                  <a:pt x="24" y="0"/>
                </a:lnTo>
                <a:lnTo>
                  <a:pt x="28" y="0"/>
                </a:lnTo>
                <a:lnTo>
                  <a:pt x="28" y="0"/>
                </a:lnTo>
                <a:lnTo>
                  <a:pt x="34" y="0"/>
                </a:lnTo>
                <a:lnTo>
                  <a:pt x="42" y="4"/>
                </a:lnTo>
                <a:lnTo>
                  <a:pt x="36" y="18"/>
                </a:lnTo>
                <a:lnTo>
                  <a:pt x="36" y="18"/>
                </a:lnTo>
                <a:lnTo>
                  <a:pt x="32" y="16"/>
                </a:lnTo>
                <a:lnTo>
                  <a:pt x="28" y="16"/>
                </a:lnTo>
                <a:lnTo>
                  <a:pt x="28" y="16"/>
                </a:lnTo>
                <a:lnTo>
                  <a:pt x="24" y="16"/>
                </a:lnTo>
                <a:lnTo>
                  <a:pt x="20" y="18"/>
                </a:lnTo>
                <a:lnTo>
                  <a:pt x="20" y="18"/>
                </a:lnTo>
                <a:lnTo>
                  <a:pt x="18" y="22"/>
                </a:lnTo>
                <a:lnTo>
                  <a:pt x="16" y="26"/>
                </a:lnTo>
                <a:lnTo>
                  <a:pt x="16" y="26"/>
                </a:lnTo>
                <a:lnTo>
                  <a:pt x="14" y="36"/>
                </a:lnTo>
                <a:lnTo>
                  <a:pt x="14" y="46"/>
                </a:lnTo>
                <a:lnTo>
                  <a:pt x="14" y="94"/>
                </a:lnTo>
                <a:lnTo>
                  <a:pt x="0" y="94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9909" name="Freeform 147">
            <a:extLst xmlns:a="http://schemas.openxmlformats.org/drawingml/2006/main">
              <a:ext uri="{FF2B5EF4-FFF2-40B4-BE49-F238E27FC236}">
                <a16:creationId xmlns:a16="http://schemas.microsoft.com/office/drawing/2014/main" id="{019F852A-6586-455E-A8A2-56CAE4B6E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36465" y="364072"/>
            <a:ext cx="3539" cy="37025"/>
          </a:xfrm>
          <a:custGeom xmlns:a="http://schemas.openxmlformats.org/drawingml/2006/main">
            <a:rect l="0" t="0" r="r" b="b"/>
            <a:pathLst>
              <a:path w="12" h="128">
                <a:moveTo>
                  <a:pt x="0" y="18"/>
                </a:moveTo>
                <a:lnTo>
                  <a:pt x="0" y="0"/>
                </a:lnTo>
                <a:lnTo>
                  <a:pt x="12" y="0"/>
                </a:lnTo>
                <a:lnTo>
                  <a:pt x="12" y="18"/>
                </a:lnTo>
                <a:lnTo>
                  <a:pt x="0" y="18"/>
                </a:lnTo>
                <a:close/>
                <a:moveTo>
                  <a:pt x="0" y="128"/>
                </a:moveTo>
                <a:lnTo>
                  <a:pt x="0" y="36"/>
                </a:lnTo>
                <a:lnTo>
                  <a:pt x="12" y="36"/>
                </a:lnTo>
                <a:lnTo>
                  <a:pt x="12" y="128"/>
                </a:lnTo>
                <a:lnTo>
                  <a:pt x="0" y="128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9910" name="Freeform 148">
            <a:extLst xmlns:a="http://schemas.openxmlformats.org/drawingml/2006/main">
              <a:ext uri="{FF2B5EF4-FFF2-40B4-BE49-F238E27FC236}">
                <a16:creationId xmlns:a16="http://schemas.microsoft.com/office/drawing/2014/main" id="{51D6BD61-C2D5-43A7-BDBD-72BB6B9B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44724" y="373907"/>
            <a:ext cx="18287" cy="27190"/>
          </a:xfrm>
          <a:custGeom xmlns:a="http://schemas.openxmlformats.org/drawingml/2006/main">
            <a:rect l="0" t="0" r="r" b="b"/>
            <a:pathLst>
              <a:path w="62" h="94">
                <a:moveTo>
                  <a:pt x="0" y="94"/>
                </a:moveTo>
                <a:lnTo>
                  <a:pt x="0" y="2"/>
                </a:lnTo>
                <a:lnTo>
                  <a:pt x="12" y="2"/>
                </a:lnTo>
                <a:lnTo>
                  <a:pt x="12" y="14"/>
                </a:lnTo>
                <a:lnTo>
                  <a:pt x="12" y="14"/>
                </a:lnTo>
                <a:lnTo>
                  <a:pt x="16" y="8"/>
                </a:lnTo>
                <a:lnTo>
                  <a:pt x="22" y="4"/>
                </a:lnTo>
                <a:lnTo>
                  <a:pt x="22" y="4"/>
                </a:lnTo>
                <a:lnTo>
                  <a:pt x="28" y="0"/>
                </a:lnTo>
                <a:lnTo>
                  <a:pt x="36" y="0"/>
                </a:lnTo>
                <a:lnTo>
                  <a:pt x="36" y="0"/>
                </a:lnTo>
                <a:lnTo>
                  <a:pt x="42" y="0"/>
                </a:lnTo>
                <a:lnTo>
                  <a:pt x="46" y="2"/>
                </a:lnTo>
                <a:lnTo>
                  <a:pt x="46" y="2"/>
                </a:lnTo>
                <a:lnTo>
                  <a:pt x="56" y="8"/>
                </a:lnTo>
                <a:lnTo>
                  <a:pt x="56" y="8"/>
                </a:lnTo>
                <a:lnTo>
                  <a:pt x="58" y="12"/>
                </a:lnTo>
                <a:lnTo>
                  <a:pt x="60" y="18"/>
                </a:lnTo>
                <a:lnTo>
                  <a:pt x="60" y="18"/>
                </a:lnTo>
                <a:lnTo>
                  <a:pt x="62" y="36"/>
                </a:lnTo>
                <a:lnTo>
                  <a:pt x="62" y="94"/>
                </a:lnTo>
                <a:lnTo>
                  <a:pt x="48" y="94"/>
                </a:lnTo>
                <a:lnTo>
                  <a:pt x="48" y="38"/>
                </a:lnTo>
                <a:lnTo>
                  <a:pt x="48" y="38"/>
                </a:lnTo>
                <a:lnTo>
                  <a:pt x="46" y="22"/>
                </a:lnTo>
                <a:lnTo>
                  <a:pt x="46" y="22"/>
                </a:lnTo>
                <a:lnTo>
                  <a:pt x="44" y="18"/>
                </a:lnTo>
                <a:lnTo>
                  <a:pt x="42" y="16"/>
                </a:lnTo>
                <a:lnTo>
                  <a:pt x="42" y="16"/>
                </a:lnTo>
                <a:lnTo>
                  <a:pt x="38" y="14"/>
                </a:lnTo>
                <a:lnTo>
                  <a:pt x="32" y="12"/>
                </a:lnTo>
                <a:lnTo>
                  <a:pt x="32" y="12"/>
                </a:lnTo>
                <a:lnTo>
                  <a:pt x="24" y="14"/>
                </a:lnTo>
                <a:lnTo>
                  <a:pt x="18" y="20"/>
                </a:lnTo>
                <a:lnTo>
                  <a:pt x="18" y="20"/>
                </a:lnTo>
                <a:lnTo>
                  <a:pt x="14" y="28"/>
                </a:lnTo>
                <a:lnTo>
                  <a:pt x="12" y="44"/>
                </a:lnTo>
                <a:lnTo>
                  <a:pt x="12" y="94"/>
                </a:lnTo>
                <a:lnTo>
                  <a:pt x="0" y="94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9911" name="Freeform 149">
            <a:extLst xmlns:a="http://schemas.openxmlformats.org/drawingml/2006/main">
              <a:ext uri="{FF2B5EF4-FFF2-40B4-BE49-F238E27FC236}">
                <a16:creationId xmlns:a16="http://schemas.microsoft.com/office/drawing/2014/main" id="{E4E1418C-B76B-47C6-BA8D-1B2EF7C8A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65961" y="373907"/>
            <a:ext cx="19467" cy="37604"/>
          </a:xfrm>
          <a:custGeom xmlns:a="http://schemas.openxmlformats.org/drawingml/2006/main">
            <a:rect l="0" t="0" r="r" b="b"/>
            <a:pathLst>
              <a:path w="66" h="130">
                <a:moveTo>
                  <a:pt x="2" y="102"/>
                </a:moveTo>
                <a:lnTo>
                  <a:pt x="14" y="104"/>
                </a:lnTo>
                <a:lnTo>
                  <a:pt x="14" y="104"/>
                </a:lnTo>
                <a:lnTo>
                  <a:pt x="16" y="110"/>
                </a:lnTo>
                <a:lnTo>
                  <a:pt x="20" y="114"/>
                </a:lnTo>
                <a:lnTo>
                  <a:pt x="20" y="114"/>
                </a:lnTo>
                <a:lnTo>
                  <a:pt x="24" y="116"/>
                </a:lnTo>
                <a:lnTo>
                  <a:pt x="32" y="118"/>
                </a:lnTo>
                <a:lnTo>
                  <a:pt x="32" y="118"/>
                </a:lnTo>
                <a:lnTo>
                  <a:pt x="40" y="116"/>
                </a:lnTo>
                <a:lnTo>
                  <a:pt x="44" y="114"/>
                </a:lnTo>
                <a:lnTo>
                  <a:pt x="44" y="114"/>
                </a:lnTo>
                <a:lnTo>
                  <a:pt x="50" y="108"/>
                </a:lnTo>
                <a:lnTo>
                  <a:pt x="52" y="102"/>
                </a:lnTo>
                <a:lnTo>
                  <a:pt x="52" y="102"/>
                </a:lnTo>
                <a:lnTo>
                  <a:pt x="52" y="82"/>
                </a:lnTo>
                <a:lnTo>
                  <a:pt x="52" y="82"/>
                </a:lnTo>
                <a:lnTo>
                  <a:pt x="48" y="86"/>
                </a:lnTo>
                <a:lnTo>
                  <a:pt x="44" y="90"/>
                </a:lnTo>
                <a:lnTo>
                  <a:pt x="44" y="90"/>
                </a:lnTo>
                <a:lnTo>
                  <a:pt x="38" y="92"/>
                </a:lnTo>
                <a:lnTo>
                  <a:pt x="32" y="94"/>
                </a:lnTo>
                <a:lnTo>
                  <a:pt x="32" y="94"/>
                </a:lnTo>
                <a:lnTo>
                  <a:pt x="26" y="92"/>
                </a:lnTo>
                <a:lnTo>
                  <a:pt x="20" y="90"/>
                </a:lnTo>
                <a:lnTo>
                  <a:pt x="14" y="86"/>
                </a:lnTo>
                <a:lnTo>
                  <a:pt x="10" y="82"/>
                </a:lnTo>
                <a:lnTo>
                  <a:pt x="10" y="82"/>
                </a:lnTo>
                <a:lnTo>
                  <a:pt x="6" y="74"/>
                </a:lnTo>
                <a:lnTo>
                  <a:pt x="2" y="66"/>
                </a:lnTo>
                <a:lnTo>
                  <a:pt x="0" y="58"/>
                </a:lnTo>
                <a:lnTo>
                  <a:pt x="0" y="46"/>
                </a:lnTo>
                <a:lnTo>
                  <a:pt x="0" y="46"/>
                </a:lnTo>
                <a:lnTo>
                  <a:pt x="0" y="32"/>
                </a:lnTo>
                <a:lnTo>
                  <a:pt x="4" y="20"/>
                </a:lnTo>
                <a:lnTo>
                  <a:pt x="4" y="20"/>
                </a:lnTo>
                <a:lnTo>
                  <a:pt x="10" y="12"/>
                </a:lnTo>
                <a:lnTo>
                  <a:pt x="16" y="4"/>
                </a:lnTo>
                <a:lnTo>
                  <a:pt x="16" y="4"/>
                </a:lnTo>
                <a:lnTo>
                  <a:pt x="24" y="0"/>
                </a:lnTo>
                <a:lnTo>
                  <a:pt x="32" y="0"/>
                </a:lnTo>
                <a:lnTo>
                  <a:pt x="32" y="0"/>
                </a:lnTo>
                <a:lnTo>
                  <a:pt x="38" y="0"/>
                </a:lnTo>
                <a:lnTo>
                  <a:pt x="44" y="2"/>
                </a:lnTo>
                <a:lnTo>
                  <a:pt x="44" y="2"/>
                </a:lnTo>
                <a:lnTo>
                  <a:pt x="50" y="6"/>
                </a:lnTo>
                <a:lnTo>
                  <a:pt x="54" y="12"/>
                </a:lnTo>
                <a:lnTo>
                  <a:pt x="54" y="2"/>
                </a:lnTo>
                <a:lnTo>
                  <a:pt x="66" y="2"/>
                </a:lnTo>
                <a:lnTo>
                  <a:pt x="66" y="80"/>
                </a:lnTo>
                <a:lnTo>
                  <a:pt x="66" y="80"/>
                </a:lnTo>
                <a:lnTo>
                  <a:pt x="64" y="100"/>
                </a:lnTo>
                <a:lnTo>
                  <a:pt x="62" y="112"/>
                </a:lnTo>
                <a:lnTo>
                  <a:pt x="62" y="112"/>
                </a:lnTo>
                <a:lnTo>
                  <a:pt x="58" y="120"/>
                </a:lnTo>
                <a:lnTo>
                  <a:pt x="52" y="126"/>
                </a:lnTo>
                <a:lnTo>
                  <a:pt x="52" y="126"/>
                </a:lnTo>
                <a:lnTo>
                  <a:pt x="42" y="130"/>
                </a:lnTo>
                <a:lnTo>
                  <a:pt x="32" y="130"/>
                </a:lnTo>
                <a:lnTo>
                  <a:pt x="32" y="130"/>
                </a:lnTo>
                <a:lnTo>
                  <a:pt x="20" y="128"/>
                </a:lnTo>
                <a:lnTo>
                  <a:pt x="14" y="126"/>
                </a:lnTo>
                <a:lnTo>
                  <a:pt x="10" y="122"/>
                </a:lnTo>
                <a:lnTo>
                  <a:pt x="10" y="122"/>
                </a:lnTo>
                <a:lnTo>
                  <a:pt x="6" y="118"/>
                </a:lnTo>
                <a:lnTo>
                  <a:pt x="4" y="114"/>
                </a:lnTo>
                <a:lnTo>
                  <a:pt x="2" y="102"/>
                </a:lnTo>
                <a:lnTo>
                  <a:pt x="2" y="102"/>
                </a:lnTo>
                <a:close/>
                <a:moveTo>
                  <a:pt x="12" y="46"/>
                </a:moveTo>
                <a:lnTo>
                  <a:pt x="12" y="46"/>
                </a:lnTo>
                <a:lnTo>
                  <a:pt x="14" y="62"/>
                </a:lnTo>
                <a:lnTo>
                  <a:pt x="18" y="72"/>
                </a:lnTo>
                <a:lnTo>
                  <a:pt x="18" y="72"/>
                </a:lnTo>
                <a:lnTo>
                  <a:pt x="26" y="78"/>
                </a:lnTo>
                <a:lnTo>
                  <a:pt x="34" y="80"/>
                </a:lnTo>
                <a:lnTo>
                  <a:pt x="34" y="80"/>
                </a:lnTo>
                <a:lnTo>
                  <a:pt x="42" y="78"/>
                </a:lnTo>
                <a:lnTo>
                  <a:pt x="48" y="72"/>
                </a:lnTo>
                <a:lnTo>
                  <a:pt x="48" y="72"/>
                </a:lnTo>
                <a:lnTo>
                  <a:pt x="52" y="62"/>
                </a:lnTo>
                <a:lnTo>
                  <a:pt x="54" y="46"/>
                </a:lnTo>
                <a:lnTo>
                  <a:pt x="54" y="46"/>
                </a:lnTo>
                <a:lnTo>
                  <a:pt x="52" y="32"/>
                </a:lnTo>
                <a:lnTo>
                  <a:pt x="48" y="20"/>
                </a:lnTo>
                <a:lnTo>
                  <a:pt x="48" y="20"/>
                </a:lnTo>
                <a:lnTo>
                  <a:pt x="40" y="14"/>
                </a:lnTo>
                <a:lnTo>
                  <a:pt x="32" y="12"/>
                </a:lnTo>
                <a:lnTo>
                  <a:pt x="32" y="12"/>
                </a:lnTo>
                <a:lnTo>
                  <a:pt x="26" y="14"/>
                </a:lnTo>
                <a:lnTo>
                  <a:pt x="18" y="20"/>
                </a:lnTo>
                <a:lnTo>
                  <a:pt x="18" y="20"/>
                </a:lnTo>
                <a:lnTo>
                  <a:pt x="14" y="32"/>
                </a:lnTo>
                <a:lnTo>
                  <a:pt x="12" y="46"/>
                </a:lnTo>
                <a:lnTo>
                  <a:pt x="12" y="46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9912" name="Freeform 150">
            <a:extLst xmlns:a="http://schemas.openxmlformats.org/drawingml/2006/main">
              <a:ext uri="{FF2B5EF4-FFF2-40B4-BE49-F238E27FC236}">
                <a16:creationId xmlns:a16="http://schemas.microsoft.com/office/drawing/2014/main" id="{4D6DE5B2-F85E-4E43-AA3D-9482BDD14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97818" y="364072"/>
            <a:ext cx="24777" cy="37025"/>
          </a:xfrm>
          <a:custGeom xmlns:a="http://schemas.openxmlformats.org/drawingml/2006/main">
            <a:rect l="0" t="0" r="r" b="b"/>
            <a:pathLst>
              <a:path w="84" h="128">
                <a:moveTo>
                  <a:pt x="34" y="128"/>
                </a:moveTo>
                <a:lnTo>
                  <a:pt x="34" y="16"/>
                </a:lnTo>
                <a:lnTo>
                  <a:pt x="0" y="16"/>
                </a:lnTo>
                <a:lnTo>
                  <a:pt x="0" y="0"/>
                </a:lnTo>
                <a:lnTo>
                  <a:pt x="84" y="0"/>
                </a:lnTo>
                <a:lnTo>
                  <a:pt x="84" y="16"/>
                </a:lnTo>
                <a:lnTo>
                  <a:pt x="48" y="16"/>
                </a:lnTo>
                <a:lnTo>
                  <a:pt x="48" y="128"/>
                </a:lnTo>
                <a:lnTo>
                  <a:pt x="34" y="128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9913" name="Freeform 151">
            <a:extLst xmlns:a="http://schemas.openxmlformats.org/drawingml/2006/main">
              <a:ext uri="{FF2B5EF4-FFF2-40B4-BE49-F238E27FC236}">
                <a16:creationId xmlns:a16="http://schemas.microsoft.com/office/drawing/2014/main" id="{3A798E41-F4FA-4F87-99C6-404335B5F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18465" y="373907"/>
            <a:ext cx="20647" cy="27769"/>
          </a:xfrm>
          <a:custGeom xmlns:a="http://schemas.openxmlformats.org/drawingml/2006/main">
            <a:rect l="0" t="0" r="r" b="b"/>
            <a:pathLst>
              <a:path w="70" h="96">
                <a:moveTo>
                  <a:pt x="56" y="64"/>
                </a:moveTo>
                <a:lnTo>
                  <a:pt x="70" y="66"/>
                </a:lnTo>
                <a:lnTo>
                  <a:pt x="70" y="66"/>
                </a:lnTo>
                <a:lnTo>
                  <a:pt x="64" y="78"/>
                </a:lnTo>
                <a:lnTo>
                  <a:pt x="58" y="88"/>
                </a:lnTo>
                <a:lnTo>
                  <a:pt x="58" y="88"/>
                </a:lnTo>
                <a:lnTo>
                  <a:pt x="48" y="94"/>
                </a:lnTo>
                <a:lnTo>
                  <a:pt x="36" y="96"/>
                </a:lnTo>
                <a:lnTo>
                  <a:pt x="36" y="96"/>
                </a:lnTo>
                <a:lnTo>
                  <a:pt x="28" y="94"/>
                </a:lnTo>
                <a:lnTo>
                  <a:pt x="22" y="92"/>
                </a:lnTo>
                <a:lnTo>
                  <a:pt x="16" y="88"/>
                </a:lnTo>
                <a:lnTo>
                  <a:pt x="10" y="84"/>
                </a:lnTo>
                <a:lnTo>
                  <a:pt x="10" y="84"/>
                </a:lnTo>
                <a:lnTo>
                  <a:pt x="6" y="76"/>
                </a:lnTo>
                <a:lnTo>
                  <a:pt x="2" y="68"/>
                </a:lnTo>
                <a:lnTo>
                  <a:pt x="0" y="60"/>
                </a:lnTo>
                <a:lnTo>
                  <a:pt x="0" y="48"/>
                </a:lnTo>
                <a:lnTo>
                  <a:pt x="0" y="48"/>
                </a:lnTo>
                <a:lnTo>
                  <a:pt x="0" y="38"/>
                </a:lnTo>
                <a:lnTo>
                  <a:pt x="2" y="28"/>
                </a:lnTo>
                <a:lnTo>
                  <a:pt x="6" y="18"/>
                </a:lnTo>
                <a:lnTo>
                  <a:pt x="10" y="12"/>
                </a:lnTo>
                <a:lnTo>
                  <a:pt x="10" y="12"/>
                </a:lnTo>
                <a:lnTo>
                  <a:pt x="16" y="6"/>
                </a:lnTo>
                <a:lnTo>
                  <a:pt x="22" y="2"/>
                </a:lnTo>
                <a:lnTo>
                  <a:pt x="28" y="0"/>
                </a:lnTo>
                <a:lnTo>
                  <a:pt x="36" y="0"/>
                </a:lnTo>
                <a:lnTo>
                  <a:pt x="36" y="0"/>
                </a:lnTo>
                <a:lnTo>
                  <a:pt x="42" y="0"/>
                </a:lnTo>
                <a:lnTo>
                  <a:pt x="50" y="2"/>
                </a:lnTo>
                <a:lnTo>
                  <a:pt x="54" y="6"/>
                </a:lnTo>
                <a:lnTo>
                  <a:pt x="60" y="12"/>
                </a:lnTo>
                <a:lnTo>
                  <a:pt x="60" y="12"/>
                </a:lnTo>
                <a:lnTo>
                  <a:pt x="64" y="18"/>
                </a:lnTo>
                <a:lnTo>
                  <a:pt x="68" y="26"/>
                </a:lnTo>
                <a:lnTo>
                  <a:pt x="70" y="36"/>
                </a:lnTo>
                <a:lnTo>
                  <a:pt x="70" y="48"/>
                </a:lnTo>
                <a:lnTo>
                  <a:pt x="70" y="52"/>
                </a:lnTo>
                <a:lnTo>
                  <a:pt x="14" y="52"/>
                </a:lnTo>
                <a:lnTo>
                  <a:pt x="14" y="52"/>
                </a:lnTo>
                <a:lnTo>
                  <a:pt x="16" y="66"/>
                </a:lnTo>
                <a:lnTo>
                  <a:pt x="20" y="74"/>
                </a:lnTo>
                <a:lnTo>
                  <a:pt x="20" y="74"/>
                </a:lnTo>
                <a:lnTo>
                  <a:pt x="28" y="80"/>
                </a:lnTo>
                <a:lnTo>
                  <a:pt x="36" y="82"/>
                </a:lnTo>
                <a:lnTo>
                  <a:pt x="36" y="82"/>
                </a:lnTo>
                <a:lnTo>
                  <a:pt x="42" y="82"/>
                </a:lnTo>
                <a:lnTo>
                  <a:pt x="48" y="78"/>
                </a:lnTo>
                <a:lnTo>
                  <a:pt x="52" y="72"/>
                </a:lnTo>
                <a:lnTo>
                  <a:pt x="56" y="64"/>
                </a:lnTo>
                <a:lnTo>
                  <a:pt x="56" y="64"/>
                </a:lnTo>
                <a:close/>
                <a:moveTo>
                  <a:pt x="14" y="38"/>
                </a:moveTo>
                <a:lnTo>
                  <a:pt x="56" y="38"/>
                </a:lnTo>
                <a:lnTo>
                  <a:pt x="56" y="38"/>
                </a:lnTo>
                <a:lnTo>
                  <a:pt x="54" y="28"/>
                </a:lnTo>
                <a:lnTo>
                  <a:pt x="52" y="20"/>
                </a:lnTo>
                <a:lnTo>
                  <a:pt x="52" y="20"/>
                </a:lnTo>
                <a:lnTo>
                  <a:pt x="44" y="14"/>
                </a:lnTo>
                <a:lnTo>
                  <a:pt x="36" y="12"/>
                </a:lnTo>
                <a:lnTo>
                  <a:pt x="36" y="12"/>
                </a:lnTo>
                <a:lnTo>
                  <a:pt x="28" y="14"/>
                </a:lnTo>
                <a:lnTo>
                  <a:pt x="20" y="20"/>
                </a:lnTo>
                <a:lnTo>
                  <a:pt x="20" y="20"/>
                </a:lnTo>
                <a:lnTo>
                  <a:pt x="16" y="28"/>
                </a:lnTo>
                <a:lnTo>
                  <a:pt x="14" y="38"/>
                </a:lnTo>
                <a:lnTo>
                  <a:pt x="14" y="38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9914" name="Freeform 152">
            <a:extLst xmlns:a="http://schemas.openxmlformats.org/drawingml/2006/main">
              <a:ext uri="{FF2B5EF4-FFF2-40B4-BE49-F238E27FC236}">
                <a16:creationId xmlns:a16="http://schemas.microsoft.com/office/drawing/2014/main" id="{2FD52596-8155-4AAA-824A-0D7ECC9FA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1473" y="373907"/>
            <a:ext cx="18877" cy="27769"/>
          </a:xfrm>
          <a:custGeom xmlns:a="http://schemas.openxmlformats.org/drawingml/2006/main">
            <a:rect l="0" t="0" r="r" b="b"/>
            <a:pathLst>
              <a:path w="64" h="96">
                <a:moveTo>
                  <a:pt x="52" y="60"/>
                </a:moveTo>
                <a:lnTo>
                  <a:pt x="64" y="62"/>
                </a:lnTo>
                <a:lnTo>
                  <a:pt x="64" y="62"/>
                </a:lnTo>
                <a:lnTo>
                  <a:pt x="62" y="76"/>
                </a:lnTo>
                <a:lnTo>
                  <a:pt x="58" y="82"/>
                </a:lnTo>
                <a:lnTo>
                  <a:pt x="54" y="86"/>
                </a:lnTo>
                <a:lnTo>
                  <a:pt x="54" y="86"/>
                </a:lnTo>
                <a:lnTo>
                  <a:pt x="44" y="94"/>
                </a:lnTo>
                <a:lnTo>
                  <a:pt x="34" y="96"/>
                </a:lnTo>
                <a:lnTo>
                  <a:pt x="34" y="96"/>
                </a:lnTo>
                <a:lnTo>
                  <a:pt x="26" y="94"/>
                </a:lnTo>
                <a:lnTo>
                  <a:pt x="20" y="92"/>
                </a:lnTo>
                <a:lnTo>
                  <a:pt x="14" y="88"/>
                </a:lnTo>
                <a:lnTo>
                  <a:pt x="8" y="84"/>
                </a:lnTo>
                <a:lnTo>
                  <a:pt x="8" y="84"/>
                </a:lnTo>
                <a:lnTo>
                  <a:pt x="4" y="76"/>
                </a:lnTo>
                <a:lnTo>
                  <a:pt x="2" y="68"/>
                </a:lnTo>
                <a:lnTo>
                  <a:pt x="0" y="58"/>
                </a:lnTo>
                <a:lnTo>
                  <a:pt x="0" y="48"/>
                </a:lnTo>
                <a:lnTo>
                  <a:pt x="0" y="48"/>
                </a:lnTo>
                <a:lnTo>
                  <a:pt x="0" y="36"/>
                </a:lnTo>
                <a:lnTo>
                  <a:pt x="2" y="26"/>
                </a:lnTo>
                <a:lnTo>
                  <a:pt x="4" y="18"/>
                </a:lnTo>
                <a:lnTo>
                  <a:pt x="8" y="12"/>
                </a:lnTo>
                <a:lnTo>
                  <a:pt x="8" y="12"/>
                </a:lnTo>
                <a:lnTo>
                  <a:pt x="14" y="6"/>
                </a:lnTo>
                <a:lnTo>
                  <a:pt x="20" y="2"/>
                </a:lnTo>
                <a:lnTo>
                  <a:pt x="26" y="0"/>
                </a:lnTo>
                <a:lnTo>
                  <a:pt x="34" y="0"/>
                </a:lnTo>
                <a:lnTo>
                  <a:pt x="34" y="0"/>
                </a:lnTo>
                <a:lnTo>
                  <a:pt x="44" y="2"/>
                </a:lnTo>
                <a:lnTo>
                  <a:pt x="54" y="6"/>
                </a:lnTo>
                <a:lnTo>
                  <a:pt x="54" y="6"/>
                </a:lnTo>
                <a:lnTo>
                  <a:pt x="60" y="16"/>
                </a:lnTo>
                <a:lnTo>
                  <a:pt x="64" y="28"/>
                </a:lnTo>
                <a:lnTo>
                  <a:pt x="52" y="30"/>
                </a:lnTo>
                <a:lnTo>
                  <a:pt x="52" y="30"/>
                </a:lnTo>
                <a:lnTo>
                  <a:pt x="48" y="22"/>
                </a:lnTo>
                <a:lnTo>
                  <a:pt x="44" y="16"/>
                </a:lnTo>
                <a:lnTo>
                  <a:pt x="44" y="16"/>
                </a:lnTo>
                <a:lnTo>
                  <a:pt x="40" y="14"/>
                </a:lnTo>
                <a:lnTo>
                  <a:pt x="34" y="12"/>
                </a:lnTo>
                <a:lnTo>
                  <a:pt x="34" y="12"/>
                </a:lnTo>
                <a:lnTo>
                  <a:pt x="26" y="14"/>
                </a:lnTo>
                <a:lnTo>
                  <a:pt x="18" y="20"/>
                </a:lnTo>
                <a:lnTo>
                  <a:pt x="18" y="20"/>
                </a:lnTo>
                <a:lnTo>
                  <a:pt x="16" y="26"/>
                </a:lnTo>
                <a:lnTo>
                  <a:pt x="14" y="32"/>
                </a:lnTo>
                <a:lnTo>
                  <a:pt x="12" y="48"/>
                </a:lnTo>
                <a:lnTo>
                  <a:pt x="12" y="48"/>
                </a:lnTo>
                <a:lnTo>
                  <a:pt x="14" y="64"/>
                </a:lnTo>
                <a:lnTo>
                  <a:pt x="18" y="74"/>
                </a:lnTo>
                <a:lnTo>
                  <a:pt x="18" y="74"/>
                </a:lnTo>
                <a:lnTo>
                  <a:pt x="24" y="80"/>
                </a:lnTo>
                <a:lnTo>
                  <a:pt x="34" y="82"/>
                </a:lnTo>
                <a:lnTo>
                  <a:pt x="34" y="82"/>
                </a:lnTo>
                <a:lnTo>
                  <a:pt x="40" y="82"/>
                </a:lnTo>
                <a:lnTo>
                  <a:pt x="46" y="78"/>
                </a:lnTo>
                <a:lnTo>
                  <a:pt x="46" y="78"/>
                </a:lnTo>
                <a:lnTo>
                  <a:pt x="50" y="70"/>
                </a:lnTo>
                <a:lnTo>
                  <a:pt x="52" y="60"/>
                </a:lnTo>
                <a:lnTo>
                  <a:pt x="52" y="60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9915" name="Freeform 153">
            <a:extLst xmlns:a="http://schemas.openxmlformats.org/drawingml/2006/main">
              <a:ext uri="{FF2B5EF4-FFF2-40B4-BE49-F238E27FC236}">
                <a16:creationId xmlns:a16="http://schemas.microsoft.com/office/drawing/2014/main" id="{E8672BCD-9E62-42D5-840E-8C2BE3CD2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2711" y="364072"/>
            <a:ext cx="17698" cy="37025"/>
          </a:xfrm>
          <a:custGeom xmlns:a="http://schemas.openxmlformats.org/drawingml/2006/main">
            <a:rect l="0" t="0" r="r" b="b"/>
            <a:pathLst>
              <a:path w="60" h="128">
                <a:moveTo>
                  <a:pt x="0" y="128"/>
                </a:moveTo>
                <a:lnTo>
                  <a:pt x="0" y="0"/>
                </a:lnTo>
                <a:lnTo>
                  <a:pt x="12" y="0"/>
                </a:lnTo>
                <a:lnTo>
                  <a:pt x="12" y="46"/>
                </a:lnTo>
                <a:lnTo>
                  <a:pt x="12" y="46"/>
                </a:lnTo>
                <a:lnTo>
                  <a:pt x="16" y="40"/>
                </a:lnTo>
                <a:lnTo>
                  <a:pt x="22" y="36"/>
                </a:lnTo>
                <a:lnTo>
                  <a:pt x="22" y="36"/>
                </a:lnTo>
                <a:lnTo>
                  <a:pt x="28" y="34"/>
                </a:lnTo>
                <a:lnTo>
                  <a:pt x="34" y="34"/>
                </a:lnTo>
                <a:lnTo>
                  <a:pt x="34" y="34"/>
                </a:lnTo>
                <a:lnTo>
                  <a:pt x="46" y="36"/>
                </a:lnTo>
                <a:lnTo>
                  <a:pt x="54" y="42"/>
                </a:lnTo>
                <a:lnTo>
                  <a:pt x="54" y="42"/>
                </a:lnTo>
                <a:lnTo>
                  <a:pt x="56" y="46"/>
                </a:lnTo>
                <a:lnTo>
                  <a:pt x="58" y="52"/>
                </a:lnTo>
                <a:lnTo>
                  <a:pt x="60" y="70"/>
                </a:lnTo>
                <a:lnTo>
                  <a:pt x="60" y="128"/>
                </a:lnTo>
                <a:lnTo>
                  <a:pt x="48" y="128"/>
                </a:lnTo>
                <a:lnTo>
                  <a:pt x="48" y="70"/>
                </a:lnTo>
                <a:lnTo>
                  <a:pt x="48" y="70"/>
                </a:lnTo>
                <a:lnTo>
                  <a:pt x="46" y="58"/>
                </a:lnTo>
                <a:lnTo>
                  <a:pt x="44" y="52"/>
                </a:lnTo>
                <a:lnTo>
                  <a:pt x="44" y="52"/>
                </a:lnTo>
                <a:lnTo>
                  <a:pt x="38" y="48"/>
                </a:lnTo>
                <a:lnTo>
                  <a:pt x="32" y="46"/>
                </a:lnTo>
                <a:lnTo>
                  <a:pt x="32" y="46"/>
                </a:lnTo>
                <a:lnTo>
                  <a:pt x="24" y="48"/>
                </a:lnTo>
                <a:lnTo>
                  <a:pt x="18" y="54"/>
                </a:lnTo>
                <a:lnTo>
                  <a:pt x="18" y="54"/>
                </a:lnTo>
                <a:lnTo>
                  <a:pt x="16" y="58"/>
                </a:lnTo>
                <a:lnTo>
                  <a:pt x="14" y="62"/>
                </a:lnTo>
                <a:lnTo>
                  <a:pt x="12" y="78"/>
                </a:lnTo>
                <a:lnTo>
                  <a:pt x="12" y="128"/>
                </a:lnTo>
                <a:lnTo>
                  <a:pt x="0" y="128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9916" name="Freeform 154">
            <a:extLst xmlns:a="http://schemas.openxmlformats.org/drawingml/2006/main">
              <a:ext uri="{FF2B5EF4-FFF2-40B4-BE49-F238E27FC236}">
                <a16:creationId xmlns:a16="http://schemas.microsoft.com/office/drawing/2014/main" id="{8006CF2D-5F4A-46ED-AEDB-F45C1D30F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85128" y="373907"/>
            <a:ext cx="17698" cy="27190"/>
          </a:xfrm>
          <a:custGeom xmlns:a="http://schemas.openxmlformats.org/drawingml/2006/main">
            <a:rect l="0" t="0" r="r" b="b"/>
            <a:pathLst>
              <a:path w="60" h="94">
                <a:moveTo>
                  <a:pt x="0" y="94"/>
                </a:moveTo>
                <a:lnTo>
                  <a:pt x="0" y="2"/>
                </a:lnTo>
                <a:lnTo>
                  <a:pt x="12" y="2"/>
                </a:lnTo>
                <a:lnTo>
                  <a:pt x="12" y="14"/>
                </a:lnTo>
                <a:lnTo>
                  <a:pt x="12" y="14"/>
                </a:lnTo>
                <a:lnTo>
                  <a:pt x="16" y="8"/>
                </a:lnTo>
                <a:lnTo>
                  <a:pt x="22" y="4"/>
                </a:lnTo>
                <a:lnTo>
                  <a:pt x="22" y="4"/>
                </a:lnTo>
                <a:lnTo>
                  <a:pt x="28" y="0"/>
                </a:lnTo>
                <a:lnTo>
                  <a:pt x="36" y="0"/>
                </a:lnTo>
                <a:lnTo>
                  <a:pt x="36" y="0"/>
                </a:lnTo>
                <a:lnTo>
                  <a:pt x="40" y="0"/>
                </a:lnTo>
                <a:lnTo>
                  <a:pt x="46" y="2"/>
                </a:lnTo>
                <a:lnTo>
                  <a:pt x="46" y="2"/>
                </a:lnTo>
                <a:lnTo>
                  <a:pt x="54" y="8"/>
                </a:lnTo>
                <a:lnTo>
                  <a:pt x="54" y="8"/>
                </a:lnTo>
                <a:lnTo>
                  <a:pt x="58" y="12"/>
                </a:lnTo>
                <a:lnTo>
                  <a:pt x="60" y="18"/>
                </a:lnTo>
                <a:lnTo>
                  <a:pt x="60" y="18"/>
                </a:lnTo>
                <a:lnTo>
                  <a:pt x="60" y="36"/>
                </a:lnTo>
                <a:lnTo>
                  <a:pt x="60" y="94"/>
                </a:lnTo>
                <a:lnTo>
                  <a:pt x="48" y="94"/>
                </a:lnTo>
                <a:lnTo>
                  <a:pt x="48" y="38"/>
                </a:lnTo>
                <a:lnTo>
                  <a:pt x="48" y="38"/>
                </a:lnTo>
                <a:lnTo>
                  <a:pt x="46" y="22"/>
                </a:lnTo>
                <a:lnTo>
                  <a:pt x="46" y="22"/>
                </a:lnTo>
                <a:lnTo>
                  <a:pt x="44" y="18"/>
                </a:lnTo>
                <a:lnTo>
                  <a:pt x="42" y="16"/>
                </a:lnTo>
                <a:lnTo>
                  <a:pt x="42" y="16"/>
                </a:lnTo>
                <a:lnTo>
                  <a:pt x="38" y="14"/>
                </a:lnTo>
                <a:lnTo>
                  <a:pt x="32" y="12"/>
                </a:lnTo>
                <a:lnTo>
                  <a:pt x="32" y="12"/>
                </a:lnTo>
                <a:lnTo>
                  <a:pt x="24" y="14"/>
                </a:lnTo>
                <a:lnTo>
                  <a:pt x="18" y="20"/>
                </a:lnTo>
                <a:lnTo>
                  <a:pt x="18" y="20"/>
                </a:lnTo>
                <a:lnTo>
                  <a:pt x="14" y="28"/>
                </a:lnTo>
                <a:lnTo>
                  <a:pt x="12" y="44"/>
                </a:lnTo>
                <a:lnTo>
                  <a:pt x="12" y="94"/>
                </a:lnTo>
                <a:lnTo>
                  <a:pt x="0" y="94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9917" name="Freeform 155">
            <a:extLst xmlns:a="http://schemas.openxmlformats.org/drawingml/2006/main">
              <a:ext uri="{FF2B5EF4-FFF2-40B4-BE49-F238E27FC236}">
                <a16:creationId xmlns:a16="http://schemas.microsoft.com/office/drawing/2014/main" id="{47335C73-2630-40B3-A9F9-92E5B8C19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06366" y="373907"/>
            <a:ext cx="20647" cy="27769"/>
          </a:xfrm>
          <a:custGeom xmlns:a="http://schemas.openxmlformats.org/drawingml/2006/main">
            <a:rect l="0" t="0" r="r" b="b"/>
            <a:pathLst>
              <a:path w="70" h="96">
                <a:moveTo>
                  <a:pt x="0" y="48"/>
                </a:moveTo>
                <a:lnTo>
                  <a:pt x="0" y="48"/>
                </a:lnTo>
                <a:lnTo>
                  <a:pt x="0" y="36"/>
                </a:lnTo>
                <a:lnTo>
                  <a:pt x="2" y="26"/>
                </a:lnTo>
                <a:lnTo>
                  <a:pt x="4" y="18"/>
                </a:lnTo>
                <a:lnTo>
                  <a:pt x="10" y="12"/>
                </a:lnTo>
                <a:lnTo>
                  <a:pt x="10" y="12"/>
                </a:lnTo>
                <a:lnTo>
                  <a:pt x="14" y="6"/>
                </a:lnTo>
                <a:lnTo>
                  <a:pt x="20" y="2"/>
                </a:lnTo>
                <a:lnTo>
                  <a:pt x="28" y="0"/>
                </a:lnTo>
                <a:lnTo>
                  <a:pt x="34" y="0"/>
                </a:lnTo>
                <a:lnTo>
                  <a:pt x="34" y="0"/>
                </a:lnTo>
                <a:lnTo>
                  <a:pt x="42" y="0"/>
                </a:lnTo>
                <a:lnTo>
                  <a:pt x="48" y="2"/>
                </a:lnTo>
                <a:lnTo>
                  <a:pt x="54" y="6"/>
                </a:lnTo>
                <a:lnTo>
                  <a:pt x="60" y="12"/>
                </a:lnTo>
                <a:lnTo>
                  <a:pt x="60" y="12"/>
                </a:lnTo>
                <a:lnTo>
                  <a:pt x="64" y="18"/>
                </a:lnTo>
                <a:lnTo>
                  <a:pt x="68" y="26"/>
                </a:lnTo>
                <a:lnTo>
                  <a:pt x="70" y="36"/>
                </a:lnTo>
                <a:lnTo>
                  <a:pt x="70" y="46"/>
                </a:lnTo>
                <a:lnTo>
                  <a:pt x="70" y="46"/>
                </a:lnTo>
                <a:lnTo>
                  <a:pt x="70" y="58"/>
                </a:lnTo>
                <a:lnTo>
                  <a:pt x="68" y="68"/>
                </a:lnTo>
                <a:lnTo>
                  <a:pt x="64" y="76"/>
                </a:lnTo>
                <a:lnTo>
                  <a:pt x="60" y="84"/>
                </a:lnTo>
                <a:lnTo>
                  <a:pt x="60" y="84"/>
                </a:lnTo>
                <a:lnTo>
                  <a:pt x="54" y="88"/>
                </a:lnTo>
                <a:lnTo>
                  <a:pt x="48" y="92"/>
                </a:lnTo>
                <a:lnTo>
                  <a:pt x="42" y="94"/>
                </a:lnTo>
                <a:lnTo>
                  <a:pt x="34" y="96"/>
                </a:lnTo>
                <a:lnTo>
                  <a:pt x="34" y="96"/>
                </a:lnTo>
                <a:lnTo>
                  <a:pt x="28" y="94"/>
                </a:lnTo>
                <a:lnTo>
                  <a:pt x="20" y="92"/>
                </a:lnTo>
                <a:lnTo>
                  <a:pt x="14" y="88"/>
                </a:lnTo>
                <a:lnTo>
                  <a:pt x="10" y="84"/>
                </a:lnTo>
                <a:lnTo>
                  <a:pt x="10" y="84"/>
                </a:lnTo>
                <a:lnTo>
                  <a:pt x="4" y="76"/>
                </a:lnTo>
                <a:lnTo>
                  <a:pt x="2" y="68"/>
                </a:lnTo>
                <a:lnTo>
                  <a:pt x="0" y="58"/>
                </a:lnTo>
                <a:lnTo>
                  <a:pt x="0" y="48"/>
                </a:lnTo>
                <a:lnTo>
                  <a:pt x="0" y="48"/>
                </a:lnTo>
                <a:close/>
                <a:moveTo>
                  <a:pt x="12" y="48"/>
                </a:moveTo>
                <a:lnTo>
                  <a:pt x="12" y="48"/>
                </a:lnTo>
                <a:lnTo>
                  <a:pt x="14" y="64"/>
                </a:lnTo>
                <a:lnTo>
                  <a:pt x="16" y="70"/>
                </a:lnTo>
                <a:lnTo>
                  <a:pt x="18" y="74"/>
                </a:lnTo>
                <a:lnTo>
                  <a:pt x="18" y="74"/>
                </a:lnTo>
                <a:lnTo>
                  <a:pt x="26" y="80"/>
                </a:lnTo>
                <a:lnTo>
                  <a:pt x="34" y="82"/>
                </a:lnTo>
                <a:lnTo>
                  <a:pt x="34" y="82"/>
                </a:lnTo>
                <a:lnTo>
                  <a:pt x="44" y="80"/>
                </a:lnTo>
                <a:lnTo>
                  <a:pt x="50" y="74"/>
                </a:lnTo>
                <a:lnTo>
                  <a:pt x="50" y="74"/>
                </a:lnTo>
                <a:lnTo>
                  <a:pt x="56" y="62"/>
                </a:lnTo>
                <a:lnTo>
                  <a:pt x="56" y="48"/>
                </a:lnTo>
                <a:lnTo>
                  <a:pt x="56" y="48"/>
                </a:lnTo>
                <a:lnTo>
                  <a:pt x="56" y="32"/>
                </a:lnTo>
                <a:lnTo>
                  <a:pt x="54" y="26"/>
                </a:lnTo>
                <a:lnTo>
                  <a:pt x="50" y="20"/>
                </a:lnTo>
                <a:lnTo>
                  <a:pt x="50" y="20"/>
                </a:lnTo>
                <a:lnTo>
                  <a:pt x="44" y="14"/>
                </a:lnTo>
                <a:lnTo>
                  <a:pt x="34" y="12"/>
                </a:lnTo>
                <a:lnTo>
                  <a:pt x="34" y="12"/>
                </a:lnTo>
                <a:lnTo>
                  <a:pt x="26" y="14"/>
                </a:lnTo>
                <a:lnTo>
                  <a:pt x="18" y="20"/>
                </a:lnTo>
                <a:lnTo>
                  <a:pt x="18" y="20"/>
                </a:lnTo>
                <a:lnTo>
                  <a:pt x="14" y="32"/>
                </a:lnTo>
                <a:lnTo>
                  <a:pt x="12" y="48"/>
                </a:lnTo>
                <a:lnTo>
                  <a:pt x="12" y="48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9918" name="Rectangle 156">
            <a:extLst xmlns:a="http://schemas.openxmlformats.org/drawingml/2006/main">
              <a:ext uri="{FF2B5EF4-FFF2-40B4-BE49-F238E27FC236}">
                <a16:creationId xmlns:a16="http://schemas.microsoft.com/office/drawing/2014/main" id="{83967F78-F988-4326-B564-CFEC30C16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29963" y="364072"/>
            <a:ext cx="3539" cy="37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9919" name="Freeform 157">
            <a:extLst xmlns:a="http://schemas.openxmlformats.org/drawingml/2006/main">
              <a:ext uri="{FF2B5EF4-FFF2-40B4-BE49-F238E27FC236}">
                <a16:creationId xmlns:a16="http://schemas.microsoft.com/office/drawing/2014/main" id="{288A4525-9382-4D9E-A6BF-CC2F056DD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37042" y="373907"/>
            <a:ext cx="20647" cy="27769"/>
          </a:xfrm>
          <a:custGeom xmlns:a="http://schemas.openxmlformats.org/drawingml/2006/main">
            <a:rect l="0" t="0" r="r" b="b"/>
            <a:pathLst>
              <a:path w="70" h="96">
                <a:moveTo>
                  <a:pt x="0" y="48"/>
                </a:moveTo>
                <a:lnTo>
                  <a:pt x="0" y="48"/>
                </a:lnTo>
                <a:lnTo>
                  <a:pt x="0" y="36"/>
                </a:lnTo>
                <a:lnTo>
                  <a:pt x="2" y="26"/>
                </a:lnTo>
                <a:lnTo>
                  <a:pt x="6" y="18"/>
                </a:lnTo>
                <a:lnTo>
                  <a:pt x="10" y="12"/>
                </a:lnTo>
                <a:lnTo>
                  <a:pt x="10" y="12"/>
                </a:lnTo>
                <a:lnTo>
                  <a:pt x="14" y="6"/>
                </a:lnTo>
                <a:lnTo>
                  <a:pt x="20" y="2"/>
                </a:lnTo>
                <a:lnTo>
                  <a:pt x="28" y="0"/>
                </a:lnTo>
                <a:lnTo>
                  <a:pt x="34" y="0"/>
                </a:lnTo>
                <a:lnTo>
                  <a:pt x="34" y="0"/>
                </a:lnTo>
                <a:lnTo>
                  <a:pt x="42" y="0"/>
                </a:lnTo>
                <a:lnTo>
                  <a:pt x="48" y="2"/>
                </a:lnTo>
                <a:lnTo>
                  <a:pt x="54" y="6"/>
                </a:lnTo>
                <a:lnTo>
                  <a:pt x="60" y="12"/>
                </a:lnTo>
                <a:lnTo>
                  <a:pt x="60" y="12"/>
                </a:lnTo>
                <a:lnTo>
                  <a:pt x="64" y="18"/>
                </a:lnTo>
                <a:lnTo>
                  <a:pt x="68" y="26"/>
                </a:lnTo>
                <a:lnTo>
                  <a:pt x="70" y="36"/>
                </a:lnTo>
                <a:lnTo>
                  <a:pt x="70" y="46"/>
                </a:lnTo>
                <a:lnTo>
                  <a:pt x="70" y="46"/>
                </a:lnTo>
                <a:lnTo>
                  <a:pt x="70" y="58"/>
                </a:lnTo>
                <a:lnTo>
                  <a:pt x="68" y="68"/>
                </a:lnTo>
                <a:lnTo>
                  <a:pt x="64" y="76"/>
                </a:lnTo>
                <a:lnTo>
                  <a:pt x="60" y="84"/>
                </a:lnTo>
                <a:lnTo>
                  <a:pt x="60" y="84"/>
                </a:lnTo>
                <a:lnTo>
                  <a:pt x="54" y="88"/>
                </a:lnTo>
                <a:lnTo>
                  <a:pt x="48" y="92"/>
                </a:lnTo>
                <a:lnTo>
                  <a:pt x="42" y="94"/>
                </a:lnTo>
                <a:lnTo>
                  <a:pt x="34" y="96"/>
                </a:lnTo>
                <a:lnTo>
                  <a:pt x="34" y="96"/>
                </a:lnTo>
                <a:lnTo>
                  <a:pt x="28" y="94"/>
                </a:lnTo>
                <a:lnTo>
                  <a:pt x="20" y="92"/>
                </a:lnTo>
                <a:lnTo>
                  <a:pt x="14" y="88"/>
                </a:lnTo>
                <a:lnTo>
                  <a:pt x="10" y="84"/>
                </a:lnTo>
                <a:lnTo>
                  <a:pt x="10" y="84"/>
                </a:lnTo>
                <a:lnTo>
                  <a:pt x="6" y="76"/>
                </a:lnTo>
                <a:lnTo>
                  <a:pt x="2" y="68"/>
                </a:lnTo>
                <a:lnTo>
                  <a:pt x="0" y="58"/>
                </a:lnTo>
                <a:lnTo>
                  <a:pt x="0" y="48"/>
                </a:lnTo>
                <a:lnTo>
                  <a:pt x="0" y="48"/>
                </a:lnTo>
                <a:close/>
                <a:moveTo>
                  <a:pt x="12" y="48"/>
                </a:moveTo>
                <a:lnTo>
                  <a:pt x="12" y="48"/>
                </a:lnTo>
                <a:lnTo>
                  <a:pt x="14" y="64"/>
                </a:lnTo>
                <a:lnTo>
                  <a:pt x="16" y="70"/>
                </a:lnTo>
                <a:lnTo>
                  <a:pt x="20" y="74"/>
                </a:lnTo>
                <a:lnTo>
                  <a:pt x="20" y="74"/>
                </a:lnTo>
                <a:lnTo>
                  <a:pt x="26" y="80"/>
                </a:lnTo>
                <a:lnTo>
                  <a:pt x="36" y="82"/>
                </a:lnTo>
                <a:lnTo>
                  <a:pt x="36" y="82"/>
                </a:lnTo>
                <a:lnTo>
                  <a:pt x="44" y="80"/>
                </a:lnTo>
                <a:lnTo>
                  <a:pt x="50" y="74"/>
                </a:lnTo>
                <a:lnTo>
                  <a:pt x="50" y="74"/>
                </a:lnTo>
                <a:lnTo>
                  <a:pt x="56" y="62"/>
                </a:lnTo>
                <a:lnTo>
                  <a:pt x="58" y="48"/>
                </a:lnTo>
                <a:lnTo>
                  <a:pt x="58" y="48"/>
                </a:lnTo>
                <a:lnTo>
                  <a:pt x="56" y="32"/>
                </a:lnTo>
                <a:lnTo>
                  <a:pt x="54" y="26"/>
                </a:lnTo>
                <a:lnTo>
                  <a:pt x="50" y="20"/>
                </a:lnTo>
                <a:lnTo>
                  <a:pt x="50" y="20"/>
                </a:lnTo>
                <a:lnTo>
                  <a:pt x="44" y="14"/>
                </a:lnTo>
                <a:lnTo>
                  <a:pt x="34" y="12"/>
                </a:lnTo>
                <a:lnTo>
                  <a:pt x="34" y="12"/>
                </a:lnTo>
                <a:lnTo>
                  <a:pt x="26" y="14"/>
                </a:lnTo>
                <a:lnTo>
                  <a:pt x="20" y="20"/>
                </a:lnTo>
                <a:lnTo>
                  <a:pt x="20" y="20"/>
                </a:lnTo>
                <a:lnTo>
                  <a:pt x="14" y="32"/>
                </a:lnTo>
                <a:lnTo>
                  <a:pt x="12" y="48"/>
                </a:lnTo>
                <a:lnTo>
                  <a:pt x="12" y="48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9920" name="Freeform 158">
            <a:extLst xmlns:a="http://schemas.openxmlformats.org/drawingml/2006/main">
              <a:ext uri="{FF2B5EF4-FFF2-40B4-BE49-F238E27FC236}">
                <a16:creationId xmlns:a16="http://schemas.microsoft.com/office/drawing/2014/main" id="{F16BF2AB-8E4D-4018-AFCF-48502873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59460" y="373907"/>
            <a:ext cx="19467" cy="37604"/>
          </a:xfrm>
          <a:custGeom xmlns:a="http://schemas.openxmlformats.org/drawingml/2006/main">
            <a:rect l="0" t="0" r="r" b="b"/>
            <a:pathLst>
              <a:path w="66" h="130">
                <a:moveTo>
                  <a:pt x="2" y="102"/>
                </a:moveTo>
                <a:lnTo>
                  <a:pt x="14" y="104"/>
                </a:lnTo>
                <a:lnTo>
                  <a:pt x="14" y="104"/>
                </a:lnTo>
                <a:lnTo>
                  <a:pt x="16" y="110"/>
                </a:lnTo>
                <a:lnTo>
                  <a:pt x="20" y="114"/>
                </a:lnTo>
                <a:lnTo>
                  <a:pt x="20" y="114"/>
                </a:lnTo>
                <a:lnTo>
                  <a:pt x="26" y="116"/>
                </a:lnTo>
                <a:lnTo>
                  <a:pt x="32" y="118"/>
                </a:lnTo>
                <a:lnTo>
                  <a:pt x="32" y="118"/>
                </a:lnTo>
                <a:lnTo>
                  <a:pt x="40" y="116"/>
                </a:lnTo>
                <a:lnTo>
                  <a:pt x="46" y="114"/>
                </a:lnTo>
                <a:lnTo>
                  <a:pt x="46" y="114"/>
                </a:lnTo>
                <a:lnTo>
                  <a:pt x="50" y="108"/>
                </a:lnTo>
                <a:lnTo>
                  <a:pt x="52" y="102"/>
                </a:lnTo>
                <a:lnTo>
                  <a:pt x="52" y="102"/>
                </a:lnTo>
                <a:lnTo>
                  <a:pt x="54" y="82"/>
                </a:lnTo>
                <a:lnTo>
                  <a:pt x="54" y="82"/>
                </a:lnTo>
                <a:lnTo>
                  <a:pt x="48" y="86"/>
                </a:lnTo>
                <a:lnTo>
                  <a:pt x="44" y="90"/>
                </a:lnTo>
                <a:lnTo>
                  <a:pt x="44" y="90"/>
                </a:lnTo>
                <a:lnTo>
                  <a:pt x="38" y="92"/>
                </a:lnTo>
                <a:lnTo>
                  <a:pt x="32" y="94"/>
                </a:lnTo>
                <a:lnTo>
                  <a:pt x="32" y="94"/>
                </a:lnTo>
                <a:lnTo>
                  <a:pt x="26" y="92"/>
                </a:lnTo>
                <a:lnTo>
                  <a:pt x="20" y="90"/>
                </a:lnTo>
                <a:lnTo>
                  <a:pt x="14" y="86"/>
                </a:lnTo>
                <a:lnTo>
                  <a:pt x="10" y="82"/>
                </a:lnTo>
                <a:lnTo>
                  <a:pt x="10" y="82"/>
                </a:lnTo>
                <a:lnTo>
                  <a:pt x="6" y="74"/>
                </a:lnTo>
                <a:lnTo>
                  <a:pt x="2" y="66"/>
                </a:lnTo>
                <a:lnTo>
                  <a:pt x="0" y="58"/>
                </a:lnTo>
                <a:lnTo>
                  <a:pt x="0" y="46"/>
                </a:lnTo>
                <a:lnTo>
                  <a:pt x="0" y="46"/>
                </a:lnTo>
                <a:lnTo>
                  <a:pt x="0" y="32"/>
                </a:lnTo>
                <a:lnTo>
                  <a:pt x="4" y="20"/>
                </a:lnTo>
                <a:lnTo>
                  <a:pt x="4" y="20"/>
                </a:lnTo>
                <a:lnTo>
                  <a:pt x="10" y="12"/>
                </a:lnTo>
                <a:lnTo>
                  <a:pt x="16" y="4"/>
                </a:lnTo>
                <a:lnTo>
                  <a:pt x="16" y="4"/>
                </a:lnTo>
                <a:lnTo>
                  <a:pt x="24" y="0"/>
                </a:lnTo>
                <a:lnTo>
                  <a:pt x="32" y="0"/>
                </a:lnTo>
                <a:lnTo>
                  <a:pt x="32" y="0"/>
                </a:lnTo>
                <a:lnTo>
                  <a:pt x="38" y="0"/>
                </a:lnTo>
                <a:lnTo>
                  <a:pt x="44" y="2"/>
                </a:lnTo>
                <a:lnTo>
                  <a:pt x="44" y="2"/>
                </a:lnTo>
                <a:lnTo>
                  <a:pt x="50" y="6"/>
                </a:lnTo>
                <a:lnTo>
                  <a:pt x="54" y="12"/>
                </a:lnTo>
                <a:lnTo>
                  <a:pt x="54" y="2"/>
                </a:lnTo>
                <a:lnTo>
                  <a:pt x="66" y="2"/>
                </a:lnTo>
                <a:lnTo>
                  <a:pt x="66" y="80"/>
                </a:lnTo>
                <a:lnTo>
                  <a:pt x="66" y="80"/>
                </a:lnTo>
                <a:lnTo>
                  <a:pt x="66" y="100"/>
                </a:lnTo>
                <a:lnTo>
                  <a:pt x="62" y="112"/>
                </a:lnTo>
                <a:lnTo>
                  <a:pt x="62" y="112"/>
                </a:lnTo>
                <a:lnTo>
                  <a:pt x="58" y="120"/>
                </a:lnTo>
                <a:lnTo>
                  <a:pt x="52" y="126"/>
                </a:lnTo>
                <a:lnTo>
                  <a:pt x="52" y="126"/>
                </a:lnTo>
                <a:lnTo>
                  <a:pt x="42" y="130"/>
                </a:lnTo>
                <a:lnTo>
                  <a:pt x="32" y="130"/>
                </a:lnTo>
                <a:lnTo>
                  <a:pt x="32" y="130"/>
                </a:lnTo>
                <a:lnTo>
                  <a:pt x="20" y="128"/>
                </a:lnTo>
                <a:lnTo>
                  <a:pt x="14" y="126"/>
                </a:lnTo>
                <a:lnTo>
                  <a:pt x="10" y="122"/>
                </a:lnTo>
                <a:lnTo>
                  <a:pt x="10" y="122"/>
                </a:lnTo>
                <a:lnTo>
                  <a:pt x="6" y="118"/>
                </a:lnTo>
                <a:lnTo>
                  <a:pt x="4" y="114"/>
                </a:lnTo>
                <a:lnTo>
                  <a:pt x="2" y="102"/>
                </a:lnTo>
                <a:lnTo>
                  <a:pt x="2" y="102"/>
                </a:lnTo>
                <a:close/>
                <a:moveTo>
                  <a:pt x="12" y="46"/>
                </a:moveTo>
                <a:lnTo>
                  <a:pt x="12" y="46"/>
                </a:lnTo>
                <a:lnTo>
                  <a:pt x="14" y="62"/>
                </a:lnTo>
                <a:lnTo>
                  <a:pt x="18" y="72"/>
                </a:lnTo>
                <a:lnTo>
                  <a:pt x="18" y="72"/>
                </a:lnTo>
                <a:lnTo>
                  <a:pt x="26" y="78"/>
                </a:lnTo>
                <a:lnTo>
                  <a:pt x="34" y="80"/>
                </a:lnTo>
                <a:lnTo>
                  <a:pt x="34" y="80"/>
                </a:lnTo>
                <a:lnTo>
                  <a:pt x="42" y="78"/>
                </a:lnTo>
                <a:lnTo>
                  <a:pt x="48" y="72"/>
                </a:lnTo>
                <a:lnTo>
                  <a:pt x="48" y="72"/>
                </a:lnTo>
                <a:lnTo>
                  <a:pt x="52" y="62"/>
                </a:lnTo>
                <a:lnTo>
                  <a:pt x="54" y="46"/>
                </a:lnTo>
                <a:lnTo>
                  <a:pt x="54" y="46"/>
                </a:lnTo>
                <a:lnTo>
                  <a:pt x="52" y="32"/>
                </a:lnTo>
                <a:lnTo>
                  <a:pt x="48" y="20"/>
                </a:lnTo>
                <a:lnTo>
                  <a:pt x="48" y="20"/>
                </a:lnTo>
                <a:lnTo>
                  <a:pt x="42" y="14"/>
                </a:lnTo>
                <a:lnTo>
                  <a:pt x="32" y="12"/>
                </a:lnTo>
                <a:lnTo>
                  <a:pt x="32" y="12"/>
                </a:lnTo>
                <a:lnTo>
                  <a:pt x="26" y="14"/>
                </a:lnTo>
                <a:lnTo>
                  <a:pt x="18" y="20"/>
                </a:lnTo>
                <a:lnTo>
                  <a:pt x="18" y="20"/>
                </a:lnTo>
                <a:lnTo>
                  <a:pt x="14" y="32"/>
                </a:lnTo>
                <a:lnTo>
                  <a:pt x="12" y="46"/>
                </a:lnTo>
                <a:lnTo>
                  <a:pt x="12" y="46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9921" name="Freeform 159">
            <a:extLst xmlns:a="http://schemas.openxmlformats.org/drawingml/2006/main">
              <a:ext uri="{FF2B5EF4-FFF2-40B4-BE49-F238E27FC236}">
                <a16:creationId xmlns:a16="http://schemas.microsoft.com/office/drawing/2014/main" id="{8919818E-64D7-4A68-ABA6-8A43B1E26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81287" y="374485"/>
            <a:ext cx="20647" cy="37025"/>
          </a:xfrm>
          <a:custGeom xmlns:a="http://schemas.openxmlformats.org/drawingml/2006/main">
            <a:rect l="0" t="0" r="r" b="b"/>
            <a:pathLst>
              <a:path w="70" h="128">
                <a:moveTo>
                  <a:pt x="6" y="126"/>
                </a:moveTo>
                <a:lnTo>
                  <a:pt x="6" y="112"/>
                </a:lnTo>
                <a:lnTo>
                  <a:pt x="6" y="112"/>
                </a:lnTo>
                <a:lnTo>
                  <a:pt x="12" y="114"/>
                </a:lnTo>
                <a:lnTo>
                  <a:pt x="12" y="114"/>
                </a:lnTo>
                <a:lnTo>
                  <a:pt x="20" y="112"/>
                </a:lnTo>
                <a:lnTo>
                  <a:pt x="20" y="112"/>
                </a:lnTo>
                <a:lnTo>
                  <a:pt x="24" y="106"/>
                </a:lnTo>
                <a:lnTo>
                  <a:pt x="24" y="106"/>
                </a:lnTo>
                <a:lnTo>
                  <a:pt x="28" y="92"/>
                </a:lnTo>
                <a:lnTo>
                  <a:pt x="0" y="0"/>
                </a:lnTo>
                <a:lnTo>
                  <a:pt x="14" y="0"/>
                </a:lnTo>
                <a:lnTo>
                  <a:pt x="30" y="52"/>
                </a:lnTo>
                <a:lnTo>
                  <a:pt x="30" y="52"/>
                </a:lnTo>
                <a:lnTo>
                  <a:pt x="34" y="74"/>
                </a:lnTo>
                <a:lnTo>
                  <a:pt x="34" y="74"/>
                </a:lnTo>
                <a:lnTo>
                  <a:pt x="40" y="52"/>
                </a:lnTo>
                <a:lnTo>
                  <a:pt x="56" y="0"/>
                </a:lnTo>
                <a:lnTo>
                  <a:pt x="70" y="0"/>
                </a:lnTo>
                <a:lnTo>
                  <a:pt x="40" y="92"/>
                </a:lnTo>
                <a:lnTo>
                  <a:pt x="40" y="92"/>
                </a:lnTo>
                <a:lnTo>
                  <a:pt x="32" y="118"/>
                </a:lnTo>
                <a:lnTo>
                  <a:pt x="32" y="118"/>
                </a:lnTo>
                <a:lnTo>
                  <a:pt x="28" y="122"/>
                </a:lnTo>
                <a:lnTo>
                  <a:pt x="24" y="126"/>
                </a:lnTo>
                <a:lnTo>
                  <a:pt x="24" y="126"/>
                </a:lnTo>
                <a:lnTo>
                  <a:pt x="20" y="128"/>
                </a:lnTo>
                <a:lnTo>
                  <a:pt x="14" y="128"/>
                </a:lnTo>
                <a:lnTo>
                  <a:pt x="14" y="128"/>
                </a:lnTo>
                <a:lnTo>
                  <a:pt x="6" y="126"/>
                </a:lnTo>
                <a:lnTo>
                  <a:pt x="6" y="126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9922" name="Freeform 160">
            <a:extLst xmlns:a="http://schemas.openxmlformats.org/drawingml/2006/main">
              <a:ext uri="{FF2B5EF4-FFF2-40B4-BE49-F238E27FC236}">
                <a16:creationId xmlns:a16="http://schemas.microsoft.com/office/drawing/2014/main" id="{CD166F13-ABF5-4BA5-AF38-7773EF5B4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01345" y="395891"/>
            <a:ext cx="4719" cy="12149"/>
          </a:xfrm>
          <a:custGeom xmlns:a="http://schemas.openxmlformats.org/drawingml/2006/main">
            <a:rect l="0" t="0" r="r" b="b"/>
            <a:pathLst>
              <a:path w="16" h="42">
                <a:moveTo>
                  <a:pt x="0" y="18"/>
                </a:moveTo>
                <a:lnTo>
                  <a:pt x="0" y="0"/>
                </a:lnTo>
                <a:lnTo>
                  <a:pt x="16" y="0"/>
                </a:lnTo>
                <a:lnTo>
                  <a:pt x="16" y="18"/>
                </a:lnTo>
                <a:lnTo>
                  <a:pt x="16" y="18"/>
                </a:lnTo>
                <a:lnTo>
                  <a:pt x="14" y="26"/>
                </a:lnTo>
                <a:lnTo>
                  <a:pt x="12" y="34"/>
                </a:lnTo>
                <a:lnTo>
                  <a:pt x="12" y="34"/>
                </a:lnTo>
                <a:lnTo>
                  <a:pt x="8" y="38"/>
                </a:lnTo>
                <a:lnTo>
                  <a:pt x="4" y="42"/>
                </a:lnTo>
                <a:lnTo>
                  <a:pt x="0" y="36"/>
                </a:lnTo>
                <a:lnTo>
                  <a:pt x="0" y="36"/>
                </a:lnTo>
                <a:lnTo>
                  <a:pt x="4" y="34"/>
                </a:lnTo>
                <a:lnTo>
                  <a:pt x="6" y="30"/>
                </a:lnTo>
                <a:lnTo>
                  <a:pt x="6" y="30"/>
                </a:lnTo>
                <a:lnTo>
                  <a:pt x="8" y="24"/>
                </a:lnTo>
                <a:lnTo>
                  <a:pt x="8" y="18"/>
                </a:lnTo>
                <a:lnTo>
                  <a:pt x="0" y="18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9923" name="Freeform 161">
            <a:extLst xmlns:a="http://schemas.openxmlformats.org/drawingml/2006/main">
              <a:ext uri="{FF2B5EF4-FFF2-40B4-BE49-F238E27FC236}">
                <a16:creationId xmlns:a16="http://schemas.microsoft.com/office/drawing/2014/main" id="{0A4ED163-0E34-479B-B053-7CAC27412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1993" y="364072"/>
            <a:ext cx="24187" cy="37604"/>
          </a:xfrm>
          <a:custGeom xmlns:a="http://schemas.openxmlformats.org/drawingml/2006/main">
            <a:rect l="0" t="0" r="r" b="b"/>
            <a:pathLst>
              <a:path w="82" h="130">
                <a:moveTo>
                  <a:pt x="68" y="0"/>
                </a:moveTo>
                <a:lnTo>
                  <a:pt x="82" y="0"/>
                </a:lnTo>
                <a:lnTo>
                  <a:pt x="82" y="74"/>
                </a:lnTo>
                <a:lnTo>
                  <a:pt x="82" y="74"/>
                </a:lnTo>
                <a:lnTo>
                  <a:pt x="82" y="90"/>
                </a:lnTo>
                <a:lnTo>
                  <a:pt x="78" y="104"/>
                </a:lnTo>
                <a:lnTo>
                  <a:pt x="78" y="104"/>
                </a:lnTo>
                <a:lnTo>
                  <a:pt x="74" y="114"/>
                </a:lnTo>
                <a:lnTo>
                  <a:pt x="66" y="122"/>
                </a:lnTo>
                <a:lnTo>
                  <a:pt x="66" y="122"/>
                </a:lnTo>
                <a:lnTo>
                  <a:pt x="54" y="128"/>
                </a:lnTo>
                <a:lnTo>
                  <a:pt x="42" y="130"/>
                </a:lnTo>
                <a:lnTo>
                  <a:pt x="42" y="130"/>
                </a:lnTo>
                <a:lnTo>
                  <a:pt x="32" y="128"/>
                </a:lnTo>
                <a:lnTo>
                  <a:pt x="24" y="126"/>
                </a:lnTo>
                <a:lnTo>
                  <a:pt x="16" y="122"/>
                </a:lnTo>
                <a:lnTo>
                  <a:pt x="10" y="118"/>
                </a:lnTo>
                <a:lnTo>
                  <a:pt x="10" y="118"/>
                </a:lnTo>
                <a:lnTo>
                  <a:pt x="6" y="110"/>
                </a:lnTo>
                <a:lnTo>
                  <a:pt x="4" y="100"/>
                </a:lnTo>
                <a:lnTo>
                  <a:pt x="2" y="88"/>
                </a:lnTo>
                <a:lnTo>
                  <a:pt x="0" y="74"/>
                </a:lnTo>
                <a:lnTo>
                  <a:pt x="0" y="0"/>
                </a:lnTo>
                <a:lnTo>
                  <a:pt x="14" y="0"/>
                </a:lnTo>
                <a:lnTo>
                  <a:pt x="14" y="74"/>
                </a:lnTo>
                <a:lnTo>
                  <a:pt x="14" y="74"/>
                </a:lnTo>
                <a:lnTo>
                  <a:pt x="14" y="88"/>
                </a:lnTo>
                <a:lnTo>
                  <a:pt x="16" y="98"/>
                </a:lnTo>
                <a:lnTo>
                  <a:pt x="16" y="98"/>
                </a:lnTo>
                <a:lnTo>
                  <a:pt x="20" y="106"/>
                </a:lnTo>
                <a:lnTo>
                  <a:pt x="26" y="110"/>
                </a:lnTo>
                <a:lnTo>
                  <a:pt x="26" y="110"/>
                </a:lnTo>
                <a:lnTo>
                  <a:pt x="32" y="114"/>
                </a:lnTo>
                <a:lnTo>
                  <a:pt x="40" y="114"/>
                </a:lnTo>
                <a:lnTo>
                  <a:pt x="40" y="114"/>
                </a:lnTo>
                <a:lnTo>
                  <a:pt x="54" y="112"/>
                </a:lnTo>
                <a:lnTo>
                  <a:pt x="58" y="110"/>
                </a:lnTo>
                <a:lnTo>
                  <a:pt x="62" y="106"/>
                </a:lnTo>
                <a:lnTo>
                  <a:pt x="62" y="106"/>
                </a:lnTo>
                <a:lnTo>
                  <a:pt x="64" y="102"/>
                </a:lnTo>
                <a:lnTo>
                  <a:pt x="66" y="94"/>
                </a:lnTo>
                <a:lnTo>
                  <a:pt x="68" y="74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9924" name="Freeform 162">
            <a:extLst xmlns:a="http://schemas.openxmlformats.org/drawingml/2006/main">
              <a:ext uri="{FF2B5EF4-FFF2-40B4-BE49-F238E27FC236}">
                <a16:creationId xmlns:a16="http://schemas.microsoft.com/office/drawing/2014/main" id="{880DEE1F-EB6A-4A1B-97D4-14965E419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0310" y="363493"/>
            <a:ext cx="24777" cy="38182"/>
          </a:xfrm>
          <a:custGeom xmlns:a="http://schemas.openxmlformats.org/drawingml/2006/main">
            <a:rect l="0" t="0" r="r" b="b"/>
            <a:pathLst>
              <a:path w="84" h="132">
                <a:moveTo>
                  <a:pt x="0" y="88"/>
                </a:moveTo>
                <a:lnTo>
                  <a:pt x="14" y="88"/>
                </a:lnTo>
                <a:lnTo>
                  <a:pt x="14" y="88"/>
                </a:lnTo>
                <a:lnTo>
                  <a:pt x="16" y="96"/>
                </a:lnTo>
                <a:lnTo>
                  <a:pt x="18" y="104"/>
                </a:lnTo>
                <a:lnTo>
                  <a:pt x="18" y="104"/>
                </a:lnTo>
                <a:lnTo>
                  <a:pt x="22" y="108"/>
                </a:lnTo>
                <a:lnTo>
                  <a:pt x="28" y="112"/>
                </a:lnTo>
                <a:lnTo>
                  <a:pt x="28" y="112"/>
                </a:lnTo>
                <a:lnTo>
                  <a:pt x="36" y="116"/>
                </a:lnTo>
                <a:lnTo>
                  <a:pt x="44" y="116"/>
                </a:lnTo>
                <a:lnTo>
                  <a:pt x="44" y="116"/>
                </a:lnTo>
                <a:lnTo>
                  <a:pt x="54" y="114"/>
                </a:lnTo>
                <a:lnTo>
                  <a:pt x="64" y="110"/>
                </a:lnTo>
                <a:lnTo>
                  <a:pt x="64" y="110"/>
                </a:lnTo>
                <a:lnTo>
                  <a:pt x="68" y="104"/>
                </a:lnTo>
                <a:lnTo>
                  <a:pt x="70" y="94"/>
                </a:lnTo>
                <a:lnTo>
                  <a:pt x="70" y="94"/>
                </a:lnTo>
                <a:lnTo>
                  <a:pt x="70" y="90"/>
                </a:lnTo>
                <a:lnTo>
                  <a:pt x="68" y="86"/>
                </a:lnTo>
                <a:lnTo>
                  <a:pt x="68" y="86"/>
                </a:lnTo>
                <a:lnTo>
                  <a:pt x="64" y="82"/>
                </a:lnTo>
                <a:lnTo>
                  <a:pt x="60" y="78"/>
                </a:lnTo>
                <a:lnTo>
                  <a:pt x="60" y="78"/>
                </a:lnTo>
                <a:lnTo>
                  <a:pt x="38" y="70"/>
                </a:lnTo>
                <a:lnTo>
                  <a:pt x="38" y="70"/>
                </a:lnTo>
                <a:lnTo>
                  <a:pt x="26" y="66"/>
                </a:lnTo>
                <a:lnTo>
                  <a:pt x="18" y="62"/>
                </a:lnTo>
                <a:lnTo>
                  <a:pt x="18" y="62"/>
                </a:lnTo>
                <a:lnTo>
                  <a:pt x="12" y="56"/>
                </a:lnTo>
                <a:lnTo>
                  <a:pt x="8" y="50"/>
                </a:lnTo>
                <a:lnTo>
                  <a:pt x="8" y="50"/>
                </a:lnTo>
                <a:lnTo>
                  <a:pt x="6" y="44"/>
                </a:lnTo>
                <a:lnTo>
                  <a:pt x="4" y="36"/>
                </a:lnTo>
                <a:lnTo>
                  <a:pt x="4" y="36"/>
                </a:lnTo>
                <a:lnTo>
                  <a:pt x="6" y="28"/>
                </a:lnTo>
                <a:lnTo>
                  <a:pt x="6" y="22"/>
                </a:lnTo>
                <a:lnTo>
                  <a:pt x="10" y="16"/>
                </a:lnTo>
                <a:lnTo>
                  <a:pt x="14" y="10"/>
                </a:lnTo>
                <a:lnTo>
                  <a:pt x="14" y="10"/>
                </a:lnTo>
                <a:lnTo>
                  <a:pt x="20" y="6"/>
                </a:lnTo>
                <a:lnTo>
                  <a:pt x="26" y="2"/>
                </a:lnTo>
                <a:lnTo>
                  <a:pt x="34" y="0"/>
                </a:lnTo>
                <a:lnTo>
                  <a:pt x="42" y="0"/>
                </a:lnTo>
                <a:lnTo>
                  <a:pt x="42" y="0"/>
                </a:lnTo>
                <a:lnTo>
                  <a:pt x="52" y="2"/>
                </a:lnTo>
                <a:lnTo>
                  <a:pt x="62" y="4"/>
                </a:lnTo>
                <a:lnTo>
                  <a:pt x="62" y="4"/>
                </a:lnTo>
                <a:lnTo>
                  <a:pt x="70" y="10"/>
                </a:lnTo>
                <a:lnTo>
                  <a:pt x="76" y="18"/>
                </a:lnTo>
                <a:lnTo>
                  <a:pt x="76" y="18"/>
                </a:lnTo>
                <a:lnTo>
                  <a:pt x="78" y="28"/>
                </a:lnTo>
                <a:lnTo>
                  <a:pt x="80" y="38"/>
                </a:lnTo>
                <a:lnTo>
                  <a:pt x="66" y="40"/>
                </a:lnTo>
                <a:lnTo>
                  <a:pt x="66" y="40"/>
                </a:lnTo>
                <a:lnTo>
                  <a:pt x="64" y="28"/>
                </a:lnTo>
                <a:lnTo>
                  <a:pt x="60" y="22"/>
                </a:lnTo>
                <a:lnTo>
                  <a:pt x="60" y="22"/>
                </a:lnTo>
                <a:lnTo>
                  <a:pt x="52" y="16"/>
                </a:lnTo>
                <a:lnTo>
                  <a:pt x="42" y="16"/>
                </a:lnTo>
                <a:lnTo>
                  <a:pt x="42" y="16"/>
                </a:lnTo>
                <a:lnTo>
                  <a:pt x="32" y="16"/>
                </a:lnTo>
                <a:lnTo>
                  <a:pt x="24" y="20"/>
                </a:lnTo>
                <a:lnTo>
                  <a:pt x="24" y="20"/>
                </a:lnTo>
                <a:lnTo>
                  <a:pt x="20" y="26"/>
                </a:lnTo>
                <a:lnTo>
                  <a:pt x="18" y="34"/>
                </a:lnTo>
                <a:lnTo>
                  <a:pt x="18" y="34"/>
                </a:lnTo>
                <a:lnTo>
                  <a:pt x="18" y="40"/>
                </a:lnTo>
                <a:lnTo>
                  <a:pt x="22" y="46"/>
                </a:lnTo>
                <a:lnTo>
                  <a:pt x="22" y="46"/>
                </a:lnTo>
                <a:lnTo>
                  <a:pt x="30" y="50"/>
                </a:lnTo>
                <a:lnTo>
                  <a:pt x="42" y="54"/>
                </a:lnTo>
                <a:lnTo>
                  <a:pt x="42" y="54"/>
                </a:lnTo>
                <a:lnTo>
                  <a:pt x="64" y="62"/>
                </a:lnTo>
                <a:lnTo>
                  <a:pt x="64" y="62"/>
                </a:lnTo>
                <a:lnTo>
                  <a:pt x="72" y="68"/>
                </a:lnTo>
                <a:lnTo>
                  <a:pt x="78" y="74"/>
                </a:lnTo>
                <a:lnTo>
                  <a:pt x="78" y="74"/>
                </a:lnTo>
                <a:lnTo>
                  <a:pt x="82" y="84"/>
                </a:lnTo>
                <a:lnTo>
                  <a:pt x="84" y="94"/>
                </a:lnTo>
                <a:lnTo>
                  <a:pt x="84" y="94"/>
                </a:lnTo>
                <a:lnTo>
                  <a:pt x="82" y="104"/>
                </a:lnTo>
                <a:lnTo>
                  <a:pt x="78" y="114"/>
                </a:lnTo>
                <a:lnTo>
                  <a:pt x="78" y="114"/>
                </a:lnTo>
                <a:lnTo>
                  <a:pt x="72" y="122"/>
                </a:lnTo>
                <a:lnTo>
                  <a:pt x="64" y="126"/>
                </a:lnTo>
                <a:lnTo>
                  <a:pt x="64" y="126"/>
                </a:lnTo>
                <a:lnTo>
                  <a:pt x="54" y="130"/>
                </a:lnTo>
                <a:lnTo>
                  <a:pt x="44" y="132"/>
                </a:lnTo>
                <a:lnTo>
                  <a:pt x="44" y="132"/>
                </a:lnTo>
                <a:lnTo>
                  <a:pt x="34" y="130"/>
                </a:lnTo>
                <a:lnTo>
                  <a:pt x="26" y="128"/>
                </a:lnTo>
                <a:lnTo>
                  <a:pt x="18" y="126"/>
                </a:lnTo>
                <a:lnTo>
                  <a:pt x="12" y="120"/>
                </a:lnTo>
                <a:lnTo>
                  <a:pt x="12" y="120"/>
                </a:lnTo>
                <a:lnTo>
                  <a:pt x="8" y="114"/>
                </a:lnTo>
                <a:lnTo>
                  <a:pt x="4" y="106"/>
                </a:lnTo>
                <a:lnTo>
                  <a:pt x="2" y="98"/>
                </a:lnTo>
                <a:lnTo>
                  <a:pt x="0" y="88"/>
                </a:lnTo>
                <a:lnTo>
                  <a:pt x="0" y="88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9925" name="Freeform 163">
            <a:extLst xmlns:a="http://schemas.openxmlformats.org/drawingml/2006/main">
              <a:ext uri="{FF2B5EF4-FFF2-40B4-BE49-F238E27FC236}">
                <a16:creationId xmlns:a16="http://schemas.microsoft.com/office/drawing/2014/main" id="{ABB56D92-E03F-44B6-863C-DC46A0CBA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76857" y="364072"/>
            <a:ext cx="24187" cy="37025"/>
          </a:xfrm>
          <a:custGeom xmlns:a="http://schemas.openxmlformats.org/drawingml/2006/main">
            <a:rect l="0" t="0" r="r" b="b"/>
            <a:pathLst>
              <a:path w="82" h="128">
                <a:moveTo>
                  <a:pt x="34" y="128"/>
                </a:moveTo>
                <a:lnTo>
                  <a:pt x="34" y="16"/>
                </a:lnTo>
                <a:lnTo>
                  <a:pt x="0" y="16"/>
                </a:lnTo>
                <a:lnTo>
                  <a:pt x="0" y="0"/>
                </a:lnTo>
                <a:lnTo>
                  <a:pt x="82" y="0"/>
                </a:lnTo>
                <a:lnTo>
                  <a:pt x="82" y="16"/>
                </a:lnTo>
                <a:lnTo>
                  <a:pt x="48" y="16"/>
                </a:lnTo>
                <a:lnTo>
                  <a:pt x="48" y="128"/>
                </a:lnTo>
                <a:lnTo>
                  <a:pt x="34" y="128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9926" name="Freeform 164">
            <a:extLst xmlns:a="http://schemas.openxmlformats.org/drawingml/2006/main">
              <a:ext uri="{FF2B5EF4-FFF2-40B4-BE49-F238E27FC236}">
                <a16:creationId xmlns:a16="http://schemas.microsoft.com/office/drawing/2014/main" id="{9C8CC0D2-C020-4D59-A85A-4420AFE1D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03993" y="364072"/>
            <a:ext cx="23007" cy="37025"/>
          </a:xfrm>
          <a:custGeom xmlns:a="http://schemas.openxmlformats.org/drawingml/2006/main">
            <a:rect l="0" t="0" r="r" b="b"/>
            <a:pathLst>
              <a:path w="78" h="128">
                <a:moveTo>
                  <a:pt x="0" y="128"/>
                </a:moveTo>
                <a:lnTo>
                  <a:pt x="0" y="0"/>
                </a:lnTo>
                <a:lnTo>
                  <a:pt x="38" y="0"/>
                </a:lnTo>
                <a:lnTo>
                  <a:pt x="38" y="0"/>
                </a:lnTo>
                <a:lnTo>
                  <a:pt x="50" y="2"/>
                </a:lnTo>
                <a:lnTo>
                  <a:pt x="58" y="4"/>
                </a:lnTo>
                <a:lnTo>
                  <a:pt x="58" y="4"/>
                </a:lnTo>
                <a:lnTo>
                  <a:pt x="64" y="8"/>
                </a:lnTo>
                <a:lnTo>
                  <a:pt x="68" y="16"/>
                </a:lnTo>
                <a:lnTo>
                  <a:pt x="68" y="16"/>
                </a:lnTo>
                <a:lnTo>
                  <a:pt x="72" y="24"/>
                </a:lnTo>
                <a:lnTo>
                  <a:pt x="74" y="32"/>
                </a:lnTo>
                <a:lnTo>
                  <a:pt x="74" y="32"/>
                </a:lnTo>
                <a:lnTo>
                  <a:pt x="72" y="42"/>
                </a:lnTo>
                <a:lnTo>
                  <a:pt x="70" y="48"/>
                </a:lnTo>
                <a:lnTo>
                  <a:pt x="70" y="48"/>
                </a:lnTo>
                <a:lnTo>
                  <a:pt x="64" y="54"/>
                </a:lnTo>
                <a:lnTo>
                  <a:pt x="58" y="60"/>
                </a:lnTo>
                <a:lnTo>
                  <a:pt x="58" y="60"/>
                </a:lnTo>
                <a:lnTo>
                  <a:pt x="66" y="64"/>
                </a:lnTo>
                <a:lnTo>
                  <a:pt x="72" y="72"/>
                </a:lnTo>
                <a:lnTo>
                  <a:pt x="72" y="72"/>
                </a:lnTo>
                <a:lnTo>
                  <a:pt x="76" y="80"/>
                </a:lnTo>
                <a:lnTo>
                  <a:pt x="78" y="90"/>
                </a:lnTo>
                <a:lnTo>
                  <a:pt x="78" y="90"/>
                </a:lnTo>
                <a:lnTo>
                  <a:pt x="76" y="102"/>
                </a:lnTo>
                <a:lnTo>
                  <a:pt x="74" y="110"/>
                </a:lnTo>
                <a:lnTo>
                  <a:pt x="74" y="110"/>
                </a:lnTo>
                <a:lnTo>
                  <a:pt x="68" y="118"/>
                </a:lnTo>
                <a:lnTo>
                  <a:pt x="60" y="124"/>
                </a:lnTo>
                <a:lnTo>
                  <a:pt x="60" y="124"/>
                </a:lnTo>
                <a:lnTo>
                  <a:pt x="52" y="126"/>
                </a:lnTo>
                <a:lnTo>
                  <a:pt x="40" y="128"/>
                </a:lnTo>
                <a:lnTo>
                  <a:pt x="0" y="128"/>
                </a:lnTo>
                <a:close/>
                <a:moveTo>
                  <a:pt x="14" y="54"/>
                </a:moveTo>
                <a:lnTo>
                  <a:pt x="36" y="54"/>
                </a:lnTo>
                <a:lnTo>
                  <a:pt x="36" y="54"/>
                </a:lnTo>
                <a:lnTo>
                  <a:pt x="48" y="52"/>
                </a:lnTo>
                <a:lnTo>
                  <a:pt x="48" y="52"/>
                </a:lnTo>
                <a:lnTo>
                  <a:pt x="52" y="50"/>
                </a:lnTo>
                <a:lnTo>
                  <a:pt x="56" y="46"/>
                </a:lnTo>
                <a:lnTo>
                  <a:pt x="56" y="46"/>
                </a:lnTo>
                <a:lnTo>
                  <a:pt x="58" y="42"/>
                </a:lnTo>
                <a:lnTo>
                  <a:pt x="60" y="34"/>
                </a:lnTo>
                <a:lnTo>
                  <a:pt x="60" y="34"/>
                </a:lnTo>
                <a:lnTo>
                  <a:pt x="58" y="28"/>
                </a:lnTo>
                <a:lnTo>
                  <a:pt x="56" y="24"/>
                </a:lnTo>
                <a:lnTo>
                  <a:pt x="56" y="24"/>
                </a:lnTo>
                <a:lnTo>
                  <a:pt x="54" y="20"/>
                </a:lnTo>
                <a:lnTo>
                  <a:pt x="50" y="18"/>
                </a:lnTo>
                <a:lnTo>
                  <a:pt x="50" y="18"/>
                </a:lnTo>
                <a:lnTo>
                  <a:pt x="44" y="16"/>
                </a:lnTo>
                <a:lnTo>
                  <a:pt x="34" y="16"/>
                </a:lnTo>
                <a:lnTo>
                  <a:pt x="14" y="16"/>
                </a:lnTo>
                <a:lnTo>
                  <a:pt x="14" y="54"/>
                </a:lnTo>
                <a:close/>
                <a:moveTo>
                  <a:pt x="14" y="112"/>
                </a:moveTo>
                <a:lnTo>
                  <a:pt x="40" y="112"/>
                </a:lnTo>
                <a:lnTo>
                  <a:pt x="40" y="112"/>
                </a:lnTo>
                <a:lnTo>
                  <a:pt x="52" y="110"/>
                </a:lnTo>
                <a:lnTo>
                  <a:pt x="52" y="110"/>
                </a:lnTo>
                <a:lnTo>
                  <a:pt x="56" y="108"/>
                </a:lnTo>
                <a:lnTo>
                  <a:pt x="60" y="104"/>
                </a:lnTo>
                <a:lnTo>
                  <a:pt x="60" y="104"/>
                </a:lnTo>
                <a:lnTo>
                  <a:pt x="64" y="98"/>
                </a:lnTo>
                <a:lnTo>
                  <a:pt x="64" y="90"/>
                </a:lnTo>
                <a:lnTo>
                  <a:pt x="64" y="90"/>
                </a:lnTo>
                <a:lnTo>
                  <a:pt x="64" y="84"/>
                </a:lnTo>
                <a:lnTo>
                  <a:pt x="60" y="78"/>
                </a:lnTo>
                <a:lnTo>
                  <a:pt x="60" y="78"/>
                </a:lnTo>
                <a:lnTo>
                  <a:pt x="58" y="74"/>
                </a:lnTo>
                <a:lnTo>
                  <a:pt x="52" y="72"/>
                </a:lnTo>
                <a:lnTo>
                  <a:pt x="52" y="72"/>
                </a:lnTo>
                <a:lnTo>
                  <a:pt x="46" y="70"/>
                </a:lnTo>
                <a:lnTo>
                  <a:pt x="38" y="68"/>
                </a:lnTo>
                <a:lnTo>
                  <a:pt x="14" y="68"/>
                </a:lnTo>
                <a:lnTo>
                  <a:pt x="14" y="112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9927" name="Freeform 165">
            <a:extLst xmlns:a="http://schemas.openxmlformats.org/drawingml/2006/main">
              <a:ext uri="{FF2B5EF4-FFF2-40B4-BE49-F238E27FC236}">
                <a16:creationId xmlns:a16="http://schemas.microsoft.com/office/drawing/2014/main" id="{AB996F69-7FDA-4AD1-922E-32509E019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79868" y="180678"/>
            <a:ext cx="144533" cy="178765"/>
          </a:xfrm>
          <a:custGeom xmlns:a="http://schemas.openxmlformats.org/drawingml/2006/main">
            <a:rect l="0" t="0" r="r" b="b"/>
            <a:pathLst>
              <a:path w="490" h="618">
                <a:moveTo>
                  <a:pt x="42" y="2"/>
                </a:moveTo>
                <a:lnTo>
                  <a:pt x="42" y="2"/>
                </a:lnTo>
                <a:lnTo>
                  <a:pt x="30" y="6"/>
                </a:lnTo>
                <a:lnTo>
                  <a:pt x="30" y="6"/>
                </a:lnTo>
                <a:lnTo>
                  <a:pt x="18" y="14"/>
                </a:lnTo>
                <a:lnTo>
                  <a:pt x="8" y="26"/>
                </a:lnTo>
                <a:lnTo>
                  <a:pt x="2" y="40"/>
                </a:lnTo>
                <a:lnTo>
                  <a:pt x="0" y="54"/>
                </a:lnTo>
                <a:lnTo>
                  <a:pt x="0" y="612"/>
                </a:lnTo>
                <a:lnTo>
                  <a:pt x="0" y="612"/>
                </a:lnTo>
                <a:lnTo>
                  <a:pt x="0" y="616"/>
                </a:lnTo>
                <a:lnTo>
                  <a:pt x="4" y="618"/>
                </a:lnTo>
                <a:lnTo>
                  <a:pt x="6" y="618"/>
                </a:lnTo>
                <a:lnTo>
                  <a:pt x="8" y="614"/>
                </a:lnTo>
                <a:lnTo>
                  <a:pt x="100" y="404"/>
                </a:lnTo>
                <a:lnTo>
                  <a:pt x="100" y="404"/>
                </a:lnTo>
                <a:lnTo>
                  <a:pt x="102" y="394"/>
                </a:lnTo>
                <a:lnTo>
                  <a:pt x="104" y="382"/>
                </a:lnTo>
                <a:lnTo>
                  <a:pt x="104" y="140"/>
                </a:lnTo>
                <a:lnTo>
                  <a:pt x="104" y="140"/>
                </a:lnTo>
                <a:lnTo>
                  <a:pt x="104" y="136"/>
                </a:lnTo>
                <a:lnTo>
                  <a:pt x="106" y="134"/>
                </a:lnTo>
                <a:lnTo>
                  <a:pt x="110" y="134"/>
                </a:lnTo>
                <a:lnTo>
                  <a:pt x="112" y="134"/>
                </a:lnTo>
                <a:lnTo>
                  <a:pt x="112" y="134"/>
                </a:lnTo>
                <a:lnTo>
                  <a:pt x="112" y="134"/>
                </a:lnTo>
                <a:lnTo>
                  <a:pt x="144" y="146"/>
                </a:lnTo>
                <a:lnTo>
                  <a:pt x="186" y="162"/>
                </a:lnTo>
                <a:lnTo>
                  <a:pt x="264" y="198"/>
                </a:lnTo>
                <a:lnTo>
                  <a:pt x="264" y="198"/>
                </a:lnTo>
                <a:lnTo>
                  <a:pt x="280" y="190"/>
                </a:lnTo>
                <a:lnTo>
                  <a:pt x="294" y="182"/>
                </a:lnTo>
                <a:lnTo>
                  <a:pt x="310" y="174"/>
                </a:lnTo>
                <a:lnTo>
                  <a:pt x="326" y="168"/>
                </a:lnTo>
                <a:lnTo>
                  <a:pt x="344" y="164"/>
                </a:lnTo>
                <a:lnTo>
                  <a:pt x="362" y="160"/>
                </a:lnTo>
                <a:lnTo>
                  <a:pt x="380" y="158"/>
                </a:lnTo>
                <a:lnTo>
                  <a:pt x="398" y="158"/>
                </a:lnTo>
                <a:lnTo>
                  <a:pt x="398" y="158"/>
                </a:lnTo>
                <a:lnTo>
                  <a:pt x="422" y="160"/>
                </a:lnTo>
                <a:lnTo>
                  <a:pt x="446" y="162"/>
                </a:lnTo>
                <a:lnTo>
                  <a:pt x="468" y="168"/>
                </a:lnTo>
                <a:lnTo>
                  <a:pt x="490" y="176"/>
                </a:lnTo>
                <a:lnTo>
                  <a:pt x="490" y="176"/>
                </a:lnTo>
                <a:lnTo>
                  <a:pt x="82" y="8"/>
                </a:lnTo>
                <a:lnTo>
                  <a:pt x="82" y="8"/>
                </a:lnTo>
                <a:lnTo>
                  <a:pt x="66" y="2"/>
                </a:lnTo>
                <a:lnTo>
                  <a:pt x="52" y="0"/>
                </a:lnTo>
                <a:lnTo>
                  <a:pt x="52" y="0"/>
                </a:lnTo>
                <a:lnTo>
                  <a:pt x="42" y="2"/>
                </a:lnTo>
                <a:lnTo>
                  <a:pt x="42" y="2"/>
                </a:lnTo>
                <a:close/>
              </a:path>
            </a:pathLst>
          </a:custGeom>
          <a:solidFill xmlns:a="http://schemas.openxmlformats.org/drawingml/2006/main">
            <a:srgbClr val="97979B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9928" name="Freeform 166">
            <a:extLst xmlns:a="http://schemas.openxmlformats.org/drawingml/2006/main">
              <a:ext uri="{FF2B5EF4-FFF2-40B4-BE49-F238E27FC236}">
                <a16:creationId xmlns:a16="http://schemas.microsoft.com/office/drawing/2014/main" id="{0D0D2036-7EDD-4C9C-9C7B-ED5F5866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70128" y="232745"/>
            <a:ext cx="144533" cy="178186"/>
          </a:xfrm>
          <a:custGeom xmlns:a="http://schemas.openxmlformats.org/drawingml/2006/main">
            <a:rect l="0" t="0" r="r" b="b"/>
            <a:pathLst>
              <a:path w="490" h="616">
                <a:moveTo>
                  <a:pt x="446" y="616"/>
                </a:moveTo>
                <a:lnTo>
                  <a:pt x="446" y="616"/>
                </a:lnTo>
                <a:lnTo>
                  <a:pt x="458" y="612"/>
                </a:lnTo>
                <a:lnTo>
                  <a:pt x="458" y="612"/>
                </a:lnTo>
                <a:lnTo>
                  <a:pt x="472" y="604"/>
                </a:lnTo>
                <a:lnTo>
                  <a:pt x="480" y="592"/>
                </a:lnTo>
                <a:lnTo>
                  <a:pt x="488" y="578"/>
                </a:lnTo>
                <a:lnTo>
                  <a:pt x="490" y="564"/>
                </a:lnTo>
                <a:lnTo>
                  <a:pt x="490" y="4"/>
                </a:lnTo>
                <a:lnTo>
                  <a:pt x="490" y="4"/>
                </a:lnTo>
                <a:lnTo>
                  <a:pt x="488" y="2"/>
                </a:lnTo>
                <a:lnTo>
                  <a:pt x="486" y="0"/>
                </a:lnTo>
                <a:lnTo>
                  <a:pt x="484" y="0"/>
                </a:lnTo>
                <a:lnTo>
                  <a:pt x="482" y="2"/>
                </a:lnTo>
                <a:lnTo>
                  <a:pt x="390" y="214"/>
                </a:lnTo>
                <a:lnTo>
                  <a:pt x="390" y="214"/>
                </a:lnTo>
                <a:lnTo>
                  <a:pt x="386" y="224"/>
                </a:lnTo>
                <a:lnTo>
                  <a:pt x="386" y="236"/>
                </a:lnTo>
                <a:lnTo>
                  <a:pt x="386" y="478"/>
                </a:lnTo>
                <a:lnTo>
                  <a:pt x="386" y="478"/>
                </a:lnTo>
                <a:lnTo>
                  <a:pt x="384" y="480"/>
                </a:lnTo>
                <a:lnTo>
                  <a:pt x="382" y="484"/>
                </a:lnTo>
                <a:lnTo>
                  <a:pt x="380" y="484"/>
                </a:lnTo>
                <a:lnTo>
                  <a:pt x="378" y="484"/>
                </a:lnTo>
                <a:lnTo>
                  <a:pt x="378" y="484"/>
                </a:lnTo>
                <a:lnTo>
                  <a:pt x="378" y="484"/>
                </a:lnTo>
                <a:lnTo>
                  <a:pt x="346" y="472"/>
                </a:lnTo>
                <a:lnTo>
                  <a:pt x="304" y="454"/>
                </a:lnTo>
                <a:lnTo>
                  <a:pt x="226" y="420"/>
                </a:lnTo>
                <a:lnTo>
                  <a:pt x="226" y="420"/>
                </a:lnTo>
                <a:lnTo>
                  <a:pt x="210" y="428"/>
                </a:lnTo>
                <a:lnTo>
                  <a:pt x="196" y="436"/>
                </a:lnTo>
                <a:lnTo>
                  <a:pt x="180" y="442"/>
                </a:lnTo>
                <a:lnTo>
                  <a:pt x="162" y="448"/>
                </a:lnTo>
                <a:lnTo>
                  <a:pt x="146" y="454"/>
                </a:lnTo>
                <a:lnTo>
                  <a:pt x="128" y="456"/>
                </a:lnTo>
                <a:lnTo>
                  <a:pt x="110" y="458"/>
                </a:lnTo>
                <a:lnTo>
                  <a:pt x="92" y="460"/>
                </a:lnTo>
                <a:lnTo>
                  <a:pt x="92" y="460"/>
                </a:lnTo>
                <a:lnTo>
                  <a:pt x="68" y="458"/>
                </a:lnTo>
                <a:lnTo>
                  <a:pt x="44" y="454"/>
                </a:lnTo>
                <a:lnTo>
                  <a:pt x="22" y="448"/>
                </a:lnTo>
                <a:lnTo>
                  <a:pt x="0" y="442"/>
                </a:lnTo>
                <a:lnTo>
                  <a:pt x="0" y="442"/>
                </a:lnTo>
                <a:lnTo>
                  <a:pt x="408" y="610"/>
                </a:lnTo>
                <a:lnTo>
                  <a:pt x="408" y="610"/>
                </a:lnTo>
                <a:lnTo>
                  <a:pt x="422" y="614"/>
                </a:lnTo>
                <a:lnTo>
                  <a:pt x="438" y="616"/>
                </a:lnTo>
                <a:lnTo>
                  <a:pt x="438" y="616"/>
                </a:lnTo>
                <a:lnTo>
                  <a:pt x="446" y="616"/>
                </a:lnTo>
                <a:lnTo>
                  <a:pt x="446" y="616"/>
                </a:lnTo>
                <a:close/>
              </a:path>
            </a:pathLst>
          </a:custGeom>
          <a:solidFill xmlns:a="http://schemas.openxmlformats.org/drawingml/2006/main">
            <a:srgbClr val="97979B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9929" name="Freeform 167">
            <a:extLst xmlns:a="http://schemas.openxmlformats.org/drawingml/2006/main">
              <a:ext uri="{FF2B5EF4-FFF2-40B4-BE49-F238E27FC236}">
                <a16:creationId xmlns:a16="http://schemas.microsoft.com/office/drawing/2014/main" id="{9A88E70A-D34D-4D56-A9CB-707A6246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79868" y="180678"/>
            <a:ext cx="234793" cy="230254"/>
          </a:xfrm>
          <a:custGeom xmlns:a="http://schemas.openxmlformats.org/drawingml/2006/main">
            <a:rect l="0" t="0" r="r" b="b"/>
            <a:pathLst>
              <a:path w="796" h="796">
                <a:moveTo>
                  <a:pt x="794" y="44"/>
                </a:moveTo>
                <a:lnTo>
                  <a:pt x="794" y="44"/>
                </a:lnTo>
                <a:lnTo>
                  <a:pt x="790" y="32"/>
                </a:lnTo>
                <a:lnTo>
                  <a:pt x="790" y="32"/>
                </a:lnTo>
                <a:lnTo>
                  <a:pt x="782" y="20"/>
                </a:lnTo>
                <a:lnTo>
                  <a:pt x="770" y="10"/>
                </a:lnTo>
                <a:lnTo>
                  <a:pt x="758" y="4"/>
                </a:lnTo>
                <a:lnTo>
                  <a:pt x="742" y="0"/>
                </a:lnTo>
                <a:lnTo>
                  <a:pt x="184" y="0"/>
                </a:lnTo>
                <a:lnTo>
                  <a:pt x="184" y="0"/>
                </a:lnTo>
                <a:lnTo>
                  <a:pt x="180" y="2"/>
                </a:lnTo>
                <a:lnTo>
                  <a:pt x="180" y="4"/>
                </a:lnTo>
                <a:lnTo>
                  <a:pt x="180" y="8"/>
                </a:lnTo>
                <a:lnTo>
                  <a:pt x="182" y="10"/>
                </a:lnTo>
                <a:lnTo>
                  <a:pt x="392" y="100"/>
                </a:lnTo>
                <a:lnTo>
                  <a:pt x="392" y="100"/>
                </a:lnTo>
                <a:lnTo>
                  <a:pt x="404" y="104"/>
                </a:lnTo>
                <a:lnTo>
                  <a:pt x="414" y="104"/>
                </a:lnTo>
                <a:lnTo>
                  <a:pt x="656" y="106"/>
                </a:lnTo>
                <a:lnTo>
                  <a:pt x="656" y="106"/>
                </a:lnTo>
                <a:lnTo>
                  <a:pt x="660" y="106"/>
                </a:lnTo>
                <a:lnTo>
                  <a:pt x="662" y="108"/>
                </a:lnTo>
                <a:lnTo>
                  <a:pt x="664" y="110"/>
                </a:lnTo>
                <a:lnTo>
                  <a:pt x="664" y="114"/>
                </a:lnTo>
                <a:lnTo>
                  <a:pt x="662" y="114"/>
                </a:lnTo>
                <a:lnTo>
                  <a:pt x="662" y="114"/>
                </a:lnTo>
                <a:lnTo>
                  <a:pt x="652" y="146"/>
                </a:lnTo>
                <a:lnTo>
                  <a:pt x="634" y="188"/>
                </a:lnTo>
                <a:lnTo>
                  <a:pt x="598" y="266"/>
                </a:lnTo>
                <a:lnTo>
                  <a:pt x="598" y="266"/>
                </a:lnTo>
                <a:lnTo>
                  <a:pt x="580" y="242"/>
                </a:lnTo>
                <a:lnTo>
                  <a:pt x="560" y="222"/>
                </a:lnTo>
                <a:lnTo>
                  <a:pt x="538" y="202"/>
                </a:lnTo>
                <a:lnTo>
                  <a:pt x="514" y="188"/>
                </a:lnTo>
                <a:lnTo>
                  <a:pt x="486" y="174"/>
                </a:lnTo>
                <a:lnTo>
                  <a:pt x="458" y="166"/>
                </a:lnTo>
                <a:lnTo>
                  <a:pt x="428" y="160"/>
                </a:lnTo>
                <a:lnTo>
                  <a:pt x="398" y="158"/>
                </a:lnTo>
                <a:lnTo>
                  <a:pt x="398" y="158"/>
                </a:lnTo>
                <a:lnTo>
                  <a:pt x="380" y="158"/>
                </a:lnTo>
                <a:lnTo>
                  <a:pt x="360" y="160"/>
                </a:lnTo>
                <a:lnTo>
                  <a:pt x="344" y="164"/>
                </a:lnTo>
                <a:lnTo>
                  <a:pt x="326" y="170"/>
                </a:lnTo>
                <a:lnTo>
                  <a:pt x="310" y="174"/>
                </a:lnTo>
                <a:lnTo>
                  <a:pt x="292" y="182"/>
                </a:lnTo>
                <a:lnTo>
                  <a:pt x="278" y="190"/>
                </a:lnTo>
                <a:lnTo>
                  <a:pt x="262" y="200"/>
                </a:lnTo>
                <a:lnTo>
                  <a:pt x="248" y="210"/>
                </a:lnTo>
                <a:lnTo>
                  <a:pt x="236" y="222"/>
                </a:lnTo>
                <a:lnTo>
                  <a:pt x="222" y="234"/>
                </a:lnTo>
                <a:lnTo>
                  <a:pt x="212" y="246"/>
                </a:lnTo>
                <a:lnTo>
                  <a:pt x="200" y="260"/>
                </a:lnTo>
                <a:lnTo>
                  <a:pt x="192" y="276"/>
                </a:lnTo>
                <a:lnTo>
                  <a:pt x="182" y="290"/>
                </a:lnTo>
                <a:lnTo>
                  <a:pt x="176" y="306"/>
                </a:lnTo>
                <a:lnTo>
                  <a:pt x="176" y="306"/>
                </a:lnTo>
                <a:lnTo>
                  <a:pt x="176" y="306"/>
                </a:lnTo>
                <a:lnTo>
                  <a:pt x="176" y="306"/>
                </a:lnTo>
                <a:lnTo>
                  <a:pt x="6" y="716"/>
                </a:lnTo>
                <a:lnTo>
                  <a:pt x="6" y="716"/>
                </a:lnTo>
                <a:lnTo>
                  <a:pt x="2" y="730"/>
                </a:lnTo>
                <a:lnTo>
                  <a:pt x="0" y="744"/>
                </a:lnTo>
                <a:lnTo>
                  <a:pt x="0" y="744"/>
                </a:lnTo>
                <a:lnTo>
                  <a:pt x="0" y="754"/>
                </a:lnTo>
                <a:lnTo>
                  <a:pt x="0" y="754"/>
                </a:lnTo>
                <a:lnTo>
                  <a:pt x="4" y="766"/>
                </a:lnTo>
                <a:lnTo>
                  <a:pt x="4" y="766"/>
                </a:lnTo>
                <a:lnTo>
                  <a:pt x="14" y="778"/>
                </a:lnTo>
                <a:lnTo>
                  <a:pt x="24" y="788"/>
                </a:lnTo>
                <a:lnTo>
                  <a:pt x="38" y="794"/>
                </a:lnTo>
                <a:lnTo>
                  <a:pt x="52" y="796"/>
                </a:lnTo>
                <a:lnTo>
                  <a:pt x="612" y="796"/>
                </a:lnTo>
                <a:lnTo>
                  <a:pt x="612" y="796"/>
                </a:lnTo>
                <a:lnTo>
                  <a:pt x="614" y="796"/>
                </a:lnTo>
                <a:lnTo>
                  <a:pt x="616" y="794"/>
                </a:lnTo>
                <a:lnTo>
                  <a:pt x="616" y="790"/>
                </a:lnTo>
                <a:lnTo>
                  <a:pt x="614" y="788"/>
                </a:lnTo>
                <a:lnTo>
                  <a:pt x="404" y="698"/>
                </a:lnTo>
                <a:lnTo>
                  <a:pt x="404" y="698"/>
                </a:lnTo>
                <a:lnTo>
                  <a:pt x="392" y="694"/>
                </a:lnTo>
                <a:lnTo>
                  <a:pt x="380" y="692"/>
                </a:lnTo>
                <a:lnTo>
                  <a:pt x="138" y="692"/>
                </a:lnTo>
                <a:lnTo>
                  <a:pt x="138" y="692"/>
                </a:lnTo>
                <a:lnTo>
                  <a:pt x="136" y="692"/>
                </a:lnTo>
                <a:lnTo>
                  <a:pt x="134" y="690"/>
                </a:lnTo>
                <a:lnTo>
                  <a:pt x="132" y="688"/>
                </a:lnTo>
                <a:lnTo>
                  <a:pt x="132" y="684"/>
                </a:lnTo>
                <a:lnTo>
                  <a:pt x="132" y="684"/>
                </a:lnTo>
                <a:lnTo>
                  <a:pt x="132" y="684"/>
                </a:lnTo>
                <a:lnTo>
                  <a:pt x="144" y="652"/>
                </a:lnTo>
                <a:lnTo>
                  <a:pt x="162" y="610"/>
                </a:lnTo>
                <a:lnTo>
                  <a:pt x="198" y="532"/>
                </a:lnTo>
                <a:lnTo>
                  <a:pt x="198" y="532"/>
                </a:lnTo>
                <a:lnTo>
                  <a:pt x="198" y="532"/>
                </a:lnTo>
                <a:lnTo>
                  <a:pt x="214" y="556"/>
                </a:lnTo>
                <a:lnTo>
                  <a:pt x="236" y="576"/>
                </a:lnTo>
                <a:lnTo>
                  <a:pt x="258" y="594"/>
                </a:lnTo>
                <a:lnTo>
                  <a:pt x="282" y="610"/>
                </a:lnTo>
                <a:lnTo>
                  <a:pt x="308" y="622"/>
                </a:lnTo>
                <a:lnTo>
                  <a:pt x="338" y="632"/>
                </a:lnTo>
                <a:lnTo>
                  <a:pt x="366" y="638"/>
                </a:lnTo>
                <a:lnTo>
                  <a:pt x="398" y="640"/>
                </a:lnTo>
                <a:lnTo>
                  <a:pt x="398" y="640"/>
                </a:lnTo>
                <a:lnTo>
                  <a:pt x="416" y="638"/>
                </a:lnTo>
                <a:lnTo>
                  <a:pt x="434" y="636"/>
                </a:lnTo>
                <a:lnTo>
                  <a:pt x="452" y="634"/>
                </a:lnTo>
                <a:lnTo>
                  <a:pt x="470" y="628"/>
                </a:lnTo>
                <a:lnTo>
                  <a:pt x="486" y="622"/>
                </a:lnTo>
                <a:lnTo>
                  <a:pt x="502" y="616"/>
                </a:lnTo>
                <a:lnTo>
                  <a:pt x="518" y="608"/>
                </a:lnTo>
                <a:lnTo>
                  <a:pt x="532" y="598"/>
                </a:lnTo>
                <a:lnTo>
                  <a:pt x="546" y="588"/>
                </a:lnTo>
                <a:lnTo>
                  <a:pt x="560" y="576"/>
                </a:lnTo>
                <a:lnTo>
                  <a:pt x="572" y="564"/>
                </a:lnTo>
                <a:lnTo>
                  <a:pt x="584" y="550"/>
                </a:lnTo>
                <a:lnTo>
                  <a:pt x="594" y="536"/>
                </a:lnTo>
                <a:lnTo>
                  <a:pt x="604" y="522"/>
                </a:lnTo>
                <a:lnTo>
                  <a:pt x="612" y="506"/>
                </a:lnTo>
                <a:lnTo>
                  <a:pt x="620" y="490"/>
                </a:lnTo>
                <a:lnTo>
                  <a:pt x="620" y="490"/>
                </a:lnTo>
                <a:lnTo>
                  <a:pt x="620" y="490"/>
                </a:lnTo>
                <a:lnTo>
                  <a:pt x="790" y="82"/>
                </a:lnTo>
                <a:lnTo>
                  <a:pt x="790" y="82"/>
                </a:lnTo>
                <a:lnTo>
                  <a:pt x="794" y="68"/>
                </a:lnTo>
                <a:lnTo>
                  <a:pt x="796" y="52"/>
                </a:lnTo>
                <a:lnTo>
                  <a:pt x="796" y="52"/>
                </a:lnTo>
                <a:lnTo>
                  <a:pt x="794" y="44"/>
                </a:lnTo>
                <a:lnTo>
                  <a:pt x="794" y="44"/>
                </a:lnTo>
                <a:close/>
                <a:moveTo>
                  <a:pt x="398" y="536"/>
                </a:moveTo>
                <a:lnTo>
                  <a:pt x="398" y="536"/>
                </a:lnTo>
                <a:lnTo>
                  <a:pt x="384" y="534"/>
                </a:lnTo>
                <a:lnTo>
                  <a:pt x="370" y="532"/>
                </a:lnTo>
                <a:lnTo>
                  <a:pt x="358" y="530"/>
                </a:lnTo>
                <a:lnTo>
                  <a:pt x="344" y="524"/>
                </a:lnTo>
                <a:lnTo>
                  <a:pt x="332" y="518"/>
                </a:lnTo>
                <a:lnTo>
                  <a:pt x="322" y="512"/>
                </a:lnTo>
                <a:lnTo>
                  <a:pt x="310" y="504"/>
                </a:lnTo>
                <a:lnTo>
                  <a:pt x="302" y="496"/>
                </a:lnTo>
                <a:lnTo>
                  <a:pt x="292" y="486"/>
                </a:lnTo>
                <a:lnTo>
                  <a:pt x="284" y="476"/>
                </a:lnTo>
                <a:lnTo>
                  <a:pt x="278" y="464"/>
                </a:lnTo>
                <a:lnTo>
                  <a:pt x="272" y="452"/>
                </a:lnTo>
                <a:lnTo>
                  <a:pt x="268" y="440"/>
                </a:lnTo>
                <a:lnTo>
                  <a:pt x="264" y="426"/>
                </a:lnTo>
                <a:lnTo>
                  <a:pt x="262" y="412"/>
                </a:lnTo>
                <a:lnTo>
                  <a:pt x="262" y="398"/>
                </a:lnTo>
                <a:lnTo>
                  <a:pt x="262" y="398"/>
                </a:lnTo>
                <a:lnTo>
                  <a:pt x="262" y="384"/>
                </a:lnTo>
                <a:lnTo>
                  <a:pt x="264" y="372"/>
                </a:lnTo>
                <a:lnTo>
                  <a:pt x="268" y="358"/>
                </a:lnTo>
                <a:lnTo>
                  <a:pt x="272" y="346"/>
                </a:lnTo>
                <a:lnTo>
                  <a:pt x="278" y="334"/>
                </a:lnTo>
                <a:lnTo>
                  <a:pt x="284" y="322"/>
                </a:lnTo>
                <a:lnTo>
                  <a:pt x="292" y="312"/>
                </a:lnTo>
                <a:lnTo>
                  <a:pt x="302" y="302"/>
                </a:lnTo>
                <a:lnTo>
                  <a:pt x="310" y="294"/>
                </a:lnTo>
                <a:lnTo>
                  <a:pt x="322" y="286"/>
                </a:lnTo>
                <a:lnTo>
                  <a:pt x="332" y="278"/>
                </a:lnTo>
                <a:lnTo>
                  <a:pt x="344" y="272"/>
                </a:lnTo>
                <a:lnTo>
                  <a:pt x="358" y="268"/>
                </a:lnTo>
                <a:lnTo>
                  <a:pt x="370" y="264"/>
                </a:lnTo>
                <a:lnTo>
                  <a:pt x="384" y="262"/>
                </a:lnTo>
                <a:lnTo>
                  <a:pt x="398" y="262"/>
                </a:lnTo>
                <a:lnTo>
                  <a:pt x="398" y="262"/>
                </a:lnTo>
                <a:lnTo>
                  <a:pt x="412" y="262"/>
                </a:lnTo>
                <a:lnTo>
                  <a:pt x="426" y="264"/>
                </a:lnTo>
                <a:lnTo>
                  <a:pt x="438" y="268"/>
                </a:lnTo>
                <a:lnTo>
                  <a:pt x="450" y="272"/>
                </a:lnTo>
                <a:lnTo>
                  <a:pt x="462" y="278"/>
                </a:lnTo>
                <a:lnTo>
                  <a:pt x="474" y="286"/>
                </a:lnTo>
                <a:lnTo>
                  <a:pt x="484" y="294"/>
                </a:lnTo>
                <a:lnTo>
                  <a:pt x="494" y="302"/>
                </a:lnTo>
                <a:lnTo>
                  <a:pt x="504" y="312"/>
                </a:lnTo>
                <a:lnTo>
                  <a:pt x="510" y="322"/>
                </a:lnTo>
                <a:lnTo>
                  <a:pt x="518" y="334"/>
                </a:lnTo>
                <a:lnTo>
                  <a:pt x="524" y="346"/>
                </a:lnTo>
                <a:lnTo>
                  <a:pt x="528" y="358"/>
                </a:lnTo>
                <a:lnTo>
                  <a:pt x="532" y="372"/>
                </a:lnTo>
                <a:lnTo>
                  <a:pt x="534" y="384"/>
                </a:lnTo>
                <a:lnTo>
                  <a:pt x="534" y="398"/>
                </a:lnTo>
                <a:lnTo>
                  <a:pt x="534" y="398"/>
                </a:lnTo>
                <a:lnTo>
                  <a:pt x="534" y="412"/>
                </a:lnTo>
                <a:lnTo>
                  <a:pt x="532" y="426"/>
                </a:lnTo>
                <a:lnTo>
                  <a:pt x="528" y="440"/>
                </a:lnTo>
                <a:lnTo>
                  <a:pt x="524" y="452"/>
                </a:lnTo>
                <a:lnTo>
                  <a:pt x="518" y="464"/>
                </a:lnTo>
                <a:lnTo>
                  <a:pt x="510" y="476"/>
                </a:lnTo>
                <a:lnTo>
                  <a:pt x="504" y="486"/>
                </a:lnTo>
                <a:lnTo>
                  <a:pt x="494" y="496"/>
                </a:lnTo>
                <a:lnTo>
                  <a:pt x="484" y="504"/>
                </a:lnTo>
                <a:lnTo>
                  <a:pt x="474" y="512"/>
                </a:lnTo>
                <a:lnTo>
                  <a:pt x="462" y="518"/>
                </a:lnTo>
                <a:lnTo>
                  <a:pt x="450" y="524"/>
                </a:lnTo>
                <a:lnTo>
                  <a:pt x="438" y="530"/>
                </a:lnTo>
                <a:lnTo>
                  <a:pt x="426" y="532"/>
                </a:lnTo>
                <a:lnTo>
                  <a:pt x="412" y="534"/>
                </a:lnTo>
                <a:lnTo>
                  <a:pt x="398" y="536"/>
                </a:lnTo>
                <a:lnTo>
                  <a:pt x="398" y="536"/>
                </a:lnTo>
                <a:close/>
              </a:path>
            </a:pathLst>
          </a:custGeom>
          <a:solidFill xmlns:a="http://schemas.openxmlformats.org/drawingml/2006/main">
            <a:srgbClr val="C10B12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5" r:id="R754ee94423b64f04"/>
    <p:sldLayoutId xmlns:r="http://schemas.openxmlformats.org/officeDocument/2006/relationships" id="2147483656" r:id="R60af5b61232b4c5a"/>
    <p:sldLayoutId xmlns:r="http://schemas.openxmlformats.org/officeDocument/2006/relationships" id="2147483657" r:id="Rdebc1295b0304eff"/>
    <p:sldLayoutId xmlns:r="http://schemas.openxmlformats.org/officeDocument/2006/relationships" id="2147483658" r:id="R292e0f1abfa5445e"/>
  </p:sldLayoutIdLst>
  <p:txStyles>
    <p:titleStyle>
      <a:lvl1pPr xmlns:a="http://schemas.openxmlformats.org/drawingml/2006/main" algn="ctr">
        <a:buNone/>
        <a:defRPr sz="3300">
          <a:solidFill>
            <a:schemeClr val="tx1"/>
          </a:solidFill>
          <a:latin typeface="+mj-lt"/>
          <a:ea typeface="+mj-lt"/>
          <a:cs typeface="+mj-lt"/>
        </a:defRPr>
      </a:lvl1pPr>
      <a:lvl2pPr xmlns:a="http://schemas.openxmlformats.org/drawingml/2006/main" algn="ctr">
        <a:buNone/>
        <a:defRPr sz="3300">
          <a:solidFill>
            <a:schemeClr val="tx1"/>
          </a:solidFill>
          <a:latin typeface="Calibri"/>
          <a:ea typeface="Calibri"/>
          <a:cs typeface="Calibri"/>
        </a:defRPr>
      </a:lvl2pPr>
      <a:lvl3pPr xmlns:a="http://schemas.openxmlformats.org/drawingml/2006/main" algn="ctr">
        <a:buNone/>
        <a:defRPr sz="3300">
          <a:solidFill>
            <a:schemeClr val="tx1"/>
          </a:solidFill>
          <a:latin typeface="Calibri"/>
          <a:ea typeface="Calibri"/>
          <a:cs typeface="Calibri"/>
        </a:defRPr>
      </a:lvl3pPr>
      <a:lvl4pPr xmlns:a="http://schemas.openxmlformats.org/drawingml/2006/main" algn="ctr">
        <a:buNone/>
        <a:defRPr sz="3300">
          <a:solidFill>
            <a:schemeClr val="tx1"/>
          </a:solidFill>
          <a:latin typeface="Calibri"/>
          <a:ea typeface="Calibri"/>
          <a:cs typeface="Calibri"/>
        </a:defRPr>
      </a:lvl4pPr>
      <a:lvl5pPr xmlns:a="http://schemas.openxmlformats.org/drawingml/2006/main" algn="ctr">
        <a:buNone/>
        <a:defRPr sz="3300">
          <a:solidFill>
            <a:schemeClr val="tx1"/>
          </a:solidFill>
          <a:latin typeface="Calibri"/>
          <a:ea typeface="Calibri"/>
          <a:cs typeface="Calibri"/>
        </a:defRPr>
      </a:lvl5pPr>
      <a:lvl6pPr xmlns:a="http://schemas.openxmlformats.org/drawingml/2006/main" marL="342900" algn="ctr">
        <a:buNone/>
        <a:defRPr sz="3300">
          <a:solidFill>
            <a:schemeClr val="tx1"/>
          </a:solidFill>
          <a:latin typeface="Calibri"/>
          <a:ea typeface="Calibri"/>
          <a:cs typeface="Calibri"/>
        </a:defRPr>
      </a:lvl6pPr>
      <a:lvl7pPr xmlns:a="http://schemas.openxmlformats.org/drawingml/2006/main" marL="685800" algn="ctr">
        <a:buNone/>
        <a:defRPr sz="3300">
          <a:solidFill>
            <a:schemeClr val="tx1"/>
          </a:solidFill>
          <a:latin typeface="Calibri"/>
          <a:ea typeface="Calibri"/>
          <a:cs typeface="Calibri"/>
        </a:defRPr>
      </a:lvl7pPr>
      <a:lvl8pPr xmlns:a="http://schemas.openxmlformats.org/drawingml/2006/main" marL="1028700" algn="ctr">
        <a:buNone/>
        <a:defRPr sz="3300">
          <a:solidFill>
            <a:schemeClr val="tx1"/>
          </a:solidFill>
          <a:latin typeface="Calibri"/>
          <a:ea typeface="Calibri"/>
          <a:cs typeface="Calibri"/>
        </a:defRPr>
      </a:lvl8pPr>
      <a:lvl9pPr xmlns:a="http://schemas.openxmlformats.org/drawingml/2006/main" marL="1371600" algn="ctr">
        <a:buNone/>
        <a:defRPr sz="3300">
          <a:solidFill>
            <a:schemeClr val="tx1"/>
          </a:solidFill>
          <a:latin typeface="Calibri"/>
          <a:ea typeface="Calibri"/>
          <a:cs typeface="Calibri"/>
        </a:defRPr>
      </a:lvl9pPr>
    </p:titleStyle>
    <p:bodyStyle>
      <a:lvl1pPr xmlns:a="http://schemas.openxmlformats.org/drawingml/2006/main" marL="257175" indent="-257175" algn="l"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57530" indent="-214630" algn="l">
        <a:buChar char="–"/>
        <a:defRPr sz="21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57250" indent="-171450" algn="l"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200150" indent="-171450" algn="l">
        <a:buChar char="–"/>
        <a:defRPr sz="15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543050" indent="-171450" algn="l">
        <a:buChar char="»"/>
        <a:defRPr sz="15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885950" indent="-171450" algn="l">
        <a:buChar char="•"/>
        <a:defRPr sz="15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228850" indent="-171450" algn="l">
        <a:buChar char="•"/>
        <a:defRPr sz="15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571750" indent="-171450" algn="l">
        <a:buChar char="•"/>
        <a:defRPr sz="15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914650" indent="-171450" algn="l">
        <a:buChar char="•"/>
        <a:defRPr sz="15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429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6858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0287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3716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7145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0574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4003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7432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49944" name="矩形 1">
            <a:extLst xmlns:a="http://schemas.openxmlformats.org/drawingml/2006/main">
              <a:ext uri="{FF2B5EF4-FFF2-40B4-BE49-F238E27FC236}">
                <a16:creationId xmlns:a16="http://schemas.microsoft.com/office/drawing/2014/main" id="{D5A817CB-9FA0-4768-9BD3-C3DF1641C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9921" y="4872449"/>
            <a:ext cx="4401388" cy="2539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050" b="0">
                <a:solidFill>
                  <a:schemeClr val="bg1">
                    <a:lumMod val="65000"/>
                  </a:schemeClr>
                </a:solidFill>
                <a:latin typeface="微软雅黑"/>
                <a:ea typeface="微软雅黑"/>
                <a:cs typeface="微软雅黑"/>
              </a:rPr>
              <a:t>      Confidential ©  USTB-IET 2023. All rights reserved    </a:t>
            </a:r>
            <a:fld id="{F6AF4A15-5E58-47C1-BF14-95DF5C4571E6}" type="slidenum">
              <a:rPr sz="1050" b="0">
                <a:solidFill>
                  <a:schemeClr val="bg1">
                    <a:lumMod val="65000"/>
                  </a:schemeClr>
                </a:solidFill>
                <a:latin typeface="微软雅黑"/>
                <a:ea typeface="微软雅黑"/>
                <a:cs typeface="微软雅黑"/>
              </a:rPr>
              <a:t>‹#›</a:t>
            </a:fld>
            <a:r>
              <a:rPr sz="1050" b="0">
                <a:solidFill>
                  <a:schemeClr val="bg1">
                    <a:lumMod val="65000"/>
                  </a:schemeClr>
                </a:solidFill>
                <a:latin typeface="微软雅黑"/>
                <a:ea typeface="微软雅黑"/>
                <a:cs typeface="微软雅黑"/>
              </a:rPr>
              <a:t> </a:t>
            </a:r>
          </a:p>
        </p:txBody>
      </p:sp>
      <p:sp>
        <p:nvSpPr>
          <p:cNvPr id="1049945" name="Rectangle 114">
            <a:extLst xmlns:a="http://schemas.openxmlformats.org/drawingml/2006/main">
              <a:ext uri="{FF2B5EF4-FFF2-40B4-BE49-F238E27FC236}">
                <a16:creationId xmlns:a16="http://schemas.microsoft.com/office/drawing/2014/main" id="{0DAF817B-259D-4E61-9B76-1BC4D57B1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5425" y="343823"/>
            <a:ext cx="757475" cy="46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9946" name="Freeform 115">
            <a:extLst xmlns:a="http://schemas.openxmlformats.org/drawingml/2006/main">
              <a:ext uri="{FF2B5EF4-FFF2-40B4-BE49-F238E27FC236}">
                <a16:creationId xmlns:a16="http://schemas.microsoft.com/office/drawing/2014/main" id="{2B470C0A-E711-4ED9-A548-125F7B214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589" y="185306"/>
            <a:ext cx="66662" cy="136532"/>
          </a:xfrm>
          <a:custGeom xmlns:a="http://schemas.openxmlformats.org/drawingml/2006/main">
            <a:rect l="0" t="0" r="r" b="b"/>
            <a:pathLst>
              <a:path w="226" h="472">
                <a:moveTo>
                  <a:pt x="8" y="62"/>
                </a:moveTo>
                <a:lnTo>
                  <a:pt x="8" y="0"/>
                </a:lnTo>
                <a:lnTo>
                  <a:pt x="226" y="0"/>
                </a:lnTo>
                <a:lnTo>
                  <a:pt x="202" y="62"/>
                </a:lnTo>
                <a:lnTo>
                  <a:pt x="144" y="62"/>
                </a:lnTo>
                <a:lnTo>
                  <a:pt x="144" y="62"/>
                </a:lnTo>
                <a:lnTo>
                  <a:pt x="138" y="62"/>
                </a:lnTo>
                <a:lnTo>
                  <a:pt x="134" y="64"/>
                </a:lnTo>
                <a:lnTo>
                  <a:pt x="132" y="68"/>
                </a:lnTo>
                <a:lnTo>
                  <a:pt x="130" y="72"/>
                </a:lnTo>
                <a:lnTo>
                  <a:pt x="122" y="100"/>
                </a:lnTo>
                <a:lnTo>
                  <a:pt x="122" y="100"/>
                </a:lnTo>
                <a:lnTo>
                  <a:pt x="122" y="106"/>
                </a:lnTo>
                <a:lnTo>
                  <a:pt x="124" y="110"/>
                </a:lnTo>
                <a:lnTo>
                  <a:pt x="128" y="112"/>
                </a:lnTo>
                <a:lnTo>
                  <a:pt x="132" y="114"/>
                </a:lnTo>
                <a:lnTo>
                  <a:pt x="216" y="114"/>
                </a:lnTo>
                <a:lnTo>
                  <a:pt x="216" y="408"/>
                </a:lnTo>
                <a:lnTo>
                  <a:pt x="138" y="472"/>
                </a:lnTo>
                <a:lnTo>
                  <a:pt x="28" y="472"/>
                </a:lnTo>
                <a:lnTo>
                  <a:pt x="28" y="238"/>
                </a:lnTo>
                <a:lnTo>
                  <a:pt x="0" y="238"/>
                </a:lnTo>
                <a:lnTo>
                  <a:pt x="46" y="74"/>
                </a:lnTo>
                <a:lnTo>
                  <a:pt x="46" y="74"/>
                </a:lnTo>
                <a:lnTo>
                  <a:pt x="46" y="70"/>
                </a:lnTo>
                <a:lnTo>
                  <a:pt x="44" y="66"/>
                </a:lnTo>
                <a:lnTo>
                  <a:pt x="40" y="62"/>
                </a:lnTo>
                <a:lnTo>
                  <a:pt x="36" y="62"/>
                </a:lnTo>
                <a:lnTo>
                  <a:pt x="8" y="62"/>
                </a:lnTo>
                <a:close/>
                <a:moveTo>
                  <a:pt x="126" y="174"/>
                </a:moveTo>
                <a:lnTo>
                  <a:pt x="118" y="174"/>
                </a:lnTo>
                <a:lnTo>
                  <a:pt x="118" y="174"/>
                </a:lnTo>
                <a:lnTo>
                  <a:pt x="112" y="176"/>
                </a:lnTo>
                <a:lnTo>
                  <a:pt x="108" y="178"/>
                </a:lnTo>
                <a:lnTo>
                  <a:pt x="106" y="182"/>
                </a:lnTo>
                <a:lnTo>
                  <a:pt x="106" y="186"/>
                </a:lnTo>
                <a:lnTo>
                  <a:pt x="106" y="398"/>
                </a:lnTo>
                <a:lnTo>
                  <a:pt x="106" y="398"/>
                </a:lnTo>
                <a:lnTo>
                  <a:pt x="106" y="404"/>
                </a:lnTo>
                <a:lnTo>
                  <a:pt x="108" y="408"/>
                </a:lnTo>
                <a:lnTo>
                  <a:pt x="112" y="410"/>
                </a:lnTo>
                <a:lnTo>
                  <a:pt x="116" y="410"/>
                </a:lnTo>
                <a:lnTo>
                  <a:pt x="126" y="410"/>
                </a:lnTo>
                <a:lnTo>
                  <a:pt x="126" y="410"/>
                </a:lnTo>
                <a:lnTo>
                  <a:pt x="132" y="410"/>
                </a:lnTo>
                <a:lnTo>
                  <a:pt x="136" y="408"/>
                </a:lnTo>
                <a:lnTo>
                  <a:pt x="138" y="404"/>
                </a:lnTo>
                <a:lnTo>
                  <a:pt x="138" y="398"/>
                </a:lnTo>
                <a:lnTo>
                  <a:pt x="138" y="186"/>
                </a:lnTo>
                <a:lnTo>
                  <a:pt x="138" y="186"/>
                </a:lnTo>
                <a:lnTo>
                  <a:pt x="138" y="182"/>
                </a:lnTo>
                <a:lnTo>
                  <a:pt x="136" y="178"/>
                </a:lnTo>
                <a:lnTo>
                  <a:pt x="132" y="176"/>
                </a:lnTo>
                <a:lnTo>
                  <a:pt x="126" y="174"/>
                </a:lnTo>
                <a:lnTo>
                  <a:pt x="126" y="174"/>
                </a:lnTo>
                <a:close/>
              </a:path>
            </a:pathLst>
          </a:custGeom>
          <a:solidFill xmlns:a="http://schemas.openxmlformats.org/drawingml/2006/main">
            <a:srgbClr val="353236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9947" name="Freeform 116">
            <a:extLst xmlns:a="http://schemas.openxmlformats.org/drawingml/2006/main">
              <a:ext uri="{FF2B5EF4-FFF2-40B4-BE49-F238E27FC236}">
                <a16:creationId xmlns:a16="http://schemas.microsoft.com/office/drawing/2014/main" id="{E091623A-B469-4C1B-B463-1F565490E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30842" y="185306"/>
            <a:ext cx="79051" cy="144632"/>
          </a:xfrm>
          <a:custGeom xmlns:a="http://schemas.openxmlformats.org/drawingml/2006/main">
            <a:rect l="0" t="0" r="r" b="b"/>
            <a:pathLst>
              <a:path w="268" h="500">
                <a:moveTo>
                  <a:pt x="20" y="270"/>
                </a:moveTo>
                <a:lnTo>
                  <a:pt x="0" y="270"/>
                </a:lnTo>
                <a:lnTo>
                  <a:pt x="0" y="208"/>
                </a:lnTo>
                <a:lnTo>
                  <a:pt x="24" y="208"/>
                </a:lnTo>
                <a:lnTo>
                  <a:pt x="24" y="208"/>
                </a:lnTo>
                <a:lnTo>
                  <a:pt x="28" y="206"/>
                </a:lnTo>
                <a:lnTo>
                  <a:pt x="30" y="204"/>
                </a:lnTo>
                <a:lnTo>
                  <a:pt x="34" y="200"/>
                </a:lnTo>
                <a:lnTo>
                  <a:pt x="34" y="196"/>
                </a:lnTo>
                <a:lnTo>
                  <a:pt x="34" y="74"/>
                </a:lnTo>
                <a:lnTo>
                  <a:pt x="34" y="74"/>
                </a:lnTo>
                <a:lnTo>
                  <a:pt x="34" y="70"/>
                </a:lnTo>
                <a:lnTo>
                  <a:pt x="30" y="68"/>
                </a:lnTo>
                <a:lnTo>
                  <a:pt x="28" y="64"/>
                </a:lnTo>
                <a:lnTo>
                  <a:pt x="24" y="64"/>
                </a:lnTo>
                <a:lnTo>
                  <a:pt x="8" y="64"/>
                </a:lnTo>
                <a:lnTo>
                  <a:pt x="8" y="0"/>
                </a:lnTo>
                <a:lnTo>
                  <a:pt x="266" y="0"/>
                </a:lnTo>
                <a:lnTo>
                  <a:pt x="242" y="64"/>
                </a:lnTo>
                <a:lnTo>
                  <a:pt x="238" y="64"/>
                </a:lnTo>
                <a:lnTo>
                  <a:pt x="238" y="64"/>
                </a:lnTo>
                <a:lnTo>
                  <a:pt x="234" y="64"/>
                </a:lnTo>
                <a:lnTo>
                  <a:pt x="230" y="66"/>
                </a:lnTo>
                <a:lnTo>
                  <a:pt x="228" y="70"/>
                </a:lnTo>
                <a:lnTo>
                  <a:pt x="228" y="74"/>
                </a:lnTo>
                <a:lnTo>
                  <a:pt x="228" y="194"/>
                </a:lnTo>
                <a:lnTo>
                  <a:pt x="228" y="194"/>
                </a:lnTo>
                <a:lnTo>
                  <a:pt x="230" y="200"/>
                </a:lnTo>
                <a:lnTo>
                  <a:pt x="232" y="204"/>
                </a:lnTo>
                <a:lnTo>
                  <a:pt x="236" y="206"/>
                </a:lnTo>
                <a:lnTo>
                  <a:pt x="242" y="208"/>
                </a:lnTo>
                <a:lnTo>
                  <a:pt x="268" y="208"/>
                </a:lnTo>
                <a:lnTo>
                  <a:pt x="244" y="270"/>
                </a:lnTo>
                <a:lnTo>
                  <a:pt x="240" y="270"/>
                </a:lnTo>
                <a:lnTo>
                  <a:pt x="240" y="270"/>
                </a:lnTo>
                <a:lnTo>
                  <a:pt x="236" y="272"/>
                </a:lnTo>
                <a:lnTo>
                  <a:pt x="232" y="274"/>
                </a:lnTo>
                <a:lnTo>
                  <a:pt x="230" y="278"/>
                </a:lnTo>
                <a:lnTo>
                  <a:pt x="228" y="284"/>
                </a:lnTo>
                <a:lnTo>
                  <a:pt x="228" y="500"/>
                </a:lnTo>
                <a:lnTo>
                  <a:pt x="150" y="500"/>
                </a:lnTo>
                <a:lnTo>
                  <a:pt x="150" y="280"/>
                </a:lnTo>
                <a:lnTo>
                  <a:pt x="150" y="280"/>
                </a:lnTo>
                <a:lnTo>
                  <a:pt x="150" y="276"/>
                </a:lnTo>
                <a:lnTo>
                  <a:pt x="148" y="274"/>
                </a:lnTo>
                <a:lnTo>
                  <a:pt x="144" y="272"/>
                </a:lnTo>
                <a:lnTo>
                  <a:pt x="140" y="270"/>
                </a:lnTo>
                <a:lnTo>
                  <a:pt x="120" y="270"/>
                </a:lnTo>
                <a:lnTo>
                  <a:pt x="120" y="270"/>
                </a:lnTo>
                <a:lnTo>
                  <a:pt x="116" y="272"/>
                </a:lnTo>
                <a:lnTo>
                  <a:pt x="114" y="274"/>
                </a:lnTo>
                <a:lnTo>
                  <a:pt x="110" y="278"/>
                </a:lnTo>
                <a:lnTo>
                  <a:pt x="110" y="282"/>
                </a:lnTo>
                <a:lnTo>
                  <a:pt x="110" y="500"/>
                </a:lnTo>
                <a:lnTo>
                  <a:pt x="34" y="500"/>
                </a:lnTo>
                <a:lnTo>
                  <a:pt x="34" y="284"/>
                </a:lnTo>
                <a:lnTo>
                  <a:pt x="34" y="284"/>
                </a:lnTo>
                <a:lnTo>
                  <a:pt x="32" y="278"/>
                </a:lnTo>
                <a:lnTo>
                  <a:pt x="30" y="274"/>
                </a:lnTo>
                <a:lnTo>
                  <a:pt x="26" y="272"/>
                </a:lnTo>
                <a:lnTo>
                  <a:pt x="20" y="270"/>
                </a:lnTo>
                <a:lnTo>
                  <a:pt x="20" y="270"/>
                </a:lnTo>
                <a:close/>
                <a:moveTo>
                  <a:pt x="150" y="196"/>
                </a:moveTo>
                <a:lnTo>
                  <a:pt x="150" y="74"/>
                </a:lnTo>
                <a:lnTo>
                  <a:pt x="150" y="74"/>
                </a:lnTo>
                <a:lnTo>
                  <a:pt x="150" y="70"/>
                </a:lnTo>
                <a:lnTo>
                  <a:pt x="148" y="66"/>
                </a:lnTo>
                <a:lnTo>
                  <a:pt x="146" y="64"/>
                </a:lnTo>
                <a:lnTo>
                  <a:pt x="142" y="64"/>
                </a:lnTo>
                <a:lnTo>
                  <a:pt x="120" y="64"/>
                </a:lnTo>
                <a:lnTo>
                  <a:pt x="120" y="64"/>
                </a:lnTo>
                <a:lnTo>
                  <a:pt x="116" y="64"/>
                </a:lnTo>
                <a:lnTo>
                  <a:pt x="112" y="66"/>
                </a:lnTo>
                <a:lnTo>
                  <a:pt x="110" y="70"/>
                </a:lnTo>
                <a:lnTo>
                  <a:pt x="110" y="74"/>
                </a:lnTo>
                <a:lnTo>
                  <a:pt x="110" y="196"/>
                </a:lnTo>
                <a:lnTo>
                  <a:pt x="110" y="196"/>
                </a:lnTo>
                <a:lnTo>
                  <a:pt x="110" y="200"/>
                </a:lnTo>
                <a:lnTo>
                  <a:pt x="114" y="204"/>
                </a:lnTo>
                <a:lnTo>
                  <a:pt x="116" y="206"/>
                </a:lnTo>
                <a:lnTo>
                  <a:pt x="120" y="208"/>
                </a:lnTo>
                <a:lnTo>
                  <a:pt x="138" y="208"/>
                </a:lnTo>
                <a:lnTo>
                  <a:pt x="138" y="208"/>
                </a:lnTo>
                <a:lnTo>
                  <a:pt x="144" y="206"/>
                </a:lnTo>
                <a:lnTo>
                  <a:pt x="148" y="204"/>
                </a:lnTo>
                <a:lnTo>
                  <a:pt x="150" y="200"/>
                </a:lnTo>
                <a:lnTo>
                  <a:pt x="150" y="196"/>
                </a:lnTo>
                <a:lnTo>
                  <a:pt x="150" y="196"/>
                </a:lnTo>
                <a:close/>
              </a:path>
            </a:pathLst>
          </a:custGeom>
          <a:solidFill xmlns:a="http://schemas.openxmlformats.org/drawingml/2006/main">
            <a:srgbClr val="353236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9948" name="Freeform 117">
            <a:extLst xmlns:a="http://schemas.openxmlformats.org/drawingml/2006/main">
              <a:ext uri="{FF2B5EF4-FFF2-40B4-BE49-F238E27FC236}">
                <a16:creationId xmlns:a16="http://schemas.microsoft.com/office/drawing/2014/main" id="{5A8CEA72-83AD-4FEA-9715-3829ADE8B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5990" y="192248"/>
            <a:ext cx="140994" cy="129590"/>
          </a:xfrm>
          <a:custGeom xmlns:a="http://schemas.openxmlformats.org/drawingml/2006/main">
            <a:rect l="0" t="0" r="r" b="b"/>
            <a:pathLst>
              <a:path w="478" h="448">
                <a:moveTo>
                  <a:pt x="172" y="64"/>
                </a:moveTo>
                <a:lnTo>
                  <a:pt x="2" y="64"/>
                </a:lnTo>
                <a:lnTo>
                  <a:pt x="2" y="0"/>
                </a:lnTo>
                <a:lnTo>
                  <a:pt x="474" y="0"/>
                </a:lnTo>
                <a:lnTo>
                  <a:pt x="444" y="64"/>
                </a:lnTo>
                <a:lnTo>
                  <a:pt x="306" y="64"/>
                </a:lnTo>
                <a:lnTo>
                  <a:pt x="306" y="64"/>
                </a:lnTo>
                <a:lnTo>
                  <a:pt x="298" y="66"/>
                </a:lnTo>
                <a:lnTo>
                  <a:pt x="292" y="70"/>
                </a:lnTo>
                <a:lnTo>
                  <a:pt x="288" y="76"/>
                </a:lnTo>
                <a:lnTo>
                  <a:pt x="286" y="84"/>
                </a:lnTo>
                <a:lnTo>
                  <a:pt x="286" y="368"/>
                </a:lnTo>
                <a:lnTo>
                  <a:pt x="286" y="368"/>
                </a:lnTo>
                <a:lnTo>
                  <a:pt x="288" y="374"/>
                </a:lnTo>
                <a:lnTo>
                  <a:pt x="290" y="378"/>
                </a:lnTo>
                <a:lnTo>
                  <a:pt x="296" y="382"/>
                </a:lnTo>
                <a:lnTo>
                  <a:pt x="302" y="382"/>
                </a:lnTo>
                <a:lnTo>
                  <a:pt x="478" y="382"/>
                </a:lnTo>
                <a:lnTo>
                  <a:pt x="446" y="448"/>
                </a:lnTo>
                <a:lnTo>
                  <a:pt x="0" y="448"/>
                </a:lnTo>
                <a:lnTo>
                  <a:pt x="0" y="382"/>
                </a:lnTo>
                <a:lnTo>
                  <a:pt x="172" y="382"/>
                </a:lnTo>
                <a:lnTo>
                  <a:pt x="172" y="382"/>
                </a:lnTo>
                <a:lnTo>
                  <a:pt x="180" y="382"/>
                </a:lnTo>
                <a:lnTo>
                  <a:pt x="186" y="378"/>
                </a:lnTo>
                <a:lnTo>
                  <a:pt x="190" y="372"/>
                </a:lnTo>
                <a:lnTo>
                  <a:pt x="192" y="364"/>
                </a:lnTo>
                <a:lnTo>
                  <a:pt x="192" y="84"/>
                </a:lnTo>
                <a:lnTo>
                  <a:pt x="192" y="84"/>
                </a:lnTo>
                <a:lnTo>
                  <a:pt x="190" y="76"/>
                </a:lnTo>
                <a:lnTo>
                  <a:pt x="186" y="70"/>
                </a:lnTo>
                <a:lnTo>
                  <a:pt x="180" y="66"/>
                </a:lnTo>
                <a:lnTo>
                  <a:pt x="172" y="64"/>
                </a:lnTo>
                <a:lnTo>
                  <a:pt x="172" y="64"/>
                </a:lnTo>
                <a:close/>
              </a:path>
            </a:pathLst>
          </a:custGeom>
          <a:solidFill xmlns:a="http://schemas.openxmlformats.org/drawingml/2006/main">
            <a:srgbClr val="353236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9949" name="Line 118">
            <a:extLst xmlns:a="http://schemas.openxmlformats.org/drawingml/2006/main">
              <a:ext uri="{FF2B5EF4-FFF2-40B4-BE49-F238E27FC236}">
                <a16:creationId xmlns:a16="http://schemas.microsoft.com/office/drawing/2014/main" id="{C43AE29C-802C-4CC0-8FFA-9A59B54EC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93111" y="24258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9950" name="Line 119">
            <a:extLst xmlns:a="http://schemas.openxmlformats.org/drawingml/2006/main">
              <a:ext uri="{FF2B5EF4-FFF2-40B4-BE49-F238E27FC236}">
                <a16:creationId xmlns:a16="http://schemas.microsoft.com/office/drawing/2014/main" id="{7CC21308-A07F-41D9-995A-556D13AC4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93111" y="24258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9951" name="Freeform 120">
            <a:extLst xmlns:a="http://schemas.openxmlformats.org/drawingml/2006/main">
              <a:ext uri="{FF2B5EF4-FFF2-40B4-BE49-F238E27FC236}">
                <a16:creationId xmlns:a16="http://schemas.microsoft.com/office/drawing/2014/main" id="{B62287BD-F32D-46B1-A4C2-75C8CD49C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7801" y="185306"/>
            <a:ext cx="71382" cy="144632"/>
          </a:xfrm>
          <a:custGeom xmlns:a="http://schemas.openxmlformats.org/drawingml/2006/main">
            <a:rect l="0" t="0" r="r" b="b"/>
            <a:pathLst>
              <a:path w="242" h="500">
                <a:moveTo>
                  <a:pt x="156" y="188"/>
                </a:moveTo>
                <a:lnTo>
                  <a:pt x="156" y="500"/>
                </a:lnTo>
                <a:lnTo>
                  <a:pt x="88" y="500"/>
                </a:lnTo>
                <a:lnTo>
                  <a:pt x="88" y="188"/>
                </a:lnTo>
                <a:lnTo>
                  <a:pt x="88" y="188"/>
                </a:lnTo>
                <a:lnTo>
                  <a:pt x="86" y="182"/>
                </a:lnTo>
                <a:lnTo>
                  <a:pt x="84" y="178"/>
                </a:lnTo>
                <a:lnTo>
                  <a:pt x="78" y="174"/>
                </a:lnTo>
                <a:lnTo>
                  <a:pt x="74" y="174"/>
                </a:lnTo>
                <a:lnTo>
                  <a:pt x="0" y="174"/>
                </a:lnTo>
                <a:lnTo>
                  <a:pt x="0" y="116"/>
                </a:lnTo>
                <a:lnTo>
                  <a:pt x="74" y="116"/>
                </a:lnTo>
                <a:lnTo>
                  <a:pt x="74" y="116"/>
                </a:lnTo>
                <a:lnTo>
                  <a:pt x="80" y="114"/>
                </a:lnTo>
                <a:lnTo>
                  <a:pt x="84" y="112"/>
                </a:lnTo>
                <a:lnTo>
                  <a:pt x="86" y="108"/>
                </a:lnTo>
                <a:lnTo>
                  <a:pt x="88" y="102"/>
                </a:lnTo>
                <a:lnTo>
                  <a:pt x="88" y="88"/>
                </a:lnTo>
                <a:lnTo>
                  <a:pt x="88" y="88"/>
                </a:lnTo>
                <a:lnTo>
                  <a:pt x="86" y="84"/>
                </a:lnTo>
                <a:lnTo>
                  <a:pt x="84" y="80"/>
                </a:lnTo>
                <a:lnTo>
                  <a:pt x="80" y="78"/>
                </a:lnTo>
                <a:lnTo>
                  <a:pt x="76" y="78"/>
                </a:lnTo>
                <a:lnTo>
                  <a:pt x="4" y="84"/>
                </a:lnTo>
                <a:lnTo>
                  <a:pt x="4" y="22"/>
                </a:lnTo>
                <a:lnTo>
                  <a:pt x="242" y="0"/>
                </a:lnTo>
                <a:lnTo>
                  <a:pt x="226" y="62"/>
                </a:lnTo>
                <a:lnTo>
                  <a:pt x="170" y="68"/>
                </a:lnTo>
                <a:lnTo>
                  <a:pt x="170" y="68"/>
                </a:lnTo>
                <a:lnTo>
                  <a:pt x="164" y="70"/>
                </a:lnTo>
                <a:lnTo>
                  <a:pt x="160" y="74"/>
                </a:lnTo>
                <a:lnTo>
                  <a:pt x="158" y="78"/>
                </a:lnTo>
                <a:lnTo>
                  <a:pt x="156" y="84"/>
                </a:lnTo>
                <a:lnTo>
                  <a:pt x="156" y="100"/>
                </a:lnTo>
                <a:lnTo>
                  <a:pt x="156" y="100"/>
                </a:lnTo>
                <a:lnTo>
                  <a:pt x="158" y="106"/>
                </a:lnTo>
                <a:lnTo>
                  <a:pt x="160" y="110"/>
                </a:lnTo>
                <a:lnTo>
                  <a:pt x="166" y="114"/>
                </a:lnTo>
                <a:lnTo>
                  <a:pt x="172" y="116"/>
                </a:lnTo>
                <a:lnTo>
                  <a:pt x="242" y="116"/>
                </a:lnTo>
                <a:lnTo>
                  <a:pt x="216" y="174"/>
                </a:lnTo>
                <a:lnTo>
                  <a:pt x="170" y="174"/>
                </a:lnTo>
                <a:lnTo>
                  <a:pt x="170" y="174"/>
                </a:lnTo>
                <a:lnTo>
                  <a:pt x="166" y="174"/>
                </a:lnTo>
                <a:lnTo>
                  <a:pt x="160" y="178"/>
                </a:lnTo>
                <a:lnTo>
                  <a:pt x="158" y="182"/>
                </a:lnTo>
                <a:lnTo>
                  <a:pt x="156" y="188"/>
                </a:lnTo>
                <a:lnTo>
                  <a:pt x="156" y="188"/>
                </a:lnTo>
                <a:close/>
              </a:path>
            </a:pathLst>
          </a:custGeom>
          <a:solidFill xmlns:a="http://schemas.openxmlformats.org/drawingml/2006/main">
            <a:srgbClr val="353236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9952" name="Freeform 121">
            <a:extLst xmlns:a="http://schemas.openxmlformats.org/drawingml/2006/main">
              <a:ext uri="{FF2B5EF4-FFF2-40B4-BE49-F238E27FC236}">
                <a16:creationId xmlns:a16="http://schemas.microsoft.com/office/drawing/2014/main" id="{DB2E4DB9-2222-484A-805F-77A199D9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0953" y="185306"/>
            <a:ext cx="69612" cy="144632"/>
          </a:xfrm>
          <a:custGeom xmlns:a="http://schemas.openxmlformats.org/drawingml/2006/main">
            <a:rect l="0" t="0" r="r" b="b"/>
            <a:pathLst>
              <a:path w="236" h="500">
                <a:moveTo>
                  <a:pt x="130" y="0"/>
                </a:moveTo>
                <a:lnTo>
                  <a:pt x="202" y="0"/>
                </a:lnTo>
                <a:lnTo>
                  <a:pt x="202" y="342"/>
                </a:lnTo>
                <a:lnTo>
                  <a:pt x="202" y="342"/>
                </a:lnTo>
                <a:lnTo>
                  <a:pt x="202" y="346"/>
                </a:lnTo>
                <a:lnTo>
                  <a:pt x="204" y="348"/>
                </a:lnTo>
                <a:lnTo>
                  <a:pt x="208" y="350"/>
                </a:lnTo>
                <a:lnTo>
                  <a:pt x="212" y="352"/>
                </a:lnTo>
                <a:lnTo>
                  <a:pt x="236" y="350"/>
                </a:lnTo>
                <a:lnTo>
                  <a:pt x="216" y="412"/>
                </a:lnTo>
                <a:lnTo>
                  <a:pt x="210" y="412"/>
                </a:lnTo>
                <a:lnTo>
                  <a:pt x="210" y="412"/>
                </a:lnTo>
                <a:lnTo>
                  <a:pt x="206" y="412"/>
                </a:lnTo>
                <a:lnTo>
                  <a:pt x="204" y="414"/>
                </a:lnTo>
                <a:lnTo>
                  <a:pt x="202" y="418"/>
                </a:lnTo>
                <a:lnTo>
                  <a:pt x="202" y="420"/>
                </a:lnTo>
                <a:lnTo>
                  <a:pt x="202" y="500"/>
                </a:lnTo>
                <a:lnTo>
                  <a:pt x="130" y="500"/>
                </a:lnTo>
                <a:lnTo>
                  <a:pt x="130" y="426"/>
                </a:lnTo>
                <a:lnTo>
                  <a:pt x="130" y="426"/>
                </a:lnTo>
                <a:lnTo>
                  <a:pt x="128" y="422"/>
                </a:lnTo>
                <a:lnTo>
                  <a:pt x="126" y="418"/>
                </a:lnTo>
                <a:lnTo>
                  <a:pt x="122" y="416"/>
                </a:lnTo>
                <a:lnTo>
                  <a:pt x="118" y="416"/>
                </a:lnTo>
                <a:lnTo>
                  <a:pt x="0" y="424"/>
                </a:lnTo>
                <a:lnTo>
                  <a:pt x="0" y="364"/>
                </a:lnTo>
                <a:lnTo>
                  <a:pt x="118" y="356"/>
                </a:lnTo>
                <a:lnTo>
                  <a:pt x="118" y="356"/>
                </a:lnTo>
                <a:lnTo>
                  <a:pt x="122" y="354"/>
                </a:lnTo>
                <a:lnTo>
                  <a:pt x="126" y="352"/>
                </a:lnTo>
                <a:lnTo>
                  <a:pt x="128" y="348"/>
                </a:lnTo>
                <a:lnTo>
                  <a:pt x="130" y="344"/>
                </a:lnTo>
                <a:lnTo>
                  <a:pt x="130" y="0"/>
                </a:lnTo>
                <a:close/>
              </a:path>
            </a:pathLst>
          </a:custGeom>
          <a:solidFill xmlns:a="http://schemas.openxmlformats.org/drawingml/2006/main">
            <a:srgbClr val="353236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9953" name="Freeform 122">
            <a:extLst xmlns:a="http://schemas.openxmlformats.org/drawingml/2006/main">
              <a:ext uri="{FF2B5EF4-FFF2-40B4-BE49-F238E27FC236}">
                <a16:creationId xmlns:a16="http://schemas.microsoft.com/office/drawing/2014/main" id="{B49B3C21-F988-41CF-A14A-757B5A207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6852" y="200348"/>
            <a:ext cx="25957" cy="30662"/>
          </a:xfrm>
          <a:custGeom xmlns:a="http://schemas.openxmlformats.org/drawingml/2006/main">
            <a:rect l="0" t="0" r="r" b="b"/>
            <a:pathLst>
              <a:path w="88" h="106">
                <a:moveTo>
                  <a:pt x="0" y="0"/>
                </a:moveTo>
                <a:lnTo>
                  <a:pt x="0" y="62"/>
                </a:lnTo>
                <a:lnTo>
                  <a:pt x="88" y="106"/>
                </a:lnTo>
                <a:lnTo>
                  <a:pt x="88" y="4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53236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9954" name="Freeform 123">
            <a:extLst xmlns:a="http://schemas.openxmlformats.org/drawingml/2006/main">
              <a:ext uri="{FF2B5EF4-FFF2-40B4-BE49-F238E27FC236}">
                <a16:creationId xmlns:a16="http://schemas.microsoft.com/office/drawing/2014/main" id="{CA07D942-3454-4F11-B406-3797BEB83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6852" y="237374"/>
            <a:ext cx="25957" cy="30662"/>
          </a:xfrm>
          <a:custGeom xmlns:a="http://schemas.openxmlformats.org/drawingml/2006/main">
            <a:rect l="0" t="0" r="r" b="b"/>
            <a:pathLst>
              <a:path w="88" h="106">
                <a:moveTo>
                  <a:pt x="0" y="0"/>
                </a:moveTo>
                <a:lnTo>
                  <a:pt x="0" y="62"/>
                </a:lnTo>
                <a:lnTo>
                  <a:pt x="88" y="106"/>
                </a:lnTo>
                <a:lnTo>
                  <a:pt x="88" y="4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53236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9955" name="Rectangle 124">
            <a:extLst xmlns:a="http://schemas.openxmlformats.org/drawingml/2006/main">
              <a:ext uri="{FF2B5EF4-FFF2-40B4-BE49-F238E27FC236}">
                <a16:creationId xmlns:a16="http://schemas.microsoft.com/office/drawing/2014/main" id="{F407CC46-A110-4672-A422-EC3E41CA6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90751" y="242580"/>
            <a:ext cx="18877" cy="792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3236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9956" name="Rectangle 125">
            <a:extLst xmlns:a="http://schemas.openxmlformats.org/drawingml/2006/main">
              <a:ext uri="{FF2B5EF4-FFF2-40B4-BE49-F238E27FC236}">
                <a16:creationId xmlns:a16="http://schemas.microsoft.com/office/drawing/2014/main" id="{CF703436-E85A-4E1D-9665-98D01096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37946" y="242580"/>
            <a:ext cx="18287" cy="792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3236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9957" name="Freeform 126">
            <a:extLst xmlns:a="http://schemas.openxmlformats.org/drawingml/2006/main">
              <a:ext uri="{FF2B5EF4-FFF2-40B4-BE49-F238E27FC236}">
                <a16:creationId xmlns:a16="http://schemas.microsoft.com/office/drawing/2014/main" id="{2C06128A-540F-4486-8C4E-616D00E3C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75124" y="185306"/>
            <a:ext cx="67252" cy="144632"/>
          </a:xfrm>
          <a:custGeom xmlns:a="http://schemas.openxmlformats.org/drawingml/2006/main">
            <a:rect l="0" t="0" r="r" b="b"/>
            <a:pathLst>
              <a:path w="228" h="500">
                <a:moveTo>
                  <a:pt x="104" y="98"/>
                </a:moveTo>
                <a:lnTo>
                  <a:pt x="228" y="76"/>
                </a:lnTo>
                <a:lnTo>
                  <a:pt x="212" y="154"/>
                </a:lnTo>
                <a:lnTo>
                  <a:pt x="102" y="170"/>
                </a:lnTo>
                <a:lnTo>
                  <a:pt x="102" y="170"/>
                </a:lnTo>
                <a:lnTo>
                  <a:pt x="96" y="172"/>
                </a:lnTo>
                <a:lnTo>
                  <a:pt x="92" y="176"/>
                </a:lnTo>
                <a:lnTo>
                  <a:pt x="88" y="182"/>
                </a:lnTo>
                <a:lnTo>
                  <a:pt x="88" y="188"/>
                </a:lnTo>
                <a:lnTo>
                  <a:pt x="88" y="422"/>
                </a:lnTo>
                <a:lnTo>
                  <a:pt x="88" y="422"/>
                </a:lnTo>
                <a:lnTo>
                  <a:pt x="88" y="426"/>
                </a:lnTo>
                <a:lnTo>
                  <a:pt x="92" y="432"/>
                </a:lnTo>
                <a:lnTo>
                  <a:pt x="96" y="436"/>
                </a:lnTo>
                <a:lnTo>
                  <a:pt x="102" y="436"/>
                </a:lnTo>
                <a:lnTo>
                  <a:pt x="222" y="436"/>
                </a:lnTo>
                <a:lnTo>
                  <a:pt x="192" y="500"/>
                </a:lnTo>
                <a:lnTo>
                  <a:pt x="38" y="500"/>
                </a:lnTo>
                <a:lnTo>
                  <a:pt x="38" y="500"/>
                </a:lnTo>
                <a:lnTo>
                  <a:pt x="30" y="500"/>
                </a:lnTo>
                <a:lnTo>
                  <a:pt x="24" y="498"/>
                </a:lnTo>
                <a:lnTo>
                  <a:pt x="18" y="494"/>
                </a:lnTo>
                <a:lnTo>
                  <a:pt x="12" y="490"/>
                </a:lnTo>
                <a:lnTo>
                  <a:pt x="6" y="484"/>
                </a:lnTo>
                <a:lnTo>
                  <a:pt x="4" y="478"/>
                </a:lnTo>
                <a:lnTo>
                  <a:pt x="0" y="470"/>
                </a:lnTo>
                <a:lnTo>
                  <a:pt x="0" y="462"/>
                </a:lnTo>
                <a:lnTo>
                  <a:pt x="0" y="0"/>
                </a:lnTo>
                <a:lnTo>
                  <a:pt x="88" y="0"/>
                </a:lnTo>
                <a:lnTo>
                  <a:pt x="88" y="84"/>
                </a:lnTo>
                <a:lnTo>
                  <a:pt x="88" y="84"/>
                </a:lnTo>
                <a:lnTo>
                  <a:pt x="88" y="90"/>
                </a:lnTo>
                <a:lnTo>
                  <a:pt x="92" y="94"/>
                </a:lnTo>
                <a:lnTo>
                  <a:pt x="98" y="96"/>
                </a:lnTo>
                <a:lnTo>
                  <a:pt x="104" y="98"/>
                </a:lnTo>
                <a:lnTo>
                  <a:pt x="104" y="98"/>
                </a:lnTo>
                <a:close/>
              </a:path>
            </a:pathLst>
          </a:custGeom>
          <a:solidFill xmlns:a="http://schemas.openxmlformats.org/drawingml/2006/main">
            <a:srgbClr val="353236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9958" name="Freeform 127">
            <a:extLst xmlns:a="http://schemas.openxmlformats.org/drawingml/2006/main">
              <a:ext uri="{FF2B5EF4-FFF2-40B4-BE49-F238E27FC236}">
                <a16:creationId xmlns:a16="http://schemas.microsoft.com/office/drawing/2014/main" id="{5BC46A25-0216-423F-AE2B-8C17C868E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9022" y="185306"/>
            <a:ext cx="61943" cy="144632"/>
          </a:xfrm>
          <a:custGeom xmlns:a="http://schemas.openxmlformats.org/drawingml/2006/main">
            <a:rect l="0" t="0" r="r" b="b"/>
            <a:pathLst>
              <a:path w="210" h="500">
                <a:moveTo>
                  <a:pt x="122" y="0"/>
                </a:moveTo>
                <a:lnTo>
                  <a:pt x="122" y="80"/>
                </a:lnTo>
                <a:lnTo>
                  <a:pt x="122" y="80"/>
                </a:lnTo>
                <a:lnTo>
                  <a:pt x="122" y="86"/>
                </a:lnTo>
                <a:lnTo>
                  <a:pt x="118" y="92"/>
                </a:lnTo>
                <a:lnTo>
                  <a:pt x="114" y="94"/>
                </a:lnTo>
                <a:lnTo>
                  <a:pt x="108" y="96"/>
                </a:lnTo>
                <a:lnTo>
                  <a:pt x="0" y="96"/>
                </a:lnTo>
                <a:lnTo>
                  <a:pt x="0" y="160"/>
                </a:lnTo>
                <a:lnTo>
                  <a:pt x="108" y="160"/>
                </a:lnTo>
                <a:lnTo>
                  <a:pt x="108" y="160"/>
                </a:lnTo>
                <a:lnTo>
                  <a:pt x="114" y="162"/>
                </a:lnTo>
                <a:lnTo>
                  <a:pt x="120" y="164"/>
                </a:lnTo>
                <a:lnTo>
                  <a:pt x="122" y="170"/>
                </a:lnTo>
                <a:lnTo>
                  <a:pt x="124" y="176"/>
                </a:lnTo>
                <a:lnTo>
                  <a:pt x="124" y="418"/>
                </a:lnTo>
                <a:lnTo>
                  <a:pt x="124" y="418"/>
                </a:lnTo>
                <a:lnTo>
                  <a:pt x="122" y="424"/>
                </a:lnTo>
                <a:lnTo>
                  <a:pt x="118" y="430"/>
                </a:lnTo>
                <a:lnTo>
                  <a:pt x="112" y="434"/>
                </a:lnTo>
                <a:lnTo>
                  <a:pt x="104" y="436"/>
                </a:lnTo>
                <a:lnTo>
                  <a:pt x="2" y="436"/>
                </a:lnTo>
                <a:lnTo>
                  <a:pt x="2" y="500"/>
                </a:lnTo>
                <a:lnTo>
                  <a:pt x="170" y="500"/>
                </a:lnTo>
                <a:lnTo>
                  <a:pt x="170" y="500"/>
                </a:lnTo>
                <a:lnTo>
                  <a:pt x="178" y="500"/>
                </a:lnTo>
                <a:lnTo>
                  <a:pt x="186" y="498"/>
                </a:lnTo>
                <a:lnTo>
                  <a:pt x="192" y="492"/>
                </a:lnTo>
                <a:lnTo>
                  <a:pt x="198" y="488"/>
                </a:lnTo>
                <a:lnTo>
                  <a:pt x="204" y="480"/>
                </a:lnTo>
                <a:lnTo>
                  <a:pt x="208" y="470"/>
                </a:lnTo>
                <a:lnTo>
                  <a:pt x="210" y="460"/>
                </a:lnTo>
                <a:lnTo>
                  <a:pt x="210" y="448"/>
                </a:lnTo>
                <a:lnTo>
                  <a:pt x="210" y="0"/>
                </a:lnTo>
                <a:lnTo>
                  <a:pt x="122" y="0"/>
                </a:lnTo>
                <a:close/>
              </a:path>
            </a:pathLst>
          </a:custGeom>
          <a:solidFill xmlns:a="http://schemas.openxmlformats.org/drawingml/2006/main">
            <a:srgbClr val="353236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9959" name="Rectangle 128">
            <a:extLst xmlns:a="http://schemas.openxmlformats.org/drawingml/2006/main">
              <a:ext uri="{FF2B5EF4-FFF2-40B4-BE49-F238E27FC236}">
                <a16:creationId xmlns:a16="http://schemas.microsoft.com/office/drawing/2014/main" id="{54EE1D39-D3A3-4728-B1B9-A2BE1AB56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83684" y="364072"/>
            <a:ext cx="4129" cy="37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9960" name="Freeform 129">
            <a:extLst xmlns:a="http://schemas.openxmlformats.org/drawingml/2006/main">
              <a:ext uri="{FF2B5EF4-FFF2-40B4-BE49-F238E27FC236}">
                <a16:creationId xmlns:a16="http://schemas.microsoft.com/office/drawing/2014/main" id="{01CAC8C4-3651-4CEE-AEBA-1C8FB659B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3123" y="373907"/>
            <a:ext cx="18287" cy="27190"/>
          </a:xfrm>
          <a:custGeom xmlns:a="http://schemas.openxmlformats.org/drawingml/2006/main">
            <a:rect l="0" t="0" r="r" b="b"/>
            <a:pathLst>
              <a:path w="62" h="94">
                <a:moveTo>
                  <a:pt x="0" y="94"/>
                </a:moveTo>
                <a:lnTo>
                  <a:pt x="0" y="2"/>
                </a:lnTo>
                <a:lnTo>
                  <a:pt x="12" y="2"/>
                </a:lnTo>
                <a:lnTo>
                  <a:pt x="12" y="14"/>
                </a:lnTo>
                <a:lnTo>
                  <a:pt x="12" y="14"/>
                </a:lnTo>
                <a:lnTo>
                  <a:pt x="16" y="8"/>
                </a:lnTo>
                <a:lnTo>
                  <a:pt x="22" y="4"/>
                </a:lnTo>
                <a:lnTo>
                  <a:pt x="22" y="4"/>
                </a:lnTo>
                <a:lnTo>
                  <a:pt x="28" y="0"/>
                </a:lnTo>
                <a:lnTo>
                  <a:pt x="36" y="0"/>
                </a:lnTo>
                <a:lnTo>
                  <a:pt x="36" y="0"/>
                </a:lnTo>
                <a:lnTo>
                  <a:pt x="42" y="0"/>
                </a:lnTo>
                <a:lnTo>
                  <a:pt x="46" y="2"/>
                </a:lnTo>
                <a:lnTo>
                  <a:pt x="46" y="2"/>
                </a:lnTo>
                <a:lnTo>
                  <a:pt x="56" y="8"/>
                </a:lnTo>
                <a:lnTo>
                  <a:pt x="56" y="8"/>
                </a:lnTo>
                <a:lnTo>
                  <a:pt x="58" y="12"/>
                </a:lnTo>
                <a:lnTo>
                  <a:pt x="60" y="18"/>
                </a:lnTo>
                <a:lnTo>
                  <a:pt x="60" y="18"/>
                </a:lnTo>
                <a:lnTo>
                  <a:pt x="62" y="36"/>
                </a:lnTo>
                <a:lnTo>
                  <a:pt x="62" y="94"/>
                </a:lnTo>
                <a:lnTo>
                  <a:pt x="48" y="94"/>
                </a:lnTo>
                <a:lnTo>
                  <a:pt x="48" y="38"/>
                </a:lnTo>
                <a:lnTo>
                  <a:pt x="48" y="38"/>
                </a:lnTo>
                <a:lnTo>
                  <a:pt x="48" y="22"/>
                </a:lnTo>
                <a:lnTo>
                  <a:pt x="48" y="22"/>
                </a:lnTo>
                <a:lnTo>
                  <a:pt x="44" y="18"/>
                </a:lnTo>
                <a:lnTo>
                  <a:pt x="42" y="16"/>
                </a:lnTo>
                <a:lnTo>
                  <a:pt x="42" y="16"/>
                </a:lnTo>
                <a:lnTo>
                  <a:pt x="38" y="14"/>
                </a:lnTo>
                <a:lnTo>
                  <a:pt x="34" y="12"/>
                </a:lnTo>
                <a:lnTo>
                  <a:pt x="34" y="12"/>
                </a:lnTo>
                <a:lnTo>
                  <a:pt x="24" y="14"/>
                </a:lnTo>
                <a:lnTo>
                  <a:pt x="18" y="20"/>
                </a:lnTo>
                <a:lnTo>
                  <a:pt x="18" y="20"/>
                </a:lnTo>
                <a:lnTo>
                  <a:pt x="14" y="28"/>
                </a:lnTo>
                <a:lnTo>
                  <a:pt x="14" y="44"/>
                </a:lnTo>
                <a:lnTo>
                  <a:pt x="14" y="94"/>
                </a:lnTo>
                <a:lnTo>
                  <a:pt x="0" y="94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9961" name="Freeform 130">
            <a:extLst xmlns:a="http://schemas.openxmlformats.org/drawingml/2006/main">
              <a:ext uri="{FF2B5EF4-FFF2-40B4-BE49-F238E27FC236}">
                <a16:creationId xmlns:a16="http://schemas.microsoft.com/office/drawing/2014/main" id="{F480F138-A1D4-4847-8842-DC8D7B6E3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14361" y="373907"/>
            <a:ext cx="18287" cy="27769"/>
          </a:xfrm>
          <a:custGeom xmlns:a="http://schemas.openxmlformats.org/drawingml/2006/main">
            <a:rect l="0" t="0" r="r" b="b"/>
            <a:pathLst>
              <a:path w="62" h="96">
                <a:moveTo>
                  <a:pt x="0" y="66"/>
                </a:moveTo>
                <a:lnTo>
                  <a:pt x="12" y="64"/>
                </a:lnTo>
                <a:lnTo>
                  <a:pt x="12" y="64"/>
                </a:lnTo>
                <a:lnTo>
                  <a:pt x="14" y="72"/>
                </a:lnTo>
                <a:lnTo>
                  <a:pt x="18" y="78"/>
                </a:lnTo>
                <a:lnTo>
                  <a:pt x="18" y="78"/>
                </a:lnTo>
                <a:lnTo>
                  <a:pt x="24" y="82"/>
                </a:lnTo>
                <a:lnTo>
                  <a:pt x="32" y="82"/>
                </a:lnTo>
                <a:lnTo>
                  <a:pt x="32" y="82"/>
                </a:lnTo>
                <a:lnTo>
                  <a:pt x="40" y="82"/>
                </a:lnTo>
                <a:lnTo>
                  <a:pt x="44" y="78"/>
                </a:lnTo>
                <a:lnTo>
                  <a:pt x="44" y="78"/>
                </a:lnTo>
                <a:lnTo>
                  <a:pt x="48" y="74"/>
                </a:lnTo>
                <a:lnTo>
                  <a:pt x="50" y="68"/>
                </a:lnTo>
                <a:lnTo>
                  <a:pt x="50" y="68"/>
                </a:lnTo>
                <a:lnTo>
                  <a:pt x="48" y="64"/>
                </a:lnTo>
                <a:lnTo>
                  <a:pt x="46" y="60"/>
                </a:lnTo>
                <a:lnTo>
                  <a:pt x="46" y="60"/>
                </a:lnTo>
                <a:lnTo>
                  <a:pt x="32" y="54"/>
                </a:lnTo>
                <a:lnTo>
                  <a:pt x="32" y="54"/>
                </a:lnTo>
                <a:lnTo>
                  <a:pt x="12" y="46"/>
                </a:lnTo>
                <a:lnTo>
                  <a:pt x="12" y="46"/>
                </a:lnTo>
                <a:lnTo>
                  <a:pt x="8" y="42"/>
                </a:lnTo>
                <a:lnTo>
                  <a:pt x="4" y="38"/>
                </a:lnTo>
                <a:lnTo>
                  <a:pt x="4" y="38"/>
                </a:lnTo>
                <a:lnTo>
                  <a:pt x="2" y="32"/>
                </a:lnTo>
                <a:lnTo>
                  <a:pt x="2" y="26"/>
                </a:lnTo>
                <a:lnTo>
                  <a:pt x="2" y="26"/>
                </a:lnTo>
                <a:lnTo>
                  <a:pt x="4" y="16"/>
                </a:lnTo>
                <a:lnTo>
                  <a:pt x="10" y="6"/>
                </a:lnTo>
                <a:lnTo>
                  <a:pt x="10" y="6"/>
                </a:lnTo>
                <a:lnTo>
                  <a:pt x="18" y="2"/>
                </a:lnTo>
                <a:lnTo>
                  <a:pt x="30" y="0"/>
                </a:lnTo>
                <a:lnTo>
                  <a:pt x="30" y="0"/>
                </a:lnTo>
                <a:lnTo>
                  <a:pt x="38" y="0"/>
                </a:lnTo>
                <a:lnTo>
                  <a:pt x="46" y="2"/>
                </a:lnTo>
                <a:lnTo>
                  <a:pt x="46" y="2"/>
                </a:lnTo>
                <a:lnTo>
                  <a:pt x="50" y="6"/>
                </a:lnTo>
                <a:lnTo>
                  <a:pt x="54" y="10"/>
                </a:lnTo>
                <a:lnTo>
                  <a:pt x="54" y="10"/>
                </a:lnTo>
                <a:lnTo>
                  <a:pt x="58" y="16"/>
                </a:lnTo>
                <a:lnTo>
                  <a:pt x="60" y="26"/>
                </a:lnTo>
                <a:lnTo>
                  <a:pt x="46" y="28"/>
                </a:lnTo>
                <a:lnTo>
                  <a:pt x="46" y="28"/>
                </a:lnTo>
                <a:lnTo>
                  <a:pt x="46" y="20"/>
                </a:lnTo>
                <a:lnTo>
                  <a:pt x="42" y="16"/>
                </a:lnTo>
                <a:lnTo>
                  <a:pt x="38" y="14"/>
                </a:lnTo>
                <a:lnTo>
                  <a:pt x="30" y="12"/>
                </a:lnTo>
                <a:lnTo>
                  <a:pt x="30" y="12"/>
                </a:lnTo>
                <a:lnTo>
                  <a:pt x="24" y="12"/>
                </a:lnTo>
                <a:lnTo>
                  <a:pt x="18" y="16"/>
                </a:lnTo>
                <a:lnTo>
                  <a:pt x="18" y="16"/>
                </a:lnTo>
                <a:lnTo>
                  <a:pt x="16" y="20"/>
                </a:lnTo>
                <a:lnTo>
                  <a:pt x="14" y="24"/>
                </a:lnTo>
                <a:lnTo>
                  <a:pt x="14" y="24"/>
                </a:lnTo>
                <a:lnTo>
                  <a:pt x="16" y="28"/>
                </a:lnTo>
                <a:lnTo>
                  <a:pt x="18" y="32"/>
                </a:lnTo>
                <a:lnTo>
                  <a:pt x="18" y="32"/>
                </a:lnTo>
                <a:lnTo>
                  <a:pt x="32" y="38"/>
                </a:lnTo>
                <a:lnTo>
                  <a:pt x="32" y="38"/>
                </a:lnTo>
                <a:lnTo>
                  <a:pt x="52" y="46"/>
                </a:lnTo>
                <a:lnTo>
                  <a:pt x="52" y="46"/>
                </a:lnTo>
                <a:lnTo>
                  <a:pt x="56" y="50"/>
                </a:lnTo>
                <a:lnTo>
                  <a:pt x="60" y="54"/>
                </a:lnTo>
                <a:lnTo>
                  <a:pt x="60" y="54"/>
                </a:lnTo>
                <a:lnTo>
                  <a:pt x="62" y="60"/>
                </a:lnTo>
                <a:lnTo>
                  <a:pt x="62" y="66"/>
                </a:lnTo>
                <a:lnTo>
                  <a:pt x="62" y="66"/>
                </a:lnTo>
                <a:lnTo>
                  <a:pt x="60" y="78"/>
                </a:lnTo>
                <a:lnTo>
                  <a:pt x="58" y="84"/>
                </a:lnTo>
                <a:lnTo>
                  <a:pt x="54" y="88"/>
                </a:lnTo>
                <a:lnTo>
                  <a:pt x="54" y="88"/>
                </a:lnTo>
                <a:lnTo>
                  <a:pt x="50" y="90"/>
                </a:lnTo>
                <a:lnTo>
                  <a:pt x="44" y="94"/>
                </a:lnTo>
                <a:lnTo>
                  <a:pt x="32" y="96"/>
                </a:lnTo>
                <a:lnTo>
                  <a:pt x="32" y="96"/>
                </a:lnTo>
                <a:lnTo>
                  <a:pt x="20" y="94"/>
                </a:lnTo>
                <a:lnTo>
                  <a:pt x="10" y="88"/>
                </a:lnTo>
                <a:lnTo>
                  <a:pt x="4" y="78"/>
                </a:lnTo>
                <a:lnTo>
                  <a:pt x="0" y="66"/>
                </a:lnTo>
                <a:lnTo>
                  <a:pt x="0" y="66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9962" name="Freeform 131">
            <a:extLst xmlns:a="http://schemas.openxmlformats.org/drawingml/2006/main">
              <a:ext uri="{FF2B5EF4-FFF2-40B4-BE49-F238E27FC236}">
                <a16:creationId xmlns:a16="http://schemas.microsoft.com/office/drawing/2014/main" id="{CF72526C-C617-4A78-A1B0-28A1ED3C2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33829" y="365229"/>
            <a:ext cx="11208" cy="35868"/>
          </a:xfrm>
          <a:custGeom xmlns:a="http://schemas.openxmlformats.org/drawingml/2006/main">
            <a:rect l="0" t="0" r="r" b="b"/>
            <a:pathLst>
              <a:path w="38" h="124">
                <a:moveTo>
                  <a:pt x="36" y="110"/>
                </a:moveTo>
                <a:lnTo>
                  <a:pt x="38" y="124"/>
                </a:lnTo>
                <a:lnTo>
                  <a:pt x="38" y="124"/>
                </a:lnTo>
                <a:lnTo>
                  <a:pt x="28" y="124"/>
                </a:lnTo>
                <a:lnTo>
                  <a:pt x="28" y="124"/>
                </a:lnTo>
                <a:lnTo>
                  <a:pt x="22" y="124"/>
                </a:lnTo>
                <a:lnTo>
                  <a:pt x="16" y="122"/>
                </a:lnTo>
                <a:lnTo>
                  <a:pt x="16" y="122"/>
                </a:lnTo>
                <a:lnTo>
                  <a:pt x="14" y="118"/>
                </a:lnTo>
                <a:lnTo>
                  <a:pt x="12" y="114"/>
                </a:lnTo>
                <a:lnTo>
                  <a:pt x="12" y="114"/>
                </a:lnTo>
                <a:lnTo>
                  <a:pt x="10" y="96"/>
                </a:lnTo>
                <a:lnTo>
                  <a:pt x="10" y="44"/>
                </a:lnTo>
                <a:lnTo>
                  <a:pt x="0" y="44"/>
                </a:lnTo>
                <a:lnTo>
                  <a:pt x="0" y="32"/>
                </a:lnTo>
                <a:lnTo>
                  <a:pt x="10" y="32"/>
                </a:lnTo>
                <a:lnTo>
                  <a:pt x="10" y="8"/>
                </a:lnTo>
                <a:lnTo>
                  <a:pt x="22" y="0"/>
                </a:lnTo>
                <a:lnTo>
                  <a:pt x="22" y="32"/>
                </a:lnTo>
                <a:lnTo>
                  <a:pt x="36" y="32"/>
                </a:lnTo>
                <a:lnTo>
                  <a:pt x="36" y="44"/>
                </a:lnTo>
                <a:lnTo>
                  <a:pt x="22" y="44"/>
                </a:lnTo>
                <a:lnTo>
                  <a:pt x="22" y="98"/>
                </a:lnTo>
                <a:lnTo>
                  <a:pt x="22" y="98"/>
                </a:lnTo>
                <a:lnTo>
                  <a:pt x="24" y="106"/>
                </a:lnTo>
                <a:lnTo>
                  <a:pt x="24" y="106"/>
                </a:lnTo>
                <a:lnTo>
                  <a:pt x="26" y="110"/>
                </a:lnTo>
                <a:lnTo>
                  <a:pt x="30" y="110"/>
                </a:lnTo>
                <a:lnTo>
                  <a:pt x="30" y="110"/>
                </a:lnTo>
                <a:lnTo>
                  <a:pt x="36" y="110"/>
                </a:lnTo>
                <a:lnTo>
                  <a:pt x="36" y="110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9963" name="Freeform 132">
            <a:extLst xmlns:a="http://schemas.openxmlformats.org/drawingml/2006/main">
              <a:ext uri="{FF2B5EF4-FFF2-40B4-BE49-F238E27FC236}">
                <a16:creationId xmlns:a16="http://schemas.microsoft.com/office/drawing/2014/main" id="{FDD2FFF4-8BCF-480A-9C3B-C9B9DCAE1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46807" y="364072"/>
            <a:ext cx="3539" cy="37025"/>
          </a:xfrm>
          <a:custGeom xmlns:a="http://schemas.openxmlformats.org/drawingml/2006/main">
            <a:rect l="0" t="0" r="r" b="b"/>
            <a:pathLst>
              <a:path w="12" h="128">
                <a:moveTo>
                  <a:pt x="0" y="18"/>
                </a:moveTo>
                <a:lnTo>
                  <a:pt x="0" y="0"/>
                </a:lnTo>
                <a:lnTo>
                  <a:pt x="12" y="0"/>
                </a:lnTo>
                <a:lnTo>
                  <a:pt x="12" y="18"/>
                </a:lnTo>
                <a:lnTo>
                  <a:pt x="0" y="18"/>
                </a:lnTo>
                <a:close/>
                <a:moveTo>
                  <a:pt x="0" y="128"/>
                </a:moveTo>
                <a:lnTo>
                  <a:pt x="0" y="36"/>
                </a:lnTo>
                <a:lnTo>
                  <a:pt x="12" y="36"/>
                </a:lnTo>
                <a:lnTo>
                  <a:pt x="12" y="128"/>
                </a:lnTo>
                <a:lnTo>
                  <a:pt x="0" y="128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9964" name="Freeform 133">
            <a:extLst xmlns:a="http://schemas.openxmlformats.org/drawingml/2006/main">
              <a:ext uri="{FF2B5EF4-FFF2-40B4-BE49-F238E27FC236}">
                <a16:creationId xmlns:a16="http://schemas.microsoft.com/office/drawing/2014/main" id="{465725FD-DE63-4300-BAC4-CD34CC81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52706" y="365229"/>
            <a:ext cx="10618" cy="35868"/>
          </a:xfrm>
          <a:custGeom xmlns:a="http://schemas.openxmlformats.org/drawingml/2006/main">
            <a:rect l="0" t="0" r="r" b="b"/>
            <a:pathLst>
              <a:path w="36" h="124">
                <a:moveTo>
                  <a:pt x="36" y="110"/>
                </a:moveTo>
                <a:lnTo>
                  <a:pt x="36" y="124"/>
                </a:lnTo>
                <a:lnTo>
                  <a:pt x="36" y="124"/>
                </a:lnTo>
                <a:lnTo>
                  <a:pt x="28" y="124"/>
                </a:lnTo>
                <a:lnTo>
                  <a:pt x="28" y="124"/>
                </a:lnTo>
                <a:lnTo>
                  <a:pt x="22" y="124"/>
                </a:lnTo>
                <a:lnTo>
                  <a:pt x="16" y="122"/>
                </a:lnTo>
                <a:lnTo>
                  <a:pt x="16" y="122"/>
                </a:lnTo>
                <a:lnTo>
                  <a:pt x="14" y="118"/>
                </a:lnTo>
                <a:lnTo>
                  <a:pt x="12" y="114"/>
                </a:lnTo>
                <a:lnTo>
                  <a:pt x="12" y="114"/>
                </a:lnTo>
                <a:lnTo>
                  <a:pt x="10" y="96"/>
                </a:lnTo>
                <a:lnTo>
                  <a:pt x="10" y="44"/>
                </a:lnTo>
                <a:lnTo>
                  <a:pt x="0" y="44"/>
                </a:lnTo>
                <a:lnTo>
                  <a:pt x="0" y="32"/>
                </a:lnTo>
                <a:lnTo>
                  <a:pt x="10" y="32"/>
                </a:lnTo>
                <a:lnTo>
                  <a:pt x="10" y="8"/>
                </a:lnTo>
                <a:lnTo>
                  <a:pt x="22" y="0"/>
                </a:lnTo>
                <a:lnTo>
                  <a:pt x="22" y="32"/>
                </a:lnTo>
                <a:lnTo>
                  <a:pt x="36" y="32"/>
                </a:lnTo>
                <a:lnTo>
                  <a:pt x="36" y="44"/>
                </a:lnTo>
                <a:lnTo>
                  <a:pt x="22" y="44"/>
                </a:lnTo>
                <a:lnTo>
                  <a:pt x="22" y="98"/>
                </a:lnTo>
                <a:lnTo>
                  <a:pt x="22" y="98"/>
                </a:lnTo>
                <a:lnTo>
                  <a:pt x="24" y="106"/>
                </a:lnTo>
                <a:lnTo>
                  <a:pt x="24" y="106"/>
                </a:lnTo>
                <a:lnTo>
                  <a:pt x="26" y="110"/>
                </a:lnTo>
                <a:lnTo>
                  <a:pt x="30" y="110"/>
                </a:lnTo>
                <a:lnTo>
                  <a:pt x="30" y="110"/>
                </a:lnTo>
                <a:lnTo>
                  <a:pt x="36" y="110"/>
                </a:lnTo>
                <a:lnTo>
                  <a:pt x="36" y="110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9965" name="Freeform 134">
            <a:extLst xmlns:a="http://schemas.openxmlformats.org/drawingml/2006/main">
              <a:ext uri="{FF2B5EF4-FFF2-40B4-BE49-F238E27FC236}">
                <a16:creationId xmlns:a16="http://schemas.microsoft.com/office/drawing/2014/main" id="{DA2D021B-DFC8-47D8-8FF4-FD7D963F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5095" y="374485"/>
            <a:ext cx="18287" cy="27190"/>
          </a:xfrm>
          <a:custGeom xmlns:a="http://schemas.openxmlformats.org/drawingml/2006/main">
            <a:rect l="0" t="0" r="r" b="b"/>
            <a:pathLst>
              <a:path w="62" h="94">
                <a:moveTo>
                  <a:pt x="50" y="92"/>
                </a:moveTo>
                <a:lnTo>
                  <a:pt x="50" y="78"/>
                </a:lnTo>
                <a:lnTo>
                  <a:pt x="50" y="78"/>
                </a:lnTo>
                <a:lnTo>
                  <a:pt x="46" y="84"/>
                </a:lnTo>
                <a:lnTo>
                  <a:pt x="40" y="90"/>
                </a:lnTo>
                <a:lnTo>
                  <a:pt x="40" y="90"/>
                </a:lnTo>
                <a:lnTo>
                  <a:pt x="34" y="92"/>
                </a:lnTo>
                <a:lnTo>
                  <a:pt x="26" y="94"/>
                </a:lnTo>
                <a:lnTo>
                  <a:pt x="26" y="94"/>
                </a:lnTo>
                <a:lnTo>
                  <a:pt x="18" y="92"/>
                </a:lnTo>
                <a:lnTo>
                  <a:pt x="12" y="88"/>
                </a:lnTo>
                <a:lnTo>
                  <a:pt x="12" y="88"/>
                </a:lnTo>
                <a:lnTo>
                  <a:pt x="6" y="84"/>
                </a:lnTo>
                <a:lnTo>
                  <a:pt x="2" y="76"/>
                </a:lnTo>
                <a:lnTo>
                  <a:pt x="2" y="76"/>
                </a:lnTo>
                <a:lnTo>
                  <a:pt x="2" y="68"/>
                </a:lnTo>
                <a:lnTo>
                  <a:pt x="0" y="56"/>
                </a:lnTo>
                <a:lnTo>
                  <a:pt x="0" y="0"/>
                </a:lnTo>
                <a:lnTo>
                  <a:pt x="14" y="0"/>
                </a:lnTo>
                <a:lnTo>
                  <a:pt x="14" y="50"/>
                </a:lnTo>
                <a:lnTo>
                  <a:pt x="14" y="50"/>
                </a:lnTo>
                <a:lnTo>
                  <a:pt x="14" y="70"/>
                </a:lnTo>
                <a:lnTo>
                  <a:pt x="14" y="70"/>
                </a:lnTo>
                <a:lnTo>
                  <a:pt x="16" y="74"/>
                </a:lnTo>
                <a:lnTo>
                  <a:pt x="20" y="78"/>
                </a:lnTo>
                <a:lnTo>
                  <a:pt x="20" y="78"/>
                </a:lnTo>
                <a:lnTo>
                  <a:pt x="24" y="80"/>
                </a:lnTo>
                <a:lnTo>
                  <a:pt x="28" y="80"/>
                </a:lnTo>
                <a:lnTo>
                  <a:pt x="28" y="80"/>
                </a:lnTo>
                <a:lnTo>
                  <a:pt x="38" y="78"/>
                </a:lnTo>
                <a:lnTo>
                  <a:pt x="44" y="72"/>
                </a:lnTo>
                <a:lnTo>
                  <a:pt x="44" y="72"/>
                </a:lnTo>
                <a:lnTo>
                  <a:pt x="48" y="64"/>
                </a:lnTo>
                <a:lnTo>
                  <a:pt x="48" y="48"/>
                </a:lnTo>
                <a:lnTo>
                  <a:pt x="48" y="0"/>
                </a:lnTo>
                <a:lnTo>
                  <a:pt x="62" y="0"/>
                </a:lnTo>
                <a:lnTo>
                  <a:pt x="62" y="92"/>
                </a:lnTo>
                <a:lnTo>
                  <a:pt x="50" y="92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9966" name="Freeform 135">
            <a:extLst xmlns:a="http://schemas.openxmlformats.org/drawingml/2006/main">
              <a:ext uri="{FF2B5EF4-FFF2-40B4-BE49-F238E27FC236}">
                <a16:creationId xmlns:a16="http://schemas.microsoft.com/office/drawing/2014/main" id="{C803F8F3-1DA5-4391-AEED-C0A57F733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85743" y="365229"/>
            <a:ext cx="11208" cy="35868"/>
          </a:xfrm>
          <a:custGeom xmlns:a="http://schemas.openxmlformats.org/drawingml/2006/main">
            <a:rect l="0" t="0" r="r" b="b"/>
            <a:pathLst>
              <a:path w="38" h="124">
                <a:moveTo>
                  <a:pt x="36" y="110"/>
                </a:moveTo>
                <a:lnTo>
                  <a:pt x="38" y="124"/>
                </a:lnTo>
                <a:lnTo>
                  <a:pt x="38" y="124"/>
                </a:lnTo>
                <a:lnTo>
                  <a:pt x="28" y="124"/>
                </a:lnTo>
                <a:lnTo>
                  <a:pt x="28" y="124"/>
                </a:lnTo>
                <a:lnTo>
                  <a:pt x="22" y="124"/>
                </a:lnTo>
                <a:lnTo>
                  <a:pt x="18" y="122"/>
                </a:lnTo>
                <a:lnTo>
                  <a:pt x="18" y="122"/>
                </a:lnTo>
                <a:lnTo>
                  <a:pt x="14" y="118"/>
                </a:lnTo>
                <a:lnTo>
                  <a:pt x="12" y="114"/>
                </a:lnTo>
                <a:lnTo>
                  <a:pt x="12" y="114"/>
                </a:lnTo>
                <a:lnTo>
                  <a:pt x="10" y="96"/>
                </a:lnTo>
                <a:lnTo>
                  <a:pt x="10" y="44"/>
                </a:lnTo>
                <a:lnTo>
                  <a:pt x="0" y="44"/>
                </a:lnTo>
                <a:lnTo>
                  <a:pt x="0" y="32"/>
                </a:lnTo>
                <a:lnTo>
                  <a:pt x="10" y="32"/>
                </a:lnTo>
                <a:lnTo>
                  <a:pt x="10" y="8"/>
                </a:lnTo>
                <a:lnTo>
                  <a:pt x="22" y="0"/>
                </a:lnTo>
                <a:lnTo>
                  <a:pt x="22" y="32"/>
                </a:lnTo>
                <a:lnTo>
                  <a:pt x="36" y="32"/>
                </a:lnTo>
                <a:lnTo>
                  <a:pt x="36" y="44"/>
                </a:lnTo>
                <a:lnTo>
                  <a:pt x="22" y="44"/>
                </a:lnTo>
                <a:lnTo>
                  <a:pt x="22" y="98"/>
                </a:lnTo>
                <a:lnTo>
                  <a:pt x="22" y="98"/>
                </a:lnTo>
                <a:lnTo>
                  <a:pt x="24" y="106"/>
                </a:lnTo>
                <a:lnTo>
                  <a:pt x="24" y="106"/>
                </a:lnTo>
                <a:lnTo>
                  <a:pt x="26" y="110"/>
                </a:lnTo>
                <a:lnTo>
                  <a:pt x="30" y="110"/>
                </a:lnTo>
                <a:lnTo>
                  <a:pt x="30" y="110"/>
                </a:lnTo>
                <a:lnTo>
                  <a:pt x="36" y="110"/>
                </a:lnTo>
                <a:lnTo>
                  <a:pt x="36" y="110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9967" name="Freeform 136">
            <a:extLst xmlns:a="http://schemas.openxmlformats.org/drawingml/2006/main">
              <a:ext uri="{FF2B5EF4-FFF2-40B4-BE49-F238E27FC236}">
                <a16:creationId xmlns:a16="http://schemas.microsoft.com/office/drawing/2014/main" id="{190D4BBA-64BA-4390-ABA3-7D1693CC4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96952" y="373907"/>
            <a:ext cx="20647" cy="27769"/>
          </a:xfrm>
          <a:custGeom xmlns:a="http://schemas.openxmlformats.org/drawingml/2006/main">
            <a:rect l="0" t="0" r="r" b="b"/>
            <a:pathLst>
              <a:path w="70" h="96">
                <a:moveTo>
                  <a:pt x="56" y="64"/>
                </a:moveTo>
                <a:lnTo>
                  <a:pt x="70" y="66"/>
                </a:lnTo>
                <a:lnTo>
                  <a:pt x="70" y="66"/>
                </a:lnTo>
                <a:lnTo>
                  <a:pt x="66" y="78"/>
                </a:lnTo>
                <a:lnTo>
                  <a:pt x="58" y="88"/>
                </a:lnTo>
                <a:lnTo>
                  <a:pt x="58" y="88"/>
                </a:lnTo>
                <a:lnTo>
                  <a:pt x="48" y="94"/>
                </a:lnTo>
                <a:lnTo>
                  <a:pt x="36" y="96"/>
                </a:lnTo>
                <a:lnTo>
                  <a:pt x="36" y="96"/>
                </a:lnTo>
                <a:lnTo>
                  <a:pt x="30" y="94"/>
                </a:lnTo>
                <a:lnTo>
                  <a:pt x="22" y="92"/>
                </a:lnTo>
                <a:lnTo>
                  <a:pt x="16" y="88"/>
                </a:lnTo>
                <a:lnTo>
                  <a:pt x="10" y="84"/>
                </a:lnTo>
                <a:lnTo>
                  <a:pt x="10" y="84"/>
                </a:lnTo>
                <a:lnTo>
                  <a:pt x="6" y="76"/>
                </a:lnTo>
                <a:lnTo>
                  <a:pt x="4" y="68"/>
                </a:lnTo>
                <a:lnTo>
                  <a:pt x="2" y="60"/>
                </a:lnTo>
                <a:lnTo>
                  <a:pt x="0" y="48"/>
                </a:lnTo>
                <a:lnTo>
                  <a:pt x="0" y="48"/>
                </a:lnTo>
                <a:lnTo>
                  <a:pt x="2" y="38"/>
                </a:lnTo>
                <a:lnTo>
                  <a:pt x="4" y="28"/>
                </a:lnTo>
                <a:lnTo>
                  <a:pt x="6" y="18"/>
                </a:lnTo>
                <a:lnTo>
                  <a:pt x="10" y="12"/>
                </a:lnTo>
                <a:lnTo>
                  <a:pt x="10" y="12"/>
                </a:lnTo>
                <a:lnTo>
                  <a:pt x="16" y="6"/>
                </a:lnTo>
                <a:lnTo>
                  <a:pt x="22" y="2"/>
                </a:lnTo>
                <a:lnTo>
                  <a:pt x="28" y="0"/>
                </a:lnTo>
                <a:lnTo>
                  <a:pt x="36" y="0"/>
                </a:lnTo>
                <a:lnTo>
                  <a:pt x="36" y="0"/>
                </a:lnTo>
                <a:lnTo>
                  <a:pt x="44" y="0"/>
                </a:lnTo>
                <a:lnTo>
                  <a:pt x="50" y="2"/>
                </a:lnTo>
                <a:lnTo>
                  <a:pt x="56" y="6"/>
                </a:lnTo>
                <a:lnTo>
                  <a:pt x="60" y="12"/>
                </a:lnTo>
                <a:lnTo>
                  <a:pt x="60" y="12"/>
                </a:lnTo>
                <a:lnTo>
                  <a:pt x="64" y="18"/>
                </a:lnTo>
                <a:lnTo>
                  <a:pt x="68" y="26"/>
                </a:lnTo>
                <a:lnTo>
                  <a:pt x="70" y="36"/>
                </a:lnTo>
                <a:lnTo>
                  <a:pt x="70" y="48"/>
                </a:lnTo>
                <a:lnTo>
                  <a:pt x="70" y="52"/>
                </a:lnTo>
                <a:lnTo>
                  <a:pt x="14" y="52"/>
                </a:lnTo>
                <a:lnTo>
                  <a:pt x="14" y="52"/>
                </a:lnTo>
                <a:lnTo>
                  <a:pt x="16" y="66"/>
                </a:lnTo>
                <a:lnTo>
                  <a:pt x="22" y="74"/>
                </a:lnTo>
                <a:lnTo>
                  <a:pt x="22" y="74"/>
                </a:lnTo>
                <a:lnTo>
                  <a:pt x="28" y="80"/>
                </a:lnTo>
                <a:lnTo>
                  <a:pt x="36" y="82"/>
                </a:lnTo>
                <a:lnTo>
                  <a:pt x="36" y="82"/>
                </a:lnTo>
                <a:lnTo>
                  <a:pt x="44" y="82"/>
                </a:lnTo>
                <a:lnTo>
                  <a:pt x="48" y="78"/>
                </a:lnTo>
                <a:lnTo>
                  <a:pt x="54" y="72"/>
                </a:lnTo>
                <a:lnTo>
                  <a:pt x="56" y="64"/>
                </a:lnTo>
                <a:lnTo>
                  <a:pt x="56" y="64"/>
                </a:lnTo>
                <a:close/>
                <a:moveTo>
                  <a:pt x="14" y="38"/>
                </a:moveTo>
                <a:lnTo>
                  <a:pt x="56" y="38"/>
                </a:lnTo>
                <a:lnTo>
                  <a:pt x="56" y="38"/>
                </a:lnTo>
                <a:lnTo>
                  <a:pt x="56" y="28"/>
                </a:lnTo>
                <a:lnTo>
                  <a:pt x="52" y="20"/>
                </a:lnTo>
                <a:lnTo>
                  <a:pt x="52" y="20"/>
                </a:lnTo>
                <a:lnTo>
                  <a:pt x="44" y="14"/>
                </a:lnTo>
                <a:lnTo>
                  <a:pt x="36" y="12"/>
                </a:lnTo>
                <a:lnTo>
                  <a:pt x="36" y="12"/>
                </a:lnTo>
                <a:lnTo>
                  <a:pt x="28" y="14"/>
                </a:lnTo>
                <a:lnTo>
                  <a:pt x="22" y="20"/>
                </a:lnTo>
                <a:lnTo>
                  <a:pt x="22" y="20"/>
                </a:lnTo>
                <a:lnTo>
                  <a:pt x="16" y="28"/>
                </a:lnTo>
                <a:lnTo>
                  <a:pt x="14" y="38"/>
                </a:lnTo>
                <a:lnTo>
                  <a:pt x="14" y="38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9968" name="Freeform 137">
            <a:extLst xmlns:a="http://schemas.openxmlformats.org/drawingml/2006/main">
              <a:ext uri="{FF2B5EF4-FFF2-40B4-BE49-F238E27FC236}">
                <a16:creationId xmlns:a16="http://schemas.microsoft.com/office/drawing/2014/main" id="{B1BC349B-FB70-4212-90F3-ADBCCBEE8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29988" y="373907"/>
            <a:ext cx="21237" cy="27769"/>
          </a:xfrm>
          <a:custGeom xmlns:a="http://schemas.openxmlformats.org/drawingml/2006/main">
            <a:rect l="0" t="0" r="r" b="b"/>
            <a:pathLst>
              <a:path w="72" h="96">
                <a:moveTo>
                  <a:pt x="0" y="48"/>
                </a:moveTo>
                <a:lnTo>
                  <a:pt x="0" y="48"/>
                </a:lnTo>
                <a:lnTo>
                  <a:pt x="2" y="36"/>
                </a:lnTo>
                <a:lnTo>
                  <a:pt x="4" y="26"/>
                </a:lnTo>
                <a:lnTo>
                  <a:pt x="6" y="18"/>
                </a:lnTo>
                <a:lnTo>
                  <a:pt x="10" y="12"/>
                </a:lnTo>
                <a:lnTo>
                  <a:pt x="10" y="12"/>
                </a:lnTo>
                <a:lnTo>
                  <a:pt x="16" y="6"/>
                </a:lnTo>
                <a:lnTo>
                  <a:pt x="22" y="2"/>
                </a:lnTo>
                <a:lnTo>
                  <a:pt x="28" y="0"/>
                </a:lnTo>
                <a:lnTo>
                  <a:pt x="36" y="0"/>
                </a:lnTo>
                <a:lnTo>
                  <a:pt x="36" y="0"/>
                </a:lnTo>
                <a:lnTo>
                  <a:pt x="44" y="0"/>
                </a:lnTo>
                <a:lnTo>
                  <a:pt x="50" y="2"/>
                </a:lnTo>
                <a:lnTo>
                  <a:pt x="56" y="6"/>
                </a:lnTo>
                <a:lnTo>
                  <a:pt x="62" y="12"/>
                </a:lnTo>
                <a:lnTo>
                  <a:pt x="62" y="12"/>
                </a:lnTo>
                <a:lnTo>
                  <a:pt x="66" y="18"/>
                </a:lnTo>
                <a:lnTo>
                  <a:pt x="68" y="26"/>
                </a:lnTo>
                <a:lnTo>
                  <a:pt x="70" y="36"/>
                </a:lnTo>
                <a:lnTo>
                  <a:pt x="72" y="46"/>
                </a:lnTo>
                <a:lnTo>
                  <a:pt x="72" y="46"/>
                </a:lnTo>
                <a:lnTo>
                  <a:pt x="70" y="58"/>
                </a:lnTo>
                <a:lnTo>
                  <a:pt x="68" y="68"/>
                </a:lnTo>
                <a:lnTo>
                  <a:pt x="66" y="76"/>
                </a:lnTo>
                <a:lnTo>
                  <a:pt x="62" y="84"/>
                </a:lnTo>
                <a:lnTo>
                  <a:pt x="62" y="84"/>
                </a:lnTo>
                <a:lnTo>
                  <a:pt x="56" y="88"/>
                </a:lnTo>
                <a:lnTo>
                  <a:pt x="50" y="92"/>
                </a:lnTo>
                <a:lnTo>
                  <a:pt x="44" y="94"/>
                </a:lnTo>
                <a:lnTo>
                  <a:pt x="36" y="96"/>
                </a:lnTo>
                <a:lnTo>
                  <a:pt x="36" y="96"/>
                </a:lnTo>
                <a:lnTo>
                  <a:pt x="28" y="94"/>
                </a:lnTo>
                <a:lnTo>
                  <a:pt x="22" y="92"/>
                </a:lnTo>
                <a:lnTo>
                  <a:pt x="16" y="88"/>
                </a:lnTo>
                <a:lnTo>
                  <a:pt x="10" y="84"/>
                </a:lnTo>
                <a:lnTo>
                  <a:pt x="10" y="84"/>
                </a:lnTo>
                <a:lnTo>
                  <a:pt x="6" y="76"/>
                </a:lnTo>
                <a:lnTo>
                  <a:pt x="4" y="68"/>
                </a:lnTo>
                <a:lnTo>
                  <a:pt x="2" y="58"/>
                </a:lnTo>
                <a:lnTo>
                  <a:pt x="0" y="48"/>
                </a:lnTo>
                <a:lnTo>
                  <a:pt x="0" y="48"/>
                </a:lnTo>
                <a:close/>
                <a:moveTo>
                  <a:pt x="14" y="48"/>
                </a:moveTo>
                <a:lnTo>
                  <a:pt x="14" y="48"/>
                </a:lnTo>
                <a:lnTo>
                  <a:pt x="16" y="64"/>
                </a:lnTo>
                <a:lnTo>
                  <a:pt x="18" y="70"/>
                </a:lnTo>
                <a:lnTo>
                  <a:pt x="20" y="74"/>
                </a:lnTo>
                <a:lnTo>
                  <a:pt x="20" y="74"/>
                </a:lnTo>
                <a:lnTo>
                  <a:pt x="28" y="80"/>
                </a:lnTo>
                <a:lnTo>
                  <a:pt x="36" y="82"/>
                </a:lnTo>
                <a:lnTo>
                  <a:pt x="36" y="82"/>
                </a:lnTo>
                <a:lnTo>
                  <a:pt x="44" y="80"/>
                </a:lnTo>
                <a:lnTo>
                  <a:pt x="52" y="74"/>
                </a:lnTo>
                <a:lnTo>
                  <a:pt x="52" y="74"/>
                </a:lnTo>
                <a:lnTo>
                  <a:pt x="56" y="62"/>
                </a:lnTo>
                <a:lnTo>
                  <a:pt x="58" y="48"/>
                </a:lnTo>
                <a:lnTo>
                  <a:pt x="58" y="48"/>
                </a:lnTo>
                <a:lnTo>
                  <a:pt x="56" y="32"/>
                </a:lnTo>
                <a:lnTo>
                  <a:pt x="52" y="20"/>
                </a:lnTo>
                <a:lnTo>
                  <a:pt x="52" y="20"/>
                </a:lnTo>
                <a:lnTo>
                  <a:pt x="44" y="14"/>
                </a:lnTo>
                <a:lnTo>
                  <a:pt x="36" y="12"/>
                </a:lnTo>
                <a:lnTo>
                  <a:pt x="36" y="12"/>
                </a:lnTo>
                <a:lnTo>
                  <a:pt x="28" y="14"/>
                </a:lnTo>
                <a:lnTo>
                  <a:pt x="20" y="20"/>
                </a:lnTo>
                <a:lnTo>
                  <a:pt x="20" y="20"/>
                </a:lnTo>
                <a:lnTo>
                  <a:pt x="16" y="32"/>
                </a:lnTo>
                <a:lnTo>
                  <a:pt x="14" y="48"/>
                </a:lnTo>
                <a:lnTo>
                  <a:pt x="14" y="48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9969" name="Freeform 138">
            <a:extLst xmlns:a="http://schemas.openxmlformats.org/drawingml/2006/main">
              <a:ext uri="{FF2B5EF4-FFF2-40B4-BE49-F238E27FC236}">
                <a16:creationId xmlns:a16="http://schemas.microsoft.com/office/drawing/2014/main" id="{49B1C832-5174-4A98-AED6-D495532BA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51815" y="363493"/>
            <a:ext cx="12978" cy="37604"/>
          </a:xfrm>
          <a:custGeom xmlns:a="http://schemas.openxmlformats.org/drawingml/2006/main">
            <a:rect l="0" t="0" r="r" b="b"/>
            <a:pathLst>
              <a:path w="44" h="130">
                <a:moveTo>
                  <a:pt x="12" y="130"/>
                </a:moveTo>
                <a:lnTo>
                  <a:pt x="12" y="50"/>
                </a:lnTo>
                <a:lnTo>
                  <a:pt x="0" y="50"/>
                </a:lnTo>
                <a:lnTo>
                  <a:pt x="0" y="38"/>
                </a:lnTo>
                <a:lnTo>
                  <a:pt x="12" y="38"/>
                </a:lnTo>
                <a:lnTo>
                  <a:pt x="12" y="28"/>
                </a:lnTo>
                <a:lnTo>
                  <a:pt x="12" y="28"/>
                </a:lnTo>
                <a:lnTo>
                  <a:pt x="12" y="18"/>
                </a:lnTo>
                <a:lnTo>
                  <a:pt x="14" y="12"/>
                </a:lnTo>
                <a:lnTo>
                  <a:pt x="14" y="12"/>
                </a:lnTo>
                <a:lnTo>
                  <a:pt x="16" y="6"/>
                </a:lnTo>
                <a:lnTo>
                  <a:pt x="20" y="4"/>
                </a:lnTo>
                <a:lnTo>
                  <a:pt x="20" y="4"/>
                </a:lnTo>
                <a:lnTo>
                  <a:pt x="26" y="0"/>
                </a:lnTo>
                <a:lnTo>
                  <a:pt x="32" y="0"/>
                </a:lnTo>
                <a:lnTo>
                  <a:pt x="32" y="0"/>
                </a:lnTo>
                <a:lnTo>
                  <a:pt x="44" y="2"/>
                </a:lnTo>
                <a:lnTo>
                  <a:pt x="42" y="16"/>
                </a:lnTo>
                <a:lnTo>
                  <a:pt x="42" y="16"/>
                </a:lnTo>
                <a:lnTo>
                  <a:pt x="34" y="14"/>
                </a:lnTo>
                <a:lnTo>
                  <a:pt x="34" y="14"/>
                </a:lnTo>
                <a:lnTo>
                  <a:pt x="30" y="16"/>
                </a:lnTo>
                <a:lnTo>
                  <a:pt x="26" y="18"/>
                </a:lnTo>
                <a:lnTo>
                  <a:pt x="26" y="18"/>
                </a:lnTo>
                <a:lnTo>
                  <a:pt x="24" y="22"/>
                </a:lnTo>
                <a:lnTo>
                  <a:pt x="24" y="28"/>
                </a:lnTo>
                <a:lnTo>
                  <a:pt x="24" y="38"/>
                </a:lnTo>
                <a:lnTo>
                  <a:pt x="38" y="38"/>
                </a:lnTo>
                <a:lnTo>
                  <a:pt x="38" y="50"/>
                </a:lnTo>
                <a:lnTo>
                  <a:pt x="24" y="50"/>
                </a:lnTo>
                <a:lnTo>
                  <a:pt x="24" y="130"/>
                </a:lnTo>
                <a:lnTo>
                  <a:pt x="12" y="130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9970" name="Freeform 139">
            <a:extLst xmlns:a="http://schemas.openxmlformats.org/drawingml/2006/main">
              <a:ext uri="{FF2B5EF4-FFF2-40B4-BE49-F238E27FC236}">
                <a16:creationId xmlns:a16="http://schemas.microsoft.com/office/drawing/2014/main" id="{60C79618-69E5-484A-A716-2EC50A58F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76003" y="364072"/>
            <a:ext cx="23007" cy="37025"/>
          </a:xfrm>
          <a:custGeom xmlns:a="http://schemas.openxmlformats.org/drawingml/2006/main">
            <a:rect l="0" t="0" r="r" b="b"/>
            <a:pathLst>
              <a:path w="78" h="128">
                <a:moveTo>
                  <a:pt x="0" y="128"/>
                </a:moveTo>
                <a:lnTo>
                  <a:pt x="0" y="0"/>
                </a:lnTo>
                <a:lnTo>
                  <a:pt x="76" y="0"/>
                </a:lnTo>
                <a:lnTo>
                  <a:pt x="76" y="16"/>
                </a:lnTo>
                <a:lnTo>
                  <a:pt x="14" y="16"/>
                </a:lnTo>
                <a:lnTo>
                  <a:pt x="14" y="54"/>
                </a:lnTo>
                <a:lnTo>
                  <a:pt x="72" y="54"/>
                </a:lnTo>
                <a:lnTo>
                  <a:pt x="72" y="70"/>
                </a:lnTo>
                <a:lnTo>
                  <a:pt x="14" y="70"/>
                </a:lnTo>
                <a:lnTo>
                  <a:pt x="14" y="112"/>
                </a:lnTo>
                <a:lnTo>
                  <a:pt x="78" y="112"/>
                </a:lnTo>
                <a:lnTo>
                  <a:pt x="78" y="128"/>
                </a:lnTo>
                <a:lnTo>
                  <a:pt x="0" y="128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9971" name="Freeform 140">
            <a:extLst xmlns:a="http://schemas.openxmlformats.org/drawingml/2006/main">
              <a:ext uri="{FF2B5EF4-FFF2-40B4-BE49-F238E27FC236}">
                <a16:creationId xmlns:a16="http://schemas.microsoft.com/office/drawing/2014/main" id="{3DE68478-18A3-4A7E-BFB7-2F9F36AFF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02550" y="373907"/>
            <a:ext cx="18287" cy="27190"/>
          </a:xfrm>
          <a:custGeom xmlns:a="http://schemas.openxmlformats.org/drawingml/2006/main">
            <a:rect l="0" t="0" r="r" b="b"/>
            <a:pathLst>
              <a:path w="62" h="94">
                <a:moveTo>
                  <a:pt x="0" y="94"/>
                </a:moveTo>
                <a:lnTo>
                  <a:pt x="0" y="2"/>
                </a:lnTo>
                <a:lnTo>
                  <a:pt x="12" y="2"/>
                </a:lnTo>
                <a:lnTo>
                  <a:pt x="12" y="14"/>
                </a:lnTo>
                <a:lnTo>
                  <a:pt x="12" y="14"/>
                </a:lnTo>
                <a:lnTo>
                  <a:pt x="16" y="8"/>
                </a:lnTo>
                <a:lnTo>
                  <a:pt x="22" y="4"/>
                </a:lnTo>
                <a:lnTo>
                  <a:pt x="22" y="4"/>
                </a:lnTo>
                <a:lnTo>
                  <a:pt x="28" y="0"/>
                </a:lnTo>
                <a:lnTo>
                  <a:pt x="36" y="0"/>
                </a:lnTo>
                <a:lnTo>
                  <a:pt x="36" y="0"/>
                </a:lnTo>
                <a:lnTo>
                  <a:pt x="42" y="0"/>
                </a:lnTo>
                <a:lnTo>
                  <a:pt x="48" y="2"/>
                </a:lnTo>
                <a:lnTo>
                  <a:pt x="48" y="2"/>
                </a:lnTo>
                <a:lnTo>
                  <a:pt x="56" y="8"/>
                </a:lnTo>
                <a:lnTo>
                  <a:pt x="56" y="8"/>
                </a:lnTo>
                <a:lnTo>
                  <a:pt x="58" y="12"/>
                </a:lnTo>
                <a:lnTo>
                  <a:pt x="60" y="18"/>
                </a:lnTo>
                <a:lnTo>
                  <a:pt x="60" y="18"/>
                </a:lnTo>
                <a:lnTo>
                  <a:pt x="62" y="36"/>
                </a:lnTo>
                <a:lnTo>
                  <a:pt x="62" y="94"/>
                </a:lnTo>
                <a:lnTo>
                  <a:pt x="48" y="94"/>
                </a:lnTo>
                <a:lnTo>
                  <a:pt x="48" y="38"/>
                </a:lnTo>
                <a:lnTo>
                  <a:pt x="48" y="38"/>
                </a:lnTo>
                <a:lnTo>
                  <a:pt x="48" y="22"/>
                </a:lnTo>
                <a:lnTo>
                  <a:pt x="48" y="22"/>
                </a:lnTo>
                <a:lnTo>
                  <a:pt x="44" y="18"/>
                </a:lnTo>
                <a:lnTo>
                  <a:pt x="42" y="16"/>
                </a:lnTo>
                <a:lnTo>
                  <a:pt x="42" y="16"/>
                </a:lnTo>
                <a:lnTo>
                  <a:pt x="38" y="14"/>
                </a:lnTo>
                <a:lnTo>
                  <a:pt x="34" y="12"/>
                </a:lnTo>
                <a:lnTo>
                  <a:pt x="34" y="12"/>
                </a:lnTo>
                <a:lnTo>
                  <a:pt x="26" y="14"/>
                </a:lnTo>
                <a:lnTo>
                  <a:pt x="18" y="20"/>
                </a:lnTo>
                <a:lnTo>
                  <a:pt x="18" y="20"/>
                </a:lnTo>
                <a:lnTo>
                  <a:pt x="14" y="28"/>
                </a:lnTo>
                <a:lnTo>
                  <a:pt x="14" y="44"/>
                </a:lnTo>
                <a:lnTo>
                  <a:pt x="14" y="94"/>
                </a:lnTo>
                <a:lnTo>
                  <a:pt x="0" y="94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9972" name="Freeform 141">
            <a:extLst xmlns:a="http://schemas.openxmlformats.org/drawingml/2006/main">
              <a:ext uri="{FF2B5EF4-FFF2-40B4-BE49-F238E27FC236}">
                <a16:creationId xmlns:a16="http://schemas.microsoft.com/office/drawing/2014/main" id="{EF37429A-FB74-4BA8-A575-EB19AFA50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23787" y="373907"/>
            <a:ext cx="19467" cy="37604"/>
          </a:xfrm>
          <a:custGeom xmlns:a="http://schemas.openxmlformats.org/drawingml/2006/main">
            <a:rect l="0" t="0" r="r" b="b"/>
            <a:pathLst>
              <a:path w="66" h="130">
                <a:moveTo>
                  <a:pt x="2" y="102"/>
                </a:moveTo>
                <a:lnTo>
                  <a:pt x="14" y="104"/>
                </a:lnTo>
                <a:lnTo>
                  <a:pt x="14" y="104"/>
                </a:lnTo>
                <a:lnTo>
                  <a:pt x="16" y="110"/>
                </a:lnTo>
                <a:lnTo>
                  <a:pt x="20" y="114"/>
                </a:lnTo>
                <a:lnTo>
                  <a:pt x="20" y="114"/>
                </a:lnTo>
                <a:lnTo>
                  <a:pt x="26" y="116"/>
                </a:lnTo>
                <a:lnTo>
                  <a:pt x="32" y="118"/>
                </a:lnTo>
                <a:lnTo>
                  <a:pt x="32" y="118"/>
                </a:lnTo>
                <a:lnTo>
                  <a:pt x="40" y="116"/>
                </a:lnTo>
                <a:lnTo>
                  <a:pt x="46" y="114"/>
                </a:lnTo>
                <a:lnTo>
                  <a:pt x="46" y="114"/>
                </a:lnTo>
                <a:lnTo>
                  <a:pt x="50" y="108"/>
                </a:lnTo>
                <a:lnTo>
                  <a:pt x="52" y="102"/>
                </a:lnTo>
                <a:lnTo>
                  <a:pt x="52" y="102"/>
                </a:lnTo>
                <a:lnTo>
                  <a:pt x="54" y="82"/>
                </a:lnTo>
                <a:lnTo>
                  <a:pt x="54" y="82"/>
                </a:lnTo>
                <a:lnTo>
                  <a:pt x="48" y="86"/>
                </a:lnTo>
                <a:lnTo>
                  <a:pt x="44" y="90"/>
                </a:lnTo>
                <a:lnTo>
                  <a:pt x="44" y="90"/>
                </a:lnTo>
                <a:lnTo>
                  <a:pt x="38" y="92"/>
                </a:lnTo>
                <a:lnTo>
                  <a:pt x="32" y="94"/>
                </a:lnTo>
                <a:lnTo>
                  <a:pt x="32" y="94"/>
                </a:lnTo>
                <a:lnTo>
                  <a:pt x="26" y="92"/>
                </a:lnTo>
                <a:lnTo>
                  <a:pt x="20" y="90"/>
                </a:lnTo>
                <a:lnTo>
                  <a:pt x="14" y="86"/>
                </a:lnTo>
                <a:lnTo>
                  <a:pt x="10" y="82"/>
                </a:lnTo>
                <a:lnTo>
                  <a:pt x="10" y="82"/>
                </a:lnTo>
                <a:lnTo>
                  <a:pt x="6" y="74"/>
                </a:lnTo>
                <a:lnTo>
                  <a:pt x="2" y="66"/>
                </a:lnTo>
                <a:lnTo>
                  <a:pt x="0" y="58"/>
                </a:lnTo>
                <a:lnTo>
                  <a:pt x="0" y="46"/>
                </a:lnTo>
                <a:lnTo>
                  <a:pt x="0" y="46"/>
                </a:lnTo>
                <a:lnTo>
                  <a:pt x="0" y="32"/>
                </a:lnTo>
                <a:lnTo>
                  <a:pt x="4" y="20"/>
                </a:lnTo>
                <a:lnTo>
                  <a:pt x="4" y="20"/>
                </a:lnTo>
                <a:lnTo>
                  <a:pt x="10" y="12"/>
                </a:lnTo>
                <a:lnTo>
                  <a:pt x="16" y="4"/>
                </a:lnTo>
                <a:lnTo>
                  <a:pt x="16" y="4"/>
                </a:lnTo>
                <a:lnTo>
                  <a:pt x="24" y="0"/>
                </a:lnTo>
                <a:lnTo>
                  <a:pt x="32" y="0"/>
                </a:lnTo>
                <a:lnTo>
                  <a:pt x="32" y="0"/>
                </a:lnTo>
                <a:lnTo>
                  <a:pt x="38" y="0"/>
                </a:lnTo>
                <a:lnTo>
                  <a:pt x="44" y="2"/>
                </a:lnTo>
                <a:lnTo>
                  <a:pt x="44" y="2"/>
                </a:lnTo>
                <a:lnTo>
                  <a:pt x="50" y="6"/>
                </a:lnTo>
                <a:lnTo>
                  <a:pt x="54" y="12"/>
                </a:lnTo>
                <a:lnTo>
                  <a:pt x="54" y="2"/>
                </a:lnTo>
                <a:lnTo>
                  <a:pt x="66" y="2"/>
                </a:lnTo>
                <a:lnTo>
                  <a:pt x="66" y="80"/>
                </a:lnTo>
                <a:lnTo>
                  <a:pt x="66" y="80"/>
                </a:lnTo>
                <a:lnTo>
                  <a:pt x="66" y="100"/>
                </a:lnTo>
                <a:lnTo>
                  <a:pt x="62" y="112"/>
                </a:lnTo>
                <a:lnTo>
                  <a:pt x="62" y="112"/>
                </a:lnTo>
                <a:lnTo>
                  <a:pt x="58" y="120"/>
                </a:lnTo>
                <a:lnTo>
                  <a:pt x="52" y="126"/>
                </a:lnTo>
                <a:lnTo>
                  <a:pt x="52" y="126"/>
                </a:lnTo>
                <a:lnTo>
                  <a:pt x="42" y="130"/>
                </a:lnTo>
                <a:lnTo>
                  <a:pt x="32" y="130"/>
                </a:lnTo>
                <a:lnTo>
                  <a:pt x="32" y="130"/>
                </a:lnTo>
                <a:lnTo>
                  <a:pt x="20" y="128"/>
                </a:lnTo>
                <a:lnTo>
                  <a:pt x="14" y="126"/>
                </a:lnTo>
                <a:lnTo>
                  <a:pt x="10" y="122"/>
                </a:lnTo>
                <a:lnTo>
                  <a:pt x="10" y="122"/>
                </a:lnTo>
                <a:lnTo>
                  <a:pt x="6" y="118"/>
                </a:lnTo>
                <a:lnTo>
                  <a:pt x="4" y="114"/>
                </a:lnTo>
                <a:lnTo>
                  <a:pt x="2" y="102"/>
                </a:lnTo>
                <a:lnTo>
                  <a:pt x="2" y="102"/>
                </a:lnTo>
                <a:close/>
                <a:moveTo>
                  <a:pt x="12" y="46"/>
                </a:moveTo>
                <a:lnTo>
                  <a:pt x="12" y="46"/>
                </a:lnTo>
                <a:lnTo>
                  <a:pt x="14" y="62"/>
                </a:lnTo>
                <a:lnTo>
                  <a:pt x="18" y="72"/>
                </a:lnTo>
                <a:lnTo>
                  <a:pt x="18" y="72"/>
                </a:lnTo>
                <a:lnTo>
                  <a:pt x="26" y="78"/>
                </a:lnTo>
                <a:lnTo>
                  <a:pt x="34" y="80"/>
                </a:lnTo>
                <a:lnTo>
                  <a:pt x="34" y="80"/>
                </a:lnTo>
                <a:lnTo>
                  <a:pt x="42" y="78"/>
                </a:lnTo>
                <a:lnTo>
                  <a:pt x="48" y="72"/>
                </a:lnTo>
                <a:lnTo>
                  <a:pt x="48" y="72"/>
                </a:lnTo>
                <a:lnTo>
                  <a:pt x="52" y="62"/>
                </a:lnTo>
                <a:lnTo>
                  <a:pt x="54" y="46"/>
                </a:lnTo>
                <a:lnTo>
                  <a:pt x="54" y="46"/>
                </a:lnTo>
                <a:lnTo>
                  <a:pt x="52" y="32"/>
                </a:lnTo>
                <a:lnTo>
                  <a:pt x="48" y="20"/>
                </a:lnTo>
                <a:lnTo>
                  <a:pt x="48" y="20"/>
                </a:lnTo>
                <a:lnTo>
                  <a:pt x="42" y="14"/>
                </a:lnTo>
                <a:lnTo>
                  <a:pt x="32" y="12"/>
                </a:lnTo>
                <a:lnTo>
                  <a:pt x="32" y="12"/>
                </a:lnTo>
                <a:lnTo>
                  <a:pt x="26" y="14"/>
                </a:lnTo>
                <a:lnTo>
                  <a:pt x="18" y="20"/>
                </a:lnTo>
                <a:lnTo>
                  <a:pt x="18" y="20"/>
                </a:lnTo>
                <a:lnTo>
                  <a:pt x="14" y="32"/>
                </a:lnTo>
                <a:lnTo>
                  <a:pt x="12" y="46"/>
                </a:lnTo>
                <a:lnTo>
                  <a:pt x="12" y="46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9973" name="Freeform 142">
            <a:extLst xmlns:a="http://schemas.openxmlformats.org/drawingml/2006/main">
              <a:ext uri="{FF2B5EF4-FFF2-40B4-BE49-F238E27FC236}">
                <a16:creationId xmlns:a16="http://schemas.microsoft.com/office/drawing/2014/main" id="{F8A7BD7B-FE58-43C7-88E9-1B20486DB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47975" y="364072"/>
            <a:ext cx="3539" cy="37025"/>
          </a:xfrm>
          <a:custGeom xmlns:a="http://schemas.openxmlformats.org/drawingml/2006/main">
            <a:rect l="0" t="0" r="r" b="b"/>
            <a:pathLst>
              <a:path w="12" h="128">
                <a:moveTo>
                  <a:pt x="0" y="18"/>
                </a:moveTo>
                <a:lnTo>
                  <a:pt x="0" y="0"/>
                </a:lnTo>
                <a:lnTo>
                  <a:pt x="12" y="0"/>
                </a:lnTo>
                <a:lnTo>
                  <a:pt x="12" y="18"/>
                </a:lnTo>
                <a:lnTo>
                  <a:pt x="0" y="18"/>
                </a:lnTo>
                <a:close/>
                <a:moveTo>
                  <a:pt x="0" y="128"/>
                </a:moveTo>
                <a:lnTo>
                  <a:pt x="0" y="36"/>
                </a:lnTo>
                <a:lnTo>
                  <a:pt x="12" y="36"/>
                </a:lnTo>
                <a:lnTo>
                  <a:pt x="12" y="128"/>
                </a:lnTo>
                <a:lnTo>
                  <a:pt x="0" y="128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9974" name="Freeform 143">
            <a:extLst xmlns:a="http://schemas.openxmlformats.org/drawingml/2006/main">
              <a:ext uri="{FF2B5EF4-FFF2-40B4-BE49-F238E27FC236}">
                <a16:creationId xmlns:a16="http://schemas.microsoft.com/office/drawing/2014/main" id="{A54B7354-5EC9-4C2F-ADDF-2295951FC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6234" y="373907"/>
            <a:ext cx="17698" cy="27190"/>
          </a:xfrm>
          <a:custGeom xmlns:a="http://schemas.openxmlformats.org/drawingml/2006/main">
            <a:rect l="0" t="0" r="r" b="b"/>
            <a:pathLst>
              <a:path w="60" h="94">
                <a:moveTo>
                  <a:pt x="0" y="94"/>
                </a:moveTo>
                <a:lnTo>
                  <a:pt x="0" y="2"/>
                </a:lnTo>
                <a:lnTo>
                  <a:pt x="10" y="2"/>
                </a:lnTo>
                <a:lnTo>
                  <a:pt x="10" y="14"/>
                </a:lnTo>
                <a:lnTo>
                  <a:pt x="10" y="14"/>
                </a:lnTo>
                <a:lnTo>
                  <a:pt x="16" y="8"/>
                </a:lnTo>
                <a:lnTo>
                  <a:pt x="20" y="4"/>
                </a:lnTo>
                <a:lnTo>
                  <a:pt x="20" y="4"/>
                </a:lnTo>
                <a:lnTo>
                  <a:pt x="28" y="0"/>
                </a:lnTo>
                <a:lnTo>
                  <a:pt x="34" y="0"/>
                </a:lnTo>
                <a:lnTo>
                  <a:pt x="34" y="0"/>
                </a:lnTo>
                <a:lnTo>
                  <a:pt x="40" y="0"/>
                </a:lnTo>
                <a:lnTo>
                  <a:pt x="46" y="2"/>
                </a:lnTo>
                <a:lnTo>
                  <a:pt x="46" y="2"/>
                </a:lnTo>
                <a:lnTo>
                  <a:pt x="54" y="8"/>
                </a:lnTo>
                <a:lnTo>
                  <a:pt x="54" y="8"/>
                </a:lnTo>
                <a:lnTo>
                  <a:pt x="56" y="12"/>
                </a:lnTo>
                <a:lnTo>
                  <a:pt x="58" y="18"/>
                </a:lnTo>
                <a:lnTo>
                  <a:pt x="58" y="18"/>
                </a:lnTo>
                <a:lnTo>
                  <a:pt x="60" y="36"/>
                </a:lnTo>
                <a:lnTo>
                  <a:pt x="60" y="94"/>
                </a:lnTo>
                <a:lnTo>
                  <a:pt x="48" y="94"/>
                </a:lnTo>
                <a:lnTo>
                  <a:pt x="48" y="38"/>
                </a:lnTo>
                <a:lnTo>
                  <a:pt x="48" y="38"/>
                </a:lnTo>
                <a:lnTo>
                  <a:pt x="46" y="22"/>
                </a:lnTo>
                <a:lnTo>
                  <a:pt x="46" y="22"/>
                </a:lnTo>
                <a:lnTo>
                  <a:pt x="44" y="18"/>
                </a:lnTo>
                <a:lnTo>
                  <a:pt x="40" y="16"/>
                </a:lnTo>
                <a:lnTo>
                  <a:pt x="40" y="16"/>
                </a:lnTo>
                <a:lnTo>
                  <a:pt x="36" y="14"/>
                </a:lnTo>
                <a:lnTo>
                  <a:pt x="32" y="12"/>
                </a:lnTo>
                <a:lnTo>
                  <a:pt x="32" y="12"/>
                </a:lnTo>
                <a:lnTo>
                  <a:pt x="24" y="14"/>
                </a:lnTo>
                <a:lnTo>
                  <a:pt x="18" y="20"/>
                </a:lnTo>
                <a:lnTo>
                  <a:pt x="18" y="20"/>
                </a:lnTo>
                <a:lnTo>
                  <a:pt x="14" y="28"/>
                </a:lnTo>
                <a:lnTo>
                  <a:pt x="12" y="44"/>
                </a:lnTo>
                <a:lnTo>
                  <a:pt x="12" y="94"/>
                </a:lnTo>
                <a:lnTo>
                  <a:pt x="0" y="94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9975" name="Freeform 144">
            <a:extLst xmlns:a="http://schemas.openxmlformats.org/drawingml/2006/main">
              <a:ext uri="{FF2B5EF4-FFF2-40B4-BE49-F238E27FC236}">
                <a16:creationId xmlns:a16="http://schemas.microsoft.com/office/drawing/2014/main" id="{B2DF59AC-8620-4A4C-8DDE-C2F0857B4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471" y="373907"/>
            <a:ext cx="20057" cy="27769"/>
          </a:xfrm>
          <a:custGeom xmlns:a="http://schemas.openxmlformats.org/drawingml/2006/main">
            <a:rect l="0" t="0" r="r" b="b"/>
            <a:pathLst>
              <a:path w="68" h="96">
                <a:moveTo>
                  <a:pt x="56" y="64"/>
                </a:moveTo>
                <a:lnTo>
                  <a:pt x="68" y="66"/>
                </a:lnTo>
                <a:lnTo>
                  <a:pt x="68" y="66"/>
                </a:lnTo>
                <a:lnTo>
                  <a:pt x="64" y="78"/>
                </a:lnTo>
                <a:lnTo>
                  <a:pt x="56" y="88"/>
                </a:lnTo>
                <a:lnTo>
                  <a:pt x="56" y="88"/>
                </a:lnTo>
                <a:lnTo>
                  <a:pt x="46" y="94"/>
                </a:lnTo>
                <a:lnTo>
                  <a:pt x="36" y="96"/>
                </a:lnTo>
                <a:lnTo>
                  <a:pt x="36" y="96"/>
                </a:lnTo>
                <a:lnTo>
                  <a:pt x="28" y="94"/>
                </a:lnTo>
                <a:lnTo>
                  <a:pt x="20" y="92"/>
                </a:lnTo>
                <a:lnTo>
                  <a:pt x="14" y="88"/>
                </a:lnTo>
                <a:lnTo>
                  <a:pt x="10" y="84"/>
                </a:lnTo>
                <a:lnTo>
                  <a:pt x="10" y="84"/>
                </a:lnTo>
                <a:lnTo>
                  <a:pt x="4" y="76"/>
                </a:lnTo>
                <a:lnTo>
                  <a:pt x="2" y="68"/>
                </a:lnTo>
                <a:lnTo>
                  <a:pt x="0" y="60"/>
                </a:lnTo>
                <a:lnTo>
                  <a:pt x="0" y="48"/>
                </a:lnTo>
                <a:lnTo>
                  <a:pt x="0" y="48"/>
                </a:lnTo>
                <a:lnTo>
                  <a:pt x="0" y="38"/>
                </a:lnTo>
                <a:lnTo>
                  <a:pt x="2" y="28"/>
                </a:lnTo>
                <a:lnTo>
                  <a:pt x="4" y="18"/>
                </a:lnTo>
                <a:lnTo>
                  <a:pt x="10" y="12"/>
                </a:lnTo>
                <a:lnTo>
                  <a:pt x="10" y="12"/>
                </a:lnTo>
                <a:lnTo>
                  <a:pt x="14" y="6"/>
                </a:lnTo>
                <a:lnTo>
                  <a:pt x="20" y="2"/>
                </a:lnTo>
                <a:lnTo>
                  <a:pt x="28" y="0"/>
                </a:lnTo>
                <a:lnTo>
                  <a:pt x="34" y="0"/>
                </a:lnTo>
                <a:lnTo>
                  <a:pt x="34" y="0"/>
                </a:lnTo>
                <a:lnTo>
                  <a:pt x="42" y="0"/>
                </a:lnTo>
                <a:lnTo>
                  <a:pt x="48" y="2"/>
                </a:lnTo>
                <a:lnTo>
                  <a:pt x="54" y="6"/>
                </a:lnTo>
                <a:lnTo>
                  <a:pt x="58" y="12"/>
                </a:lnTo>
                <a:lnTo>
                  <a:pt x="58" y="12"/>
                </a:lnTo>
                <a:lnTo>
                  <a:pt x="64" y="18"/>
                </a:lnTo>
                <a:lnTo>
                  <a:pt x="66" y="26"/>
                </a:lnTo>
                <a:lnTo>
                  <a:pt x="68" y="36"/>
                </a:lnTo>
                <a:lnTo>
                  <a:pt x="68" y="48"/>
                </a:lnTo>
                <a:lnTo>
                  <a:pt x="68" y="52"/>
                </a:lnTo>
                <a:lnTo>
                  <a:pt x="12" y="52"/>
                </a:lnTo>
                <a:lnTo>
                  <a:pt x="12" y="52"/>
                </a:lnTo>
                <a:lnTo>
                  <a:pt x="14" y="66"/>
                </a:lnTo>
                <a:lnTo>
                  <a:pt x="20" y="74"/>
                </a:lnTo>
                <a:lnTo>
                  <a:pt x="20" y="74"/>
                </a:lnTo>
                <a:lnTo>
                  <a:pt x="26" y="80"/>
                </a:lnTo>
                <a:lnTo>
                  <a:pt x="36" y="82"/>
                </a:lnTo>
                <a:lnTo>
                  <a:pt x="36" y="82"/>
                </a:lnTo>
                <a:lnTo>
                  <a:pt x="42" y="82"/>
                </a:lnTo>
                <a:lnTo>
                  <a:pt x="48" y="78"/>
                </a:lnTo>
                <a:lnTo>
                  <a:pt x="52" y="72"/>
                </a:lnTo>
                <a:lnTo>
                  <a:pt x="56" y="64"/>
                </a:lnTo>
                <a:lnTo>
                  <a:pt x="56" y="64"/>
                </a:lnTo>
                <a:close/>
                <a:moveTo>
                  <a:pt x="14" y="38"/>
                </a:moveTo>
                <a:lnTo>
                  <a:pt x="56" y="38"/>
                </a:lnTo>
                <a:lnTo>
                  <a:pt x="56" y="38"/>
                </a:lnTo>
                <a:lnTo>
                  <a:pt x="54" y="28"/>
                </a:lnTo>
                <a:lnTo>
                  <a:pt x="50" y="20"/>
                </a:lnTo>
                <a:lnTo>
                  <a:pt x="50" y="20"/>
                </a:lnTo>
                <a:lnTo>
                  <a:pt x="44" y="14"/>
                </a:lnTo>
                <a:lnTo>
                  <a:pt x="34" y="12"/>
                </a:lnTo>
                <a:lnTo>
                  <a:pt x="34" y="12"/>
                </a:lnTo>
                <a:lnTo>
                  <a:pt x="26" y="14"/>
                </a:lnTo>
                <a:lnTo>
                  <a:pt x="20" y="20"/>
                </a:lnTo>
                <a:lnTo>
                  <a:pt x="20" y="20"/>
                </a:lnTo>
                <a:lnTo>
                  <a:pt x="16" y="28"/>
                </a:lnTo>
                <a:lnTo>
                  <a:pt x="14" y="38"/>
                </a:lnTo>
                <a:lnTo>
                  <a:pt x="14" y="38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9976" name="Freeform 145">
            <a:extLst xmlns:a="http://schemas.openxmlformats.org/drawingml/2006/main">
              <a:ext uri="{FF2B5EF4-FFF2-40B4-BE49-F238E27FC236}">
                <a16:creationId xmlns:a16="http://schemas.microsoft.com/office/drawing/2014/main" id="{CCEF7170-850E-4521-AC46-B6CA68742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99889" y="373907"/>
            <a:ext cx="20647" cy="27769"/>
          </a:xfrm>
          <a:custGeom xmlns:a="http://schemas.openxmlformats.org/drawingml/2006/main">
            <a:rect l="0" t="0" r="r" b="b"/>
            <a:pathLst>
              <a:path w="70" h="96">
                <a:moveTo>
                  <a:pt x="56" y="64"/>
                </a:moveTo>
                <a:lnTo>
                  <a:pt x="68" y="66"/>
                </a:lnTo>
                <a:lnTo>
                  <a:pt x="68" y="66"/>
                </a:lnTo>
                <a:lnTo>
                  <a:pt x="64" y="78"/>
                </a:lnTo>
                <a:lnTo>
                  <a:pt x="56" y="88"/>
                </a:lnTo>
                <a:lnTo>
                  <a:pt x="56" y="88"/>
                </a:lnTo>
                <a:lnTo>
                  <a:pt x="48" y="94"/>
                </a:lnTo>
                <a:lnTo>
                  <a:pt x="36" y="96"/>
                </a:lnTo>
                <a:lnTo>
                  <a:pt x="36" y="96"/>
                </a:lnTo>
                <a:lnTo>
                  <a:pt x="28" y="94"/>
                </a:lnTo>
                <a:lnTo>
                  <a:pt x="20" y="92"/>
                </a:lnTo>
                <a:lnTo>
                  <a:pt x="14" y="88"/>
                </a:lnTo>
                <a:lnTo>
                  <a:pt x="10" y="84"/>
                </a:lnTo>
                <a:lnTo>
                  <a:pt x="10" y="84"/>
                </a:lnTo>
                <a:lnTo>
                  <a:pt x="6" y="76"/>
                </a:lnTo>
                <a:lnTo>
                  <a:pt x="2" y="68"/>
                </a:lnTo>
                <a:lnTo>
                  <a:pt x="0" y="60"/>
                </a:lnTo>
                <a:lnTo>
                  <a:pt x="0" y="48"/>
                </a:lnTo>
                <a:lnTo>
                  <a:pt x="0" y="48"/>
                </a:lnTo>
                <a:lnTo>
                  <a:pt x="0" y="38"/>
                </a:lnTo>
                <a:lnTo>
                  <a:pt x="2" y="28"/>
                </a:lnTo>
                <a:lnTo>
                  <a:pt x="6" y="18"/>
                </a:lnTo>
                <a:lnTo>
                  <a:pt x="10" y="12"/>
                </a:lnTo>
                <a:lnTo>
                  <a:pt x="10" y="12"/>
                </a:lnTo>
                <a:lnTo>
                  <a:pt x="14" y="6"/>
                </a:lnTo>
                <a:lnTo>
                  <a:pt x="20" y="2"/>
                </a:lnTo>
                <a:lnTo>
                  <a:pt x="28" y="0"/>
                </a:lnTo>
                <a:lnTo>
                  <a:pt x="34" y="0"/>
                </a:lnTo>
                <a:lnTo>
                  <a:pt x="34" y="0"/>
                </a:lnTo>
                <a:lnTo>
                  <a:pt x="42" y="0"/>
                </a:lnTo>
                <a:lnTo>
                  <a:pt x="48" y="2"/>
                </a:lnTo>
                <a:lnTo>
                  <a:pt x="54" y="6"/>
                </a:lnTo>
                <a:lnTo>
                  <a:pt x="60" y="12"/>
                </a:lnTo>
                <a:lnTo>
                  <a:pt x="60" y="12"/>
                </a:lnTo>
                <a:lnTo>
                  <a:pt x="64" y="18"/>
                </a:lnTo>
                <a:lnTo>
                  <a:pt x="66" y="26"/>
                </a:lnTo>
                <a:lnTo>
                  <a:pt x="68" y="36"/>
                </a:lnTo>
                <a:lnTo>
                  <a:pt x="70" y="48"/>
                </a:lnTo>
                <a:lnTo>
                  <a:pt x="70" y="52"/>
                </a:lnTo>
                <a:lnTo>
                  <a:pt x="12" y="52"/>
                </a:lnTo>
                <a:lnTo>
                  <a:pt x="12" y="52"/>
                </a:lnTo>
                <a:lnTo>
                  <a:pt x="14" y="66"/>
                </a:lnTo>
                <a:lnTo>
                  <a:pt x="20" y="74"/>
                </a:lnTo>
                <a:lnTo>
                  <a:pt x="20" y="74"/>
                </a:lnTo>
                <a:lnTo>
                  <a:pt x="28" y="80"/>
                </a:lnTo>
                <a:lnTo>
                  <a:pt x="36" y="82"/>
                </a:lnTo>
                <a:lnTo>
                  <a:pt x="36" y="82"/>
                </a:lnTo>
                <a:lnTo>
                  <a:pt x="42" y="82"/>
                </a:lnTo>
                <a:lnTo>
                  <a:pt x="48" y="78"/>
                </a:lnTo>
                <a:lnTo>
                  <a:pt x="52" y="72"/>
                </a:lnTo>
                <a:lnTo>
                  <a:pt x="56" y="64"/>
                </a:lnTo>
                <a:lnTo>
                  <a:pt x="56" y="64"/>
                </a:lnTo>
                <a:close/>
                <a:moveTo>
                  <a:pt x="14" y="38"/>
                </a:moveTo>
                <a:lnTo>
                  <a:pt x="56" y="38"/>
                </a:lnTo>
                <a:lnTo>
                  <a:pt x="56" y="38"/>
                </a:lnTo>
                <a:lnTo>
                  <a:pt x="54" y="28"/>
                </a:lnTo>
                <a:lnTo>
                  <a:pt x="50" y="20"/>
                </a:lnTo>
                <a:lnTo>
                  <a:pt x="50" y="20"/>
                </a:lnTo>
                <a:lnTo>
                  <a:pt x="44" y="14"/>
                </a:lnTo>
                <a:lnTo>
                  <a:pt x="34" y="12"/>
                </a:lnTo>
                <a:lnTo>
                  <a:pt x="34" y="12"/>
                </a:lnTo>
                <a:lnTo>
                  <a:pt x="26" y="14"/>
                </a:lnTo>
                <a:lnTo>
                  <a:pt x="20" y="20"/>
                </a:lnTo>
                <a:lnTo>
                  <a:pt x="20" y="20"/>
                </a:lnTo>
                <a:lnTo>
                  <a:pt x="16" y="28"/>
                </a:lnTo>
                <a:lnTo>
                  <a:pt x="14" y="38"/>
                </a:lnTo>
                <a:lnTo>
                  <a:pt x="14" y="38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9977" name="Freeform 146">
            <a:extLst xmlns:a="http://schemas.openxmlformats.org/drawingml/2006/main">
              <a:ext uri="{FF2B5EF4-FFF2-40B4-BE49-F238E27FC236}">
                <a16:creationId xmlns:a16="http://schemas.microsoft.com/office/drawing/2014/main" id="{1AA3CB28-9CC1-42ED-A1B6-1E21D1B58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23486" y="373907"/>
            <a:ext cx="12388" cy="27190"/>
          </a:xfrm>
          <a:custGeom xmlns:a="http://schemas.openxmlformats.org/drawingml/2006/main">
            <a:rect l="0" t="0" r="r" b="b"/>
            <a:pathLst>
              <a:path w="42" h="94">
                <a:moveTo>
                  <a:pt x="0" y="94"/>
                </a:moveTo>
                <a:lnTo>
                  <a:pt x="0" y="2"/>
                </a:lnTo>
                <a:lnTo>
                  <a:pt x="12" y="2"/>
                </a:lnTo>
                <a:lnTo>
                  <a:pt x="12" y="16"/>
                </a:lnTo>
                <a:lnTo>
                  <a:pt x="12" y="16"/>
                </a:lnTo>
                <a:lnTo>
                  <a:pt x="16" y="8"/>
                </a:lnTo>
                <a:lnTo>
                  <a:pt x="20" y="2"/>
                </a:lnTo>
                <a:lnTo>
                  <a:pt x="20" y="2"/>
                </a:lnTo>
                <a:lnTo>
                  <a:pt x="24" y="0"/>
                </a:lnTo>
                <a:lnTo>
                  <a:pt x="28" y="0"/>
                </a:lnTo>
                <a:lnTo>
                  <a:pt x="28" y="0"/>
                </a:lnTo>
                <a:lnTo>
                  <a:pt x="34" y="0"/>
                </a:lnTo>
                <a:lnTo>
                  <a:pt x="42" y="4"/>
                </a:lnTo>
                <a:lnTo>
                  <a:pt x="36" y="18"/>
                </a:lnTo>
                <a:lnTo>
                  <a:pt x="36" y="18"/>
                </a:lnTo>
                <a:lnTo>
                  <a:pt x="32" y="16"/>
                </a:lnTo>
                <a:lnTo>
                  <a:pt x="28" y="16"/>
                </a:lnTo>
                <a:lnTo>
                  <a:pt x="28" y="16"/>
                </a:lnTo>
                <a:lnTo>
                  <a:pt x="24" y="16"/>
                </a:lnTo>
                <a:lnTo>
                  <a:pt x="20" y="18"/>
                </a:lnTo>
                <a:lnTo>
                  <a:pt x="20" y="18"/>
                </a:lnTo>
                <a:lnTo>
                  <a:pt x="18" y="22"/>
                </a:lnTo>
                <a:lnTo>
                  <a:pt x="16" y="26"/>
                </a:lnTo>
                <a:lnTo>
                  <a:pt x="16" y="26"/>
                </a:lnTo>
                <a:lnTo>
                  <a:pt x="14" y="36"/>
                </a:lnTo>
                <a:lnTo>
                  <a:pt x="14" y="46"/>
                </a:lnTo>
                <a:lnTo>
                  <a:pt x="14" y="94"/>
                </a:lnTo>
                <a:lnTo>
                  <a:pt x="0" y="94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9978" name="Freeform 147">
            <a:extLst xmlns:a="http://schemas.openxmlformats.org/drawingml/2006/main">
              <a:ext uri="{FF2B5EF4-FFF2-40B4-BE49-F238E27FC236}">
                <a16:creationId xmlns:a16="http://schemas.microsoft.com/office/drawing/2014/main" id="{9AE985D2-BA0E-46F5-BB59-567396F95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36465" y="364072"/>
            <a:ext cx="3539" cy="37025"/>
          </a:xfrm>
          <a:custGeom xmlns:a="http://schemas.openxmlformats.org/drawingml/2006/main">
            <a:rect l="0" t="0" r="r" b="b"/>
            <a:pathLst>
              <a:path w="12" h="128">
                <a:moveTo>
                  <a:pt x="0" y="18"/>
                </a:moveTo>
                <a:lnTo>
                  <a:pt x="0" y="0"/>
                </a:lnTo>
                <a:lnTo>
                  <a:pt x="12" y="0"/>
                </a:lnTo>
                <a:lnTo>
                  <a:pt x="12" y="18"/>
                </a:lnTo>
                <a:lnTo>
                  <a:pt x="0" y="18"/>
                </a:lnTo>
                <a:close/>
                <a:moveTo>
                  <a:pt x="0" y="128"/>
                </a:moveTo>
                <a:lnTo>
                  <a:pt x="0" y="36"/>
                </a:lnTo>
                <a:lnTo>
                  <a:pt x="12" y="36"/>
                </a:lnTo>
                <a:lnTo>
                  <a:pt x="12" y="128"/>
                </a:lnTo>
                <a:lnTo>
                  <a:pt x="0" y="128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9979" name="Freeform 148">
            <a:extLst xmlns:a="http://schemas.openxmlformats.org/drawingml/2006/main">
              <a:ext uri="{FF2B5EF4-FFF2-40B4-BE49-F238E27FC236}">
                <a16:creationId xmlns:a16="http://schemas.microsoft.com/office/drawing/2014/main" id="{6F218AB3-652F-479F-983F-FCBE69232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44724" y="373907"/>
            <a:ext cx="18287" cy="27190"/>
          </a:xfrm>
          <a:custGeom xmlns:a="http://schemas.openxmlformats.org/drawingml/2006/main">
            <a:rect l="0" t="0" r="r" b="b"/>
            <a:pathLst>
              <a:path w="62" h="94">
                <a:moveTo>
                  <a:pt x="0" y="94"/>
                </a:moveTo>
                <a:lnTo>
                  <a:pt x="0" y="2"/>
                </a:lnTo>
                <a:lnTo>
                  <a:pt x="12" y="2"/>
                </a:lnTo>
                <a:lnTo>
                  <a:pt x="12" y="14"/>
                </a:lnTo>
                <a:lnTo>
                  <a:pt x="12" y="14"/>
                </a:lnTo>
                <a:lnTo>
                  <a:pt x="16" y="8"/>
                </a:lnTo>
                <a:lnTo>
                  <a:pt x="22" y="4"/>
                </a:lnTo>
                <a:lnTo>
                  <a:pt x="22" y="4"/>
                </a:lnTo>
                <a:lnTo>
                  <a:pt x="28" y="0"/>
                </a:lnTo>
                <a:lnTo>
                  <a:pt x="36" y="0"/>
                </a:lnTo>
                <a:lnTo>
                  <a:pt x="36" y="0"/>
                </a:lnTo>
                <a:lnTo>
                  <a:pt x="42" y="0"/>
                </a:lnTo>
                <a:lnTo>
                  <a:pt x="46" y="2"/>
                </a:lnTo>
                <a:lnTo>
                  <a:pt x="46" y="2"/>
                </a:lnTo>
                <a:lnTo>
                  <a:pt x="56" y="8"/>
                </a:lnTo>
                <a:lnTo>
                  <a:pt x="56" y="8"/>
                </a:lnTo>
                <a:lnTo>
                  <a:pt x="58" y="12"/>
                </a:lnTo>
                <a:lnTo>
                  <a:pt x="60" y="18"/>
                </a:lnTo>
                <a:lnTo>
                  <a:pt x="60" y="18"/>
                </a:lnTo>
                <a:lnTo>
                  <a:pt x="62" y="36"/>
                </a:lnTo>
                <a:lnTo>
                  <a:pt x="62" y="94"/>
                </a:lnTo>
                <a:lnTo>
                  <a:pt x="48" y="94"/>
                </a:lnTo>
                <a:lnTo>
                  <a:pt x="48" y="38"/>
                </a:lnTo>
                <a:lnTo>
                  <a:pt x="48" y="38"/>
                </a:lnTo>
                <a:lnTo>
                  <a:pt x="46" y="22"/>
                </a:lnTo>
                <a:lnTo>
                  <a:pt x="46" y="22"/>
                </a:lnTo>
                <a:lnTo>
                  <a:pt x="44" y="18"/>
                </a:lnTo>
                <a:lnTo>
                  <a:pt x="42" y="16"/>
                </a:lnTo>
                <a:lnTo>
                  <a:pt x="42" y="16"/>
                </a:lnTo>
                <a:lnTo>
                  <a:pt x="38" y="14"/>
                </a:lnTo>
                <a:lnTo>
                  <a:pt x="32" y="12"/>
                </a:lnTo>
                <a:lnTo>
                  <a:pt x="32" y="12"/>
                </a:lnTo>
                <a:lnTo>
                  <a:pt x="24" y="14"/>
                </a:lnTo>
                <a:lnTo>
                  <a:pt x="18" y="20"/>
                </a:lnTo>
                <a:lnTo>
                  <a:pt x="18" y="20"/>
                </a:lnTo>
                <a:lnTo>
                  <a:pt x="14" y="28"/>
                </a:lnTo>
                <a:lnTo>
                  <a:pt x="12" y="44"/>
                </a:lnTo>
                <a:lnTo>
                  <a:pt x="12" y="94"/>
                </a:lnTo>
                <a:lnTo>
                  <a:pt x="0" y="94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9980" name="Freeform 149">
            <a:extLst xmlns:a="http://schemas.openxmlformats.org/drawingml/2006/main">
              <a:ext uri="{FF2B5EF4-FFF2-40B4-BE49-F238E27FC236}">
                <a16:creationId xmlns:a16="http://schemas.microsoft.com/office/drawing/2014/main" id="{CBE743F4-3D79-4F2C-845A-20A78C82C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65961" y="373907"/>
            <a:ext cx="19467" cy="37604"/>
          </a:xfrm>
          <a:custGeom xmlns:a="http://schemas.openxmlformats.org/drawingml/2006/main">
            <a:rect l="0" t="0" r="r" b="b"/>
            <a:pathLst>
              <a:path w="66" h="130">
                <a:moveTo>
                  <a:pt x="2" y="102"/>
                </a:moveTo>
                <a:lnTo>
                  <a:pt x="14" y="104"/>
                </a:lnTo>
                <a:lnTo>
                  <a:pt x="14" y="104"/>
                </a:lnTo>
                <a:lnTo>
                  <a:pt x="16" y="110"/>
                </a:lnTo>
                <a:lnTo>
                  <a:pt x="20" y="114"/>
                </a:lnTo>
                <a:lnTo>
                  <a:pt x="20" y="114"/>
                </a:lnTo>
                <a:lnTo>
                  <a:pt x="24" y="116"/>
                </a:lnTo>
                <a:lnTo>
                  <a:pt x="32" y="118"/>
                </a:lnTo>
                <a:lnTo>
                  <a:pt x="32" y="118"/>
                </a:lnTo>
                <a:lnTo>
                  <a:pt x="40" y="116"/>
                </a:lnTo>
                <a:lnTo>
                  <a:pt x="44" y="114"/>
                </a:lnTo>
                <a:lnTo>
                  <a:pt x="44" y="114"/>
                </a:lnTo>
                <a:lnTo>
                  <a:pt x="50" y="108"/>
                </a:lnTo>
                <a:lnTo>
                  <a:pt x="52" y="102"/>
                </a:lnTo>
                <a:lnTo>
                  <a:pt x="52" y="102"/>
                </a:lnTo>
                <a:lnTo>
                  <a:pt x="52" y="82"/>
                </a:lnTo>
                <a:lnTo>
                  <a:pt x="52" y="82"/>
                </a:lnTo>
                <a:lnTo>
                  <a:pt x="48" y="86"/>
                </a:lnTo>
                <a:lnTo>
                  <a:pt x="44" y="90"/>
                </a:lnTo>
                <a:lnTo>
                  <a:pt x="44" y="90"/>
                </a:lnTo>
                <a:lnTo>
                  <a:pt x="38" y="92"/>
                </a:lnTo>
                <a:lnTo>
                  <a:pt x="32" y="94"/>
                </a:lnTo>
                <a:lnTo>
                  <a:pt x="32" y="94"/>
                </a:lnTo>
                <a:lnTo>
                  <a:pt x="26" y="92"/>
                </a:lnTo>
                <a:lnTo>
                  <a:pt x="20" y="90"/>
                </a:lnTo>
                <a:lnTo>
                  <a:pt x="14" y="86"/>
                </a:lnTo>
                <a:lnTo>
                  <a:pt x="10" y="82"/>
                </a:lnTo>
                <a:lnTo>
                  <a:pt x="10" y="82"/>
                </a:lnTo>
                <a:lnTo>
                  <a:pt x="6" y="74"/>
                </a:lnTo>
                <a:lnTo>
                  <a:pt x="2" y="66"/>
                </a:lnTo>
                <a:lnTo>
                  <a:pt x="0" y="58"/>
                </a:lnTo>
                <a:lnTo>
                  <a:pt x="0" y="46"/>
                </a:lnTo>
                <a:lnTo>
                  <a:pt x="0" y="46"/>
                </a:lnTo>
                <a:lnTo>
                  <a:pt x="0" y="32"/>
                </a:lnTo>
                <a:lnTo>
                  <a:pt x="4" y="20"/>
                </a:lnTo>
                <a:lnTo>
                  <a:pt x="4" y="20"/>
                </a:lnTo>
                <a:lnTo>
                  <a:pt x="10" y="12"/>
                </a:lnTo>
                <a:lnTo>
                  <a:pt x="16" y="4"/>
                </a:lnTo>
                <a:lnTo>
                  <a:pt x="16" y="4"/>
                </a:lnTo>
                <a:lnTo>
                  <a:pt x="24" y="0"/>
                </a:lnTo>
                <a:lnTo>
                  <a:pt x="32" y="0"/>
                </a:lnTo>
                <a:lnTo>
                  <a:pt x="32" y="0"/>
                </a:lnTo>
                <a:lnTo>
                  <a:pt x="38" y="0"/>
                </a:lnTo>
                <a:lnTo>
                  <a:pt x="44" y="2"/>
                </a:lnTo>
                <a:lnTo>
                  <a:pt x="44" y="2"/>
                </a:lnTo>
                <a:lnTo>
                  <a:pt x="50" y="6"/>
                </a:lnTo>
                <a:lnTo>
                  <a:pt x="54" y="12"/>
                </a:lnTo>
                <a:lnTo>
                  <a:pt x="54" y="2"/>
                </a:lnTo>
                <a:lnTo>
                  <a:pt x="66" y="2"/>
                </a:lnTo>
                <a:lnTo>
                  <a:pt x="66" y="80"/>
                </a:lnTo>
                <a:lnTo>
                  <a:pt x="66" y="80"/>
                </a:lnTo>
                <a:lnTo>
                  <a:pt x="64" y="100"/>
                </a:lnTo>
                <a:lnTo>
                  <a:pt x="62" y="112"/>
                </a:lnTo>
                <a:lnTo>
                  <a:pt x="62" y="112"/>
                </a:lnTo>
                <a:lnTo>
                  <a:pt x="58" y="120"/>
                </a:lnTo>
                <a:lnTo>
                  <a:pt x="52" y="126"/>
                </a:lnTo>
                <a:lnTo>
                  <a:pt x="52" y="126"/>
                </a:lnTo>
                <a:lnTo>
                  <a:pt x="42" y="130"/>
                </a:lnTo>
                <a:lnTo>
                  <a:pt x="32" y="130"/>
                </a:lnTo>
                <a:lnTo>
                  <a:pt x="32" y="130"/>
                </a:lnTo>
                <a:lnTo>
                  <a:pt x="20" y="128"/>
                </a:lnTo>
                <a:lnTo>
                  <a:pt x="14" y="126"/>
                </a:lnTo>
                <a:lnTo>
                  <a:pt x="10" y="122"/>
                </a:lnTo>
                <a:lnTo>
                  <a:pt x="10" y="122"/>
                </a:lnTo>
                <a:lnTo>
                  <a:pt x="6" y="118"/>
                </a:lnTo>
                <a:lnTo>
                  <a:pt x="4" y="114"/>
                </a:lnTo>
                <a:lnTo>
                  <a:pt x="2" y="102"/>
                </a:lnTo>
                <a:lnTo>
                  <a:pt x="2" y="102"/>
                </a:lnTo>
                <a:close/>
                <a:moveTo>
                  <a:pt x="12" y="46"/>
                </a:moveTo>
                <a:lnTo>
                  <a:pt x="12" y="46"/>
                </a:lnTo>
                <a:lnTo>
                  <a:pt x="14" y="62"/>
                </a:lnTo>
                <a:lnTo>
                  <a:pt x="18" y="72"/>
                </a:lnTo>
                <a:lnTo>
                  <a:pt x="18" y="72"/>
                </a:lnTo>
                <a:lnTo>
                  <a:pt x="26" y="78"/>
                </a:lnTo>
                <a:lnTo>
                  <a:pt x="34" y="80"/>
                </a:lnTo>
                <a:lnTo>
                  <a:pt x="34" y="80"/>
                </a:lnTo>
                <a:lnTo>
                  <a:pt x="42" y="78"/>
                </a:lnTo>
                <a:lnTo>
                  <a:pt x="48" y="72"/>
                </a:lnTo>
                <a:lnTo>
                  <a:pt x="48" y="72"/>
                </a:lnTo>
                <a:lnTo>
                  <a:pt x="52" y="62"/>
                </a:lnTo>
                <a:lnTo>
                  <a:pt x="54" y="46"/>
                </a:lnTo>
                <a:lnTo>
                  <a:pt x="54" y="46"/>
                </a:lnTo>
                <a:lnTo>
                  <a:pt x="52" y="32"/>
                </a:lnTo>
                <a:lnTo>
                  <a:pt x="48" y="20"/>
                </a:lnTo>
                <a:lnTo>
                  <a:pt x="48" y="20"/>
                </a:lnTo>
                <a:lnTo>
                  <a:pt x="40" y="14"/>
                </a:lnTo>
                <a:lnTo>
                  <a:pt x="32" y="12"/>
                </a:lnTo>
                <a:lnTo>
                  <a:pt x="32" y="12"/>
                </a:lnTo>
                <a:lnTo>
                  <a:pt x="26" y="14"/>
                </a:lnTo>
                <a:lnTo>
                  <a:pt x="18" y="20"/>
                </a:lnTo>
                <a:lnTo>
                  <a:pt x="18" y="20"/>
                </a:lnTo>
                <a:lnTo>
                  <a:pt x="14" y="32"/>
                </a:lnTo>
                <a:lnTo>
                  <a:pt x="12" y="46"/>
                </a:lnTo>
                <a:lnTo>
                  <a:pt x="12" y="46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9981" name="Freeform 150">
            <a:extLst xmlns:a="http://schemas.openxmlformats.org/drawingml/2006/main">
              <a:ext uri="{FF2B5EF4-FFF2-40B4-BE49-F238E27FC236}">
                <a16:creationId xmlns:a16="http://schemas.microsoft.com/office/drawing/2014/main" id="{F9F83AD3-81A9-4EC5-9E58-16FB445AB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97818" y="364072"/>
            <a:ext cx="24777" cy="37025"/>
          </a:xfrm>
          <a:custGeom xmlns:a="http://schemas.openxmlformats.org/drawingml/2006/main">
            <a:rect l="0" t="0" r="r" b="b"/>
            <a:pathLst>
              <a:path w="84" h="128">
                <a:moveTo>
                  <a:pt x="34" y="128"/>
                </a:moveTo>
                <a:lnTo>
                  <a:pt x="34" y="16"/>
                </a:lnTo>
                <a:lnTo>
                  <a:pt x="0" y="16"/>
                </a:lnTo>
                <a:lnTo>
                  <a:pt x="0" y="0"/>
                </a:lnTo>
                <a:lnTo>
                  <a:pt x="84" y="0"/>
                </a:lnTo>
                <a:lnTo>
                  <a:pt x="84" y="16"/>
                </a:lnTo>
                <a:lnTo>
                  <a:pt x="48" y="16"/>
                </a:lnTo>
                <a:lnTo>
                  <a:pt x="48" y="128"/>
                </a:lnTo>
                <a:lnTo>
                  <a:pt x="34" y="128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9982" name="Freeform 151">
            <a:extLst xmlns:a="http://schemas.openxmlformats.org/drawingml/2006/main">
              <a:ext uri="{FF2B5EF4-FFF2-40B4-BE49-F238E27FC236}">
                <a16:creationId xmlns:a16="http://schemas.microsoft.com/office/drawing/2014/main" id="{96D03B19-E95C-4F34-9EB9-6A2B17669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18465" y="373907"/>
            <a:ext cx="20647" cy="27769"/>
          </a:xfrm>
          <a:custGeom xmlns:a="http://schemas.openxmlformats.org/drawingml/2006/main">
            <a:rect l="0" t="0" r="r" b="b"/>
            <a:pathLst>
              <a:path w="70" h="96">
                <a:moveTo>
                  <a:pt x="56" y="64"/>
                </a:moveTo>
                <a:lnTo>
                  <a:pt x="70" y="66"/>
                </a:lnTo>
                <a:lnTo>
                  <a:pt x="70" y="66"/>
                </a:lnTo>
                <a:lnTo>
                  <a:pt x="64" y="78"/>
                </a:lnTo>
                <a:lnTo>
                  <a:pt x="58" y="88"/>
                </a:lnTo>
                <a:lnTo>
                  <a:pt x="58" y="88"/>
                </a:lnTo>
                <a:lnTo>
                  <a:pt x="48" y="94"/>
                </a:lnTo>
                <a:lnTo>
                  <a:pt x="36" y="96"/>
                </a:lnTo>
                <a:lnTo>
                  <a:pt x="36" y="96"/>
                </a:lnTo>
                <a:lnTo>
                  <a:pt x="28" y="94"/>
                </a:lnTo>
                <a:lnTo>
                  <a:pt x="22" y="92"/>
                </a:lnTo>
                <a:lnTo>
                  <a:pt x="16" y="88"/>
                </a:lnTo>
                <a:lnTo>
                  <a:pt x="10" y="84"/>
                </a:lnTo>
                <a:lnTo>
                  <a:pt x="10" y="84"/>
                </a:lnTo>
                <a:lnTo>
                  <a:pt x="6" y="76"/>
                </a:lnTo>
                <a:lnTo>
                  <a:pt x="2" y="68"/>
                </a:lnTo>
                <a:lnTo>
                  <a:pt x="0" y="60"/>
                </a:lnTo>
                <a:lnTo>
                  <a:pt x="0" y="48"/>
                </a:lnTo>
                <a:lnTo>
                  <a:pt x="0" y="48"/>
                </a:lnTo>
                <a:lnTo>
                  <a:pt x="0" y="38"/>
                </a:lnTo>
                <a:lnTo>
                  <a:pt x="2" y="28"/>
                </a:lnTo>
                <a:lnTo>
                  <a:pt x="6" y="18"/>
                </a:lnTo>
                <a:lnTo>
                  <a:pt x="10" y="12"/>
                </a:lnTo>
                <a:lnTo>
                  <a:pt x="10" y="12"/>
                </a:lnTo>
                <a:lnTo>
                  <a:pt x="16" y="6"/>
                </a:lnTo>
                <a:lnTo>
                  <a:pt x="22" y="2"/>
                </a:lnTo>
                <a:lnTo>
                  <a:pt x="28" y="0"/>
                </a:lnTo>
                <a:lnTo>
                  <a:pt x="36" y="0"/>
                </a:lnTo>
                <a:lnTo>
                  <a:pt x="36" y="0"/>
                </a:lnTo>
                <a:lnTo>
                  <a:pt x="42" y="0"/>
                </a:lnTo>
                <a:lnTo>
                  <a:pt x="50" y="2"/>
                </a:lnTo>
                <a:lnTo>
                  <a:pt x="54" y="6"/>
                </a:lnTo>
                <a:lnTo>
                  <a:pt x="60" y="12"/>
                </a:lnTo>
                <a:lnTo>
                  <a:pt x="60" y="12"/>
                </a:lnTo>
                <a:lnTo>
                  <a:pt x="64" y="18"/>
                </a:lnTo>
                <a:lnTo>
                  <a:pt x="68" y="26"/>
                </a:lnTo>
                <a:lnTo>
                  <a:pt x="70" y="36"/>
                </a:lnTo>
                <a:lnTo>
                  <a:pt x="70" y="48"/>
                </a:lnTo>
                <a:lnTo>
                  <a:pt x="70" y="52"/>
                </a:lnTo>
                <a:lnTo>
                  <a:pt x="14" y="52"/>
                </a:lnTo>
                <a:lnTo>
                  <a:pt x="14" y="52"/>
                </a:lnTo>
                <a:lnTo>
                  <a:pt x="16" y="66"/>
                </a:lnTo>
                <a:lnTo>
                  <a:pt x="20" y="74"/>
                </a:lnTo>
                <a:lnTo>
                  <a:pt x="20" y="74"/>
                </a:lnTo>
                <a:lnTo>
                  <a:pt x="28" y="80"/>
                </a:lnTo>
                <a:lnTo>
                  <a:pt x="36" y="82"/>
                </a:lnTo>
                <a:lnTo>
                  <a:pt x="36" y="82"/>
                </a:lnTo>
                <a:lnTo>
                  <a:pt x="42" y="82"/>
                </a:lnTo>
                <a:lnTo>
                  <a:pt x="48" y="78"/>
                </a:lnTo>
                <a:lnTo>
                  <a:pt x="52" y="72"/>
                </a:lnTo>
                <a:lnTo>
                  <a:pt x="56" y="64"/>
                </a:lnTo>
                <a:lnTo>
                  <a:pt x="56" y="64"/>
                </a:lnTo>
                <a:close/>
                <a:moveTo>
                  <a:pt x="14" y="38"/>
                </a:moveTo>
                <a:lnTo>
                  <a:pt x="56" y="38"/>
                </a:lnTo>
                <a:lnTo>
                  <a:pt x="56" y="38"/>
                </a:lnTo>
                <a:lnTo>
                  <a:pt x="54" y="28"/>
                </a:lnTo>
                <a:lnTo>
                  <a:pt x="52" y="20"/>
                </a:lnTo>
                <a:lnTo>
                  <a:pt x="52" y="20"/>
                </a:lnTo>
                <a:lnTo>
                  <a:pt x="44" y="14"/>
                </a:lnTo>
                <a:lnTo>
                  <a:pt x="36" y="12"/>
                </a:lnTo>
                <a:lnTo>
                  <a:pt x="36" y="12"/>
                </a:lnTo>
                <a:lnTo>
                  <a:pt x="28" y="14"/>
                </a:lnTo>
                <a:lnTo>
                  <a:pt x="20" y="20"/>
                </a:lnTo>
                <a:lnTo>
                  <a:pt x="20" y="20"/>
                </a:lnTo>
                <a:lnTo>
                  <a:pt x="16" y="28"/>
                </a:lnTo>
                <a:lnTo>
                  <a:pt x="14" y="38"/>
                </a:lnTo>
                <a:lnTo>
                  <a:pt x="14" y="38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9983" name="Freeform 152">
            <a:extLst xmlns:a="http://schemas.openxmlformats.org/drawingml/2006/main">
              <a:ext uri="{FF2B5EF4-FFF2-40B4-BE49-F238E27FC236}">
                <a16:creationId xmlns:a16="http://schemas.microsoft.com/office/drawing/2014/main" id="{909C7067-3DCE-4441-B3CD-5D8003545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1473" y="373907"/>
            <a:ext cx="18877" cy="27769"/>
          </a:xfrm>
          <a:custGeom xmlns:a="http://schemas.openxmlformats.org/drawingml/2006/main">
            <a:rect l="0" t="0" r="r" b="b"/>
            <a:pathLst>
              <a:path w="64" h="96">
                <a:moveTo>
                  <a:pt x="52" y="60"/>
                </a:moveTo>
                <a:lnTo>
                  <a:pt x="64" y="62"/>
                </a:lnTo>
                <a:lnTo>
                  <a:pt x="64" y="62"/>
                </a:lnTo>
                <a:lnTo>
                  <a:pt x="62" y="76"/>
                </a:lnTo>
                <a:lnTo>
                  <a:pt x="58" y="82"/>
                </a:lnTo>
                <a:lnTo>
                  <a:pt x="54" y="86"/>
                </a:lnTo>
                <a:lnTo>
                  <a:pt x="54" y="86"/>
                </a:lnTo>
                <a:lnTo>
                  <a:pt x="44" y="94"/>
                </a:lnTo>
                <a:lnTo>
                  <a:pt x="34" y="96"/>
                </a:lnTo>
                <a:lnTo>
                  <a:pt x="34" y="96"/>
                </a:lnTo>
                <a:lnTo>
                  <a:pt x="26" y="94"/>
                </a:lnTo>
                <a:lnTo>
                  <a:pt x="20" y="92"/>
                </a:lnTo>
                <a:lnTo>
                  <a:pt x="14" y="88"/>
                </a:lnTo>
                <a:lnTo>
                  <a:pt x="8" y="84"/>
                </a:lnTo>
                <a:lnTo>
                  <a:pt x="8" y="84"/>
                </a:lnTo>
                <a:lnTo>
                  <a:pt x="4" y="76"/>
                </a:lnTo>
                <a:lnTo>
                  <a:pt x="2" y="68"/>
                </a:lnTo>
                <a:lnTo>
                  <a:pt x="0" y="58"/>
                </a:lnTo>
                <a:lnTo>
                  <a:pt x="0" y="48"/>
                </a:lnTo>
                <a:lnTo>
                  <a:pt x="0" y="48"/>
                </a:lnTo>
                <a:lnTo>
                  <a:pt x="0" y="36"/>
                </a:lnTo>
                <a:lnTo>
                  <a:pt x="2" y="26"/>
                </a:lnTo>
                <a:lnTo>
                  <a:pt x="4" y="18"/>
                </a:lnTo>
                <a:lnTo>
                  <a:pt x="8" y="12"/>
                </a:lnTo>
                <a:lnTo>
                  <a:pt x="8" y="12"/>
                </a:lnTo>
                <a:lnTo>
                  <a:pt x="14" y="6"/>
                </a:lnTo>
                <a:lnTo>
                  <a:pt x="20" y="2"/>
                </a:lnTo>
                <a:lnTo>
                  <a:pt x="26" y="0"/>
                </a:lnTo>
                <a:lnTo>
                  <a:pt x="34" y="0"/>
                </a:lnTo>
                <a:lnTo>
                  <a:pt x="34" y="0"/>
                </a:lnTo>
                <a:lnTo>
                  <a:pt x="44" y="2"/>
                </a:lnTo>
                <a:lnTo>
                  <a:pt x="54" y="6"/>
                </a:lnTo>
                <a:lnTo>
                  <a:pt x="54" y="6"/>
                </a:lnTo>
                <a:lnTo>
                  <a:pt x="60" y="16"/>
                </a:lnTo>
                <a:lnTo>
                  <a:pt x="64" y="28"/>
                </a:lnTo>
                <a:lnTo>
                  <a:pt x="52" y="30"/>
                </a:lnTo>
                <a:lnTo>
                  <a:pt x="52" y="30"/>
                </a:lnTo>
                <a:lnTo>
                  <a:pt x="48" y="22"/>
                </a:lnTo>
                <a:lnTo>
                  <a:pt x="44" y="16"/>
                </a:lnTo>
                <a:lnTo>
                  <a:pt x="44" y="16"/>
                </a:lnTo>
                <a:lnTo>
                  <a:pt x="40" y="14"/>
                </a:lnTo>
                <a:lnTo>
                  <a:pt x="34" y="12"/>
                </a:lnTo>
                <a:lnTo>
                  <a:pt x="34" y="12"/>
                </a:lnTo>
                <a:lnTo>
                  <a:pt x="26" y="14"/>
                </a:lnTo>
                <a:lnTo>
                  <a:pt x="18" y="20"/>
                </a:lnTo>
                <a:lnTo>
                  <a:pt x="18" y="20"/>
                </a:lnTo>
                <a:lnTo>
                  <a:pt x="16" y="26"/>
                </a:lnTo>
                <a:lnTo>
                  <a:pt x="14" y="32"/>
                </a:lnTo>
                <a:lnTo>
                  <a:pt x="12" y="48"/>
                </a:lnTo>
                <a:lnTo>
                  <a:pt x="12" y="48"/>
                </a:lnTo>
                <a:lnTo>
                  <a:pt x="14" y="64"/>
                </a:lnTo>
                <a:lnTo>
                  <a:pt x="18" y="74"/>
                </a:lnTo>
                <a:lnTo>
                  <a:pt x="18" y="74"/>
                </a:lnTo>
                <a:lnTo>
                  <a:pt x="24" y="80"/>
                </a:lnTo>
                <a:lnTo>
                  <a:pt x="34" y="82"/>
                </a:lnTo>
                <a:lnTo>
                  <a:pt x="34" y="82"/>
                </a:lnTo>
                <a:lnTo>
                  <a:pt x="40" y="82"/>
                </a:lnTo>
                <a:lnTo>
                  <a:pt x="46" y="78"/>
                </a:lnTo>
                <a:lnTo>
                  <a:pt x="46" y="78"/>
                </a:lnTo>
                <a:lnTo>
                  <a:pt x="50" y="70"/>
                </a:lnTo>
                <a:lnTo>
                  <a:pt x="52" y="60"/>
                </a:lnTo>
                <a:lnTo>
                  <a:pt x="52" y="60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9984" name="Freeform 153">
            <a:extLst xmlns:a="http://schemas.openxmlformats.org/drawingml/2006/main">
              <a:ext uri="{FF2B5EF4-FFF2-40B4-BE49-F238E27FC236}">
                <a16:creationId xmlns:a16="http://schemas.microsoft.com/office/drawing/2014/main" id="{DF2837BF-E3FB-405C-972C-55D909503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2711" y="364072"/>
            <a:ext cx="17698" cy="37025"/>
          </a:xfrm>
          <a:custGeom xmlns:a="http://schemas.openxmlformats.org/drawingml/2006/main">
            <a:rect l="0" t="0" r="r" b="b"/>
            <a:pathLst>
              <a:path w="60" h="128">
                <a:moveTo>
                  <a:pt x="0" y="128"/>
                </a:moveTo>
                <a:lnTo>
                  <a:pt x="0" y="0"/>
                </a:lnTo>
                <a:lnTo>
                  <a:pt x="12" y="0"/>
                </a:lnTo>
                <a:lnTo>
                  <a:pt x="12" y="46"/>
                </a:lnTo>
                <a:lnTo>
                  <a:pt x="12" y="46"/>
                </a:lnTo>
                <a:lnTo>
                  <a:pt x="16" y="40"/>
                </a:lnTo>
                <a:lnTo>
                  <a:pt x="22" y="36"/>
                </a:lnTo>
                <a:lnTo>
                  <a:pt x="22" y="36"/>
                </a:lnTo>
                <a:lnTo>
                  <a:pt x="28" y="34"/>
                </a:lnTo>
                <a:lnTo>
                  <a:pt x="34" y="34"/>
                </a:lnTo>
                <a:lnTo>
                  <a:pt x="34" y="34"/>
                </a:lnTo>
                <a:lnTo>
                  <a:pt x="46" y="36"/>
                </a:lnTo>
                <a:lnTo>
                  <a:pt x="54" y="42"/>
                </a:lnTo>
                <a:lnTo>
                  <a:pt x="54" y="42"/>
                </a:lnTo>
                <a:lnTo>
                  <a:pt x="56" y="46"/>
                </a:lnTo>
                <a:lnTo>
                  <a:pt x="58" y="52"/>
                </a:lnTo>
                <a:lnTo>
                  <a:pt x="60" y="70"/>
                </a:lnTo>
                <a:lnTo>
                  <a:pt x="60" y="128"/>
                </a:lnTo>
                <a:lnTo>
                  <a:pt x="48" y="128"/>
                </a:lnTo>
                <a:lnTo>
                  <a:pt x="48" y="70"/>
                </a:lnTo>
                <a:lnTo>
                  <a:pt x="48" y="70"/>
                </a:lnTo>
                <a:lnTo>
                  <a:pt x="46" y="58"/>
                </a:lnTo>
                <a:lnTo>
                  <a:pt x="44" y="52"/>
                </a:lnTo>
                <a:lnTo>
                  <a:pt x="44" y="52"/>
                </a:lnTo>
                <a:lnTo>
                  <a:pt x="38" y="48"/>
                </a:lnTo>
                <a:lnTo>
                  <a:pt x="32" y="46"/>
                </a:lnTo>
                <a:lnTo>
                  <a:pt x="32" y="46"/>
                </a:lnTo>
                <a:lnTo>
                  <a:pt x="24" y="48"/>
                </a:lnTo>
                <a:lnTo>
                  <a:pt x="18" y="54"/>
                </a:lnTo>
                <a:lnTo>
                  <a:pt x="18" y="54"/>
                </a:lnTo>
                <a:lnTo>
                  <a:pt x="16" y="58"/>
                </a:lnTo>
                <a:lnTo>
                  <a:pt x="14" y="62"/>
                </a:lnTo>
                <a:lnTo>
                  <a:pt x="12" y="78"/>
                </a:lnTo>
                <a:lnTo>
                  <a:pt x="12" y="128"/>
                </a:lnTo>
                <a:lnTo>
                  <a:pt x="0" y="128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9985" name="Freeform 154">
            <a:extLst xmlns:a="http://schemas.openxmlformats.org/drawingml/2006/main">
              <a:ext uri="{FF2B5EF4-FFF2-40B4-BE49-F238E27FC236}">
                <a16:creationId xmlns:a16="http://schemas.microsoft.com/office/drawing/2014/main" id="{044ED6FB-BBF5-49C3-97D6-CA1B2F877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85128" y="373907"/>
            <a:ext cx="17698" cy="27190"/>
          </a:xfrm>
          <a:custGeom xmlns:a="http://schemas.openxmlformats.org/drawingml/2006/main">
            <a:rect l="0" t="0" r="r" b="b"/>
            <a:pathLst>
              <a:path w="60" h="94">
                <a:moveTo>
                  <a:pt x="0" y="94"/>
                </a:moveTo>
                <a:lnTo>
                  <a:pt x="0" y="2"/>
                </a:lnTo>
                <a:lnTo>
                  <a:pt x="12" y="2"/>
                </a:lnTo>
                <a:lnTo>
                  <a:pt x="12" y="14"/>
                </a:lnTo>
                <a:lnTo>
                  <a:pt x="12" y="14"/>
                </a:lnTo>
                <a:lnTo>
                  <a:pt x="16" y="8"/>
                </a:lnTo>
                <a:lnTo>
                  <a:pt x="22" y="4"/>
                </a:lnTo>
                <a:lnTo>
                  <a:pt x="22" y="4"/>
                </a:lnTo>
                <a:lnTo>
                  <a:pt x="28" y="0"/>
                </a:lnTo>
                <a:lnTo>
                  <a:pt x="36" y="0"/>
                </a:lnTo>
                <a:lnTo>
                  <a:pt x="36" y="0"/>
                </a:lnTo>
                <a:lnTo>
                  <a:pt x="40" y="0"/>
                </a:lnTo>
                <a:lnTo>
                  <a:pt x="46" y="2"/>
                </a:lnTo>
                <a:lnTo>
                  <a:pt x="46" y="2"/>
                </a:lnTo>
                <a:lnTo>
                  <a:pt x="54" y="8"/>
                </a:lnTo>
                <a:lnTo>
                  <a:pt x="54" y="8"/>
                </a:lnTo>
                <a:lnTo>
                  <a:pt x="58" y="12"/>
                </a:lnTo>
                <a:lnTo>
                  <a:pt x="60" y="18"/>
                </a:lnTo>
                <a:lnTo>
                  <a:pt x="60" y="18"/>
                </a:lnTo>
                <a:lnTo>
                  <a:pt x="60" y="36"/>
                </a:lnTo>
                <a:lnTo>
                  <a:pt x="60" y="94"/>
                </a:lnTo>
                <a:lnTo>
                  <a:pt x="48" y="94"/>
                </a:lnTo>
                <a:lnTo>
                  <a:pt x="48" y="38"/>
                </a:lnTo>
                <a:lnTo>
                  <a:pt x="48" y="38"/>
                </a:lnTo>
                <a:lnTo>
                  <a:pt x="46" y="22"/>
                </a:lnTo>
                <a:lnTo>
                  <a:pt x="46" y="22"/>
                </a:lnTo>
                <a:lnTo>
                  <a:pt x="44" y="18"/>
                </a:lnTo>
                <a:lnTo>
                  <a:pt x="42" y="16"/>
                </a:lnTo>
                <a:lnTo>
                  <a:pt x="42" y="16"/>
                </a:lnTo>
                <a:lnTo>
                  <a:pt x="38" y="14"/>
                </a:lnTo>
                <a:lnTo>
                  <a:pt x="32" y="12"/>
                </a:lnTo>
                <a:lnTo>
                  <a:pt x="32" y="12"/>
                </a:lnTo>
                <a:lnTo>
                  <a:pt x="24" y="14"/>
                </a:lnTo>
                <a:lnTo>
                  <a:pt x="18" y="20"/>
                </a:lnTo>
                <a:lnTo>
                  <a:pt x="18" y="20"/>
                </a:lnTo>
                <a:lnTo>
                  <a:pt x="14" y="28"/>
                </a:lnTo>
                <a:lnTo>
                  <a:pt x="12" y="44"/>
                </a:lnTo>
                <a:lnTo>
                  <a:pt x="12" y="94"/>
                </a:lnTo>
                <a:lnTo>
                  <a:pt x="0" y="94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9986" name="Freeform 155">
            <a:extLst xmlns:a="http://schemas.openxmlformats.org/drawingml/2006/main">
              <a:ext uri="{FF2B5EF4-FFF2-40B4-BE49-F238E27FC236}">
                <a16:creationId xmlns:a16="http://schemas.microsoft.com/office/drawing/2014/main" id="{44154A76-56B6-4D92-995C-B09E0EBCF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06366" y="373907"/>
            <a:ext cx="20647" cy="27769"/>
          </a:xfrm>
          <a:custGeom xmlns:a="http://schemas.openxmlformats.org/drawingml/2006/main">
            <a:rect l="0" t="0" r="r" b="b"/>
            <a:pathLst>
              <a:path w="70" h="96">
                <a:moveTo>
                  <a:pt x="0" y="48"/>
                </a:moveTo>
                <a:lnTo>
                  <a:pt x="0" y="48"/>
                </a:lnTo>
                <a:lnTo>
                  <a:pt x="0" y="36"/>
                </a:lnTo>
                <a:lnTo>
                  <a:pt x="2" y="26"/>
                </a:lnTo>
                <a:lnTo>
                  <a:pt x="4" y="18"/>
                </a:lnTo>
                <a:lnTo>
                  <a:pt x="10" y="12"/>
                </a:lnTo>
                <a:lnTo>
                  <a:pt x="10" y="12"/>
                </a:lnTo>
                <a:lnTo>
                  <a:pt x="14" y="6"/>
                </a:lnTo>
                <a:lnTo>
                  <a:pt x="20" y="2"/>
                </a:lnTo>
                <a:lnTo>
                  <a:pt x="28" y="0"/>
                </a:lnTo>
                <a:lnTo>
                  <a:pt x="34" y="0"/>
                </a:lnTo>
                <a:lnTo>
                  <a:pt x="34" y="0"/>
                </a:lnTo>
                <a:lnTo>
                  <a:pt x="42" y="0"/>
                </a:lnTo>
                <a:lnTo>
                  <a:pt x="48" y="2"/>
                </a:lnTo>
                <a:lnTo>
                  <a:pt x="54" y="6"/>
                </a:lnTo>
                <a:lnTo>
                  <a:pt x="60" y="12"/>
                </a:lnTo>
                <a:lnTo>
                  <a:pt x="60" y="12"/>
                </a:lnTo>
                <a:lnTo>
                  <a:pt x="64" y="18"/>
                </a:lnTo>
                <a:lnTo>
                  <a:pt x="68" y="26"/>
                </a:lnTo>
                <a:lnTo>
                  <a:pt x="70" y="36"/>
                </a:lnTo>
                <a:lnTo>
                  <a:pt x="70" y="46"/>
                </a:lnTo>
                <a:lnTo>
                  <a:pt x="70" y="46"/>
                </a:lnTo>
                <a:lnTo>
                  <a:pt x="70" y="58"/>
                </a:lnTo>
                <a:lnTo>
                  <a:pt x="68" y="68"/>
                </a:lnTo>
                <a:lnTo>
                  <a:pt x="64" y="76"/>
                </a:lnTo>
                <a:lnTo>
                  <a:pt x="60" y="84"/>
                </a:lnTo>
                <a:lnTo>
                  <a:pt x="60" y="84"/>
                </a:lnTo>
                <a:lnTo>
                  <a:pt x="54" y="88"/>
                </a:lnTo>
                <a:lnTo>
                  <a:pt x="48" y="92"/>
                </a:lnTo>
                <a:lnTo>
                  <a:pt x="42" y="94"/>
                </a:lnTo>
                <a:lnTo>
                  <a:pt x="34" y="96"/>
                </a:lnTo>
                <a:lnTo>
                  <a:pt x="34" y="96"/>
                </a:lnTo>
                <a:lnTo>
                  <a:pt x="28" y="94"/>
                </a:lnTo>
                <a:lnTo>
                  <a:pt x="20" y="92"/>
                </a:lnTo>
                <a:lnTo>
                  <a:pt x="14" y="88"/>
                </a:lnTo>
                <a:lnTo>
                  <a:pt x="10" y="84"/>
                </a:lnTo>
                <a:lnTo>
                  <a:pt x="10" y="84"/>
                </a:lnTo>
                <a:lnTo>
                  <a:pt x="4" y="76"/>
                </a:lnTo>
                <a:lnTo>
                  <a:pt x="2" y="68"/>
                </a:lnTo>
                <a:lnTo>
                  <a:pt x="0" y="58"/>
                </a:lnTo>
                <a:lnTo>
                  <a:pt x="0" y="48"/>
                </a:lnTo>
                <a:lnTo>
                  <a:pt x="0" y="48"/>
                </a:lnTo>
                <a:close/>
                <a:moveTo>
                  <a:pt x="12" y="48"/>
                </a:moveTo>
                <a:lnTo>
                  <a:pt x="12" y="48"/>
                </a:lnTo>
                <a:lnTo>
                  <a:pt x="14" y="64"/>
                </a:lnTo>
                <a:lnTo>
                  <a:pt x="16" y="70"/>
                </a:lnTo>
                <a:lnTo>
                  <a:pt x="18" y="74"/>
                </a:lnTo>
                <a:lnTo>
                  <a:pt x="18" y="74"/>
                </a:lnTo>
                <a:lnTo>
                  <a:pt x="26" y="80"/>
                </a:lnTo>
                <a:lnTo>
                  <a:pt x="34" y="82"/>
                </a:lnTo>
                <a:lnTo>
                  <a:pt x="34" y="82"/>
                </a:lnTo>
                <a:lnTo>
                  <a:pt x="44" y="80"/>
                </a:lnTo>
                <a:lnTo>
                  <a:pt x="50" y="74"/>
                </a:lnTo>
                <a:lnTo>
                  <a:pt x="50" y="74"/>
                </a:lnTo>
                <a:lnTo>
                  <a:pt x="56" y="62"/>
                </a:lnTo>
                <a:lnTo>
                  <a:pt x="56" y="48"/>
                </a:lnTo>
                <a:lnTo>
                  <a:pt x="56" y="48"/>
                </a:lnTo>
                <a:lnTo>
                  <a:pt x="56" y="32"/>
                </a:lnTo>
                <a:lnTo>
                  <a:pt x="54" y="26"/>
                </a:lnTo>
                <a:lnTo>
                  <a:pt x="50" y="20"/>
                </a:lnTo>
                <a:lnTo>
                  <a:pt x="50" y="20"/>
                </a:lnTo>
                <a:lnTo>
                  <a:pt x="44" y="14"/>
                </a:lnTo>
                <a:lnTo>
                  <a:pt x="34" y="12"/>
                </a:lnTo>
                <a:lnTo>
                  <a:pt x="34" y="12"/>
                </a:lnTo>
                <a:lnTo>
                  <a:pt x="26" y="14"/>
                </a:lnTo>
                <a:lnTo>
                  <a:pt x="18" y="20"/>
                </a:lnTo>
                <a:lnTo>
                  <a:pt x="18" y="20"/>
                </a:lnTo>
                <a:lnTo>
                  <a:pt x="14" y="32"/>
                </a:lnTo>
                <a:lnTo>
                  <a:pt x="12" y="48"/>
                </a:lnTo>
                <a:lnTo>
                  <a:pt x="12" y="48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9987" name="Rectangle 156">
            <a:extLst xmlns:a="http://schemas.openxmlformats.org/drawingml/2006/main">
              <a:ext uri="{FF2B5EF4-FFF2-40B4-BE49-F238E27FC236}">
                <a16:creationId xmlns:a16="http://schemas.microsoft.com/office/drawing/2014/main" id="{BBD1378B-91D6-44A1-B789-99490AD6A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29963" y="364072"/>
            <a:ext cx="3539" cy="37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9988" name="Freeform 157">
            <a:extLst xmlns:a="http://schemas.openxmlformats.org/drawingml/2006/main">
              <a:ext uri="{FF2B5EF4-FFF2-40B4-BE49-F238E27FC236}">
                <a16:creationId xmlns:a16="http://schemas.microsoft.com/office/drawing/2014/main" id="{4007DEBE-51E8-414A-9BFC-4C67772F9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37042" y="373907"/>
            <a:ext cx="20647" cy="27769"/>
          </a:xfrm>
          <a:custGeom xmlns:a="http://schemas.openxmlformats.org/drawingml/2006/main">
            <a:rect l="0" t="0" r="r" b="b"/>
            <a:pathLst>
              <a:path w="70" h="96">
                <a:moveTo>
                  <a:pt x="0" y="48"/>
                </a:moveTo>
                <a:lnTo>
                  <a:pt x="0" y="48"/>
                </a:lnTo>
                <a:lnTo>
                  <a:pt x="0" y="36"/>
                </a:lnTo>
                <a:lnTo>
                  <a:pt x="2" y="26"/>
                </a:lnTo>
                <a:lnTo>
                  <a:pt x="6" y="18"/>
                </a:lnTo>
                <a:lnTo>
                  <a:pt x="10" y="12"/>
                </a:lnTo>
                <a:lnTo>
                  <a:pt x="10" y="12"/>
                </a:lnTo>
                <a:lnTo>
                  <a:pt x="14" y="6"/>
                </a:lnTo>
                <a:lnTo>
                  <a:pt x="20" y="2"/>
                </a:lnTo>
                <a:lnTo>
                  <a:pt x="28" y="0"/>
                </a:lnTo>
                <a:lnTo>
                  <a:pt x="34" y="0"/>
                </a:lnTo>
                <a:lnTo>
                  <a:pt x="34" y="0"/>
                </a:lnTo>
                <a:lnTo>
                  <a:pt x="42" y="0"/>
                </a:lnTo>
                <a:lnTo>
                  <a:pt x="48" y="2"/>
                </a:lnTo>
                <a:lnTo>
                  <a:pt x="54" y="6"/>
                </a:lnTo>
                <a:lnTo>
                  <a:pt x="60" y="12"/>
                </a:lnTo>
                <a:lnTo>
                  <a:pt x="60" y="12"/>
                </a:lnTo>
                <a:lnTo>
                  <a:pt x="64" y="18"/>
                </a:lnTo>
                <a:lnTo>
                  <a:pt x="68" y="26"/>
                </a:lnTo>
                <a:lnTo>
                  <a:pt x="70" y="36"/>
                </a:lnTo>
                <a:lnTo>
                  <a:pt x="70" y="46"/>
                </a:lnTo>
                <a:lnTo>
                  <a:pt x="70" y="46"/>
                </a:lnTo>
                <a:lnTo>
                  <a:pt x="70" y="58"/>
                </a:lnTo>
                <a:lnTo>
                  <a:pt x="68" y="68"/>
                </a:lnTo>
                <a:lnTo>
                  <a:pt x="64" y="76"/>
                </a:lnTo>
                <a:lnTo>
                  <a:pt x="60" y="84"/>
                </a:lnTo>
                <a:lnTo>
                  <a:pt x="60" y="84"/>
                </a:lnTo>
                <a:lnTo>
                  <a:pt x="54" y="88"/>
                </a:lnTo>
                <a:lnTo>
                  <a:pt x="48" y="92"/>
                </a:lnTo>
                <a:lnTo>
                  <a:pt x="42" y="94"/>
                </a:lnTo>
                <a:lnTo>
                  <a:pt x="34" y="96"/>
                </a:lnTo>
                <a:lnTo>
                  <a:pt x="34" y="96"/>
                </a:lnTo>
                <a:lnTo>
                  <a:pt x="28" y="94"/>
                </a:lnTo>
                <a:lnTo>
                  <a:pt x="20" y="92"/>
                </a:lnTo>
                <a:lnTo>
                  <a:pt x="14" y="88"/>
                </a:lnTo>
                <a:lnTo>
                  <a:pt x="10" y="84"/>
                </a:lnTo>
                <a:lnTo>
                  <a:pt x="10" y="84"/>
                </a:lnTo>
                <a:lnTo>
                  <a:pt x="6" y="76"/>
                </a:lnTo>
                <a:lnTo>
                  <a:pt x="2" y="68"/>
                </a:lnTo>
                <a:lnTo>
                  <a:pt x="0" y="58"/>
                </a:lnTo>
                <a:lnTo>
                  <a:pt x="0" y="48"/>
                </a:lnTo>
                <a:lnTo>
                  <a:pt x="0" y="48"/>
                </a:lnTo>
                <a:close/>
                <a:moveTo>
                  <a:pt x="12" y="48"/>
                </a:moveTo>
                <a:lnTo>
                  <a:pt x="12" y="48"/>
                </a:lnTo>
                <a:lnTo>
                  <a:pt x="14" y="64"/>
                </a:lnTo>
                <a:lnTo>
                  <a:pt x="16" y="70"/>
                </a:lnTo>
                <a:lnTo>
                  <a:pt x="20" y="74"/>
                </a:lnTo>
                <a:lnTo>
                  <a:pt x="20" y="74"/>
                </a:lnTo>
                <a:lnTo>
                  <a:pt x="26" y="80"/>
                </a:lnTo>
                <a:lnTo>
                  <a:pt x="36" y="82"/>
                </a:lnTo>
                <a:lnTo>
                  <a:pt x="36" y="82"/>
                </a:lnTo>
                <a:lnTo>
                  <a:pt x="44" y="80"/>
                </a:lnTo>
                <a:lnTo>
                  <a:pt x="50" y="74"/>
                </a:lnTo>
                <a:lnTo>
                  <a:pt x="50" y="74"/>
                </a:lnTo>
                <a:lnTo>
                  <a:pt x="56" y="62"/>
                </a:lnTo>
                <a:lnTo>
                  <a:pt x="58" y="48"/>
                </a:lnTo>
                <a:lnTo>
                  <a:pt x="58" y="48"/>
                </a:lnTo>
                <a:lnTo>
                  <a:pt x="56" y="32"/>
                </a:lnTo>
                <a:lnTo>
                  <a:pt x="54" y="26"/>
                </a:lnTo>
                <a:lnTo>
                  <a:pt x="50" y="20"/>
                </a:lnTo>
                <a:lnTo>
                  <a:pt x="50" y="20"/>
                </a:lnTo>
                <a:lnTo>
                  <a:pt x="44" y="14"/>
                </a:lnTo>
                <a:lnTo>
                  <a:pt x="34" y="12"/>
                </a:lnTo>
                <a:lnTo>
                  <a:pt x="34" y="12"/>
                </a:lnTo>
                <a:lnTo>
                  <a:pt x="26" y="14"/>
                </a:lnTo>
                <a:lnTo>
                  <a:pt x="20" y="20"/>
                </a:lnTo>
                <a:lnTo>
                  <a:pt x="20" y="20"/>
                </a:lnTo>
                <a:lnTo>
                  <a:pt x="14" y="32"/>
                </a:lnTo>
                <a:lnTo>
                  <a:pt x="12" y="48"/>
                </a:lnTo>
                <a:lnTo>
                  <a:pt x="12" y="48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9989" name="Freeform 158">
            <a:extLst xmlns:a="http://schemas.openxmlformats.org/drawingml/2006/main">
              <a:ext uri="{FF2B5EF4-FFF2-40B4-BE49-F238E27FC236}">
                <a16:creationId xmlns:a16="http://schemas.microsoft.com/office/drawing/2014/main" id="{F72B3F4A-A3D7-4AFF-A04B-9562717DE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59460" y="373907"/>
            <a:ext cx="19467" cy="37604"/>
          </a:xfrm>
          <a:custGeom xmlns:a="http://schemas.openxmlformats.org/drawingml/2006/main">
            <a:rect l="0" t="0" r="r" b="b"/>
            <a:pathLst>
              <a:path w="66" h="130">
                <a:moveTo>
                  <a:pt x="2" y="102"/>
                </a:moveTo>
                <a:lnTo>
                  <a:pt x="14" y="104"/>
                </a:lnTo>
                <a:lnTo>
                  <a:pt x="14" y="104"/>
                </a:lnTo>
                <a:lnTo>
                  <a:pt x="16" y="110"/>
                </a:lnTo>
                <a:lnTo>
                  <a:pt x="20" y="114"/>
                </a:lnTo>
                <a:lnTo>
                  <a:pt x="20" y="114"/>
                </a:lnTo>
                <a:lnTo>
                  <a:pt x="26" y="116"/>
                </a:lnTo>
                <a:lnTo>
                  <a:pt x="32" y="118"/>
                </a:lnTo>
                <a:lnTo>
                  <a:pt x="32" y="118"/>
                </a:lnTo>
                <a:lnTo>
                  <a:pt x="40" y="116"/>
                </a:lnTo>
                <a:lnTo>
                  <a:pt x="46" y="114"/>
                </a:lnTo>
                <a:lnTo>
                  <a:pt x="46" y="114"/>
                </a:lnTo>
                <a:lnTo>
                  <a:pt x="50" y="108"/>
                </a:lnTo>
                <a:lnTo>
                  <a:pt x="52" y="102"/>
                </a:lnTo>
                <a:lnTo>
                  <a:pt x="52" y="102"/>
                </a:lnTo>
                <a:lnTo>
                  <a:pt x="54" y="82"/>
                </a:lnTo>
                <a:lnTo>
                  <a:pt x="54" y="82"/>
                </a:lnTo>
                <a:lnTo>
                  <a:pt x="48" y="86"/>
                </a:lnTo>
                <a:lnTo>
                  <a:pt x="44" y="90"/>
                </a:lnTo>
                <a:lnTo>
                  <a:pt x="44" y="90"/>
                </a:lnTo>
                <a:lnTo>
                  <a:pt x="38" y="92"/>
                </a:lnTo>
                <a:lnTo>
                  <a:pt x="32" y="94"/>
                </a:lnTo>
                <a:lnTo>
                  <a:pt x="32" y="94"/>
                </a:lnTo>
                <a:lnTo>
                  <a:pt x="26" y="92"/>
                </a:lnTo>
                <a:lnTo>
                  <a:pt x="20" y="90"/>
                </a:lnTo>
                <a:lnTo>
                  <a:pt x="14" y="86"/>
                </a:lnTo>
                <a:lnTo>
                  <a:pt x="10" y="82"/>
                </a:lnTo>
                <a:lnTo>
                  <a:pt x="10" y="82"/>
                </a:lnTo>
                <a:lnTo>
                  <a:pt x="6" y="74"/>
                </a:lnTo>
                <a:lnTo>
                  <a:pt x="2" y="66"/>
                </a:lnTo>
                <a:lnTo>
                  <a:pt x="0" y="58"/>
                </a:lnTo>
                <a:lnTo>
                  <a:pt x="0" y="46"/>
                </a:lnTo>
                <a:lnTo>
                  <a:pt x="0" y="46"/>
                </a:lnTo>
                <a:lnTo>
                  <a:pt x="0" y="32"/>
                </a:lnTo>
                <a:lnTo>
                  <a:pt x="4" y="20"/>
                </a:lnTo>
                <a:lnTo>
                  <a:pt x="4" y="20"/>
                </a:lnTo>
                <a:lnTo>
                  <a:pt x="10" y="12"/>
                </a:lnTo>
                <a:lnTo>
                  <a:pt x="16" y="4"/>
                </a:lnTo>
                <a:lnTo>
                  <a:pt x="16" y="4"/>
                </a:lnTo>
                <a:lnTo>
                  <a:pt x="24" y="0"/>
                </a:lnTo>
                <a:lnTo>
                  <a:pt x="32" y="0"/>
                </a:lnTo>
                <a:lnTo>
                  <a:pt x="32" y="0"/>
                </a:lnTo>
                <a:lnTo>
                  <a:pt x="38" y="0"/>
                </a:lnTo>
                <a:lnTo>
                  <a:pt x="44" y="2"/>
                </a:lnTo>
                <a:lnTo>
                  <a:pt x="44" y="2"/>
                </a:lnTo>
                <a:lnTo>
                  <a:pt x="50" y="6"/>
                </a:lnTo>
                <a:lnTo>
                  <a:pt x="54" y="12"/>
                </a:lnTo>
                <a:lnTo>
                  <a:pt x="54" y="2"/>
                </a:lnTo>
                <a:lnTo>
                  <a:pt x="66" y="2"/>
                </a:lnTo>
                <a:lnTo>
                  <a:pt x="66" y="80"/>
                </a:lnTo>
                <a:lnTo>
                  <a:pt x="66" y="80"/>
                </a:lnTo>
                <a:lnTo>
                  <a:pt x="66" y="100"/>
                </a:lnTo>
                <a:lnTo>
                  <a:pt x="62" y="112"/>
                </a:lnTo>
                <a:lnTo>
                  <a:pt x="62" y="112"/>
                </a:lnTo>
                <a:lnTo>
                  <a:pt x="58" y="120"/>
                </a:lnTo>
                <a:lnTo>
                  <a:pt x="52" y="126"/>
                </a:lnTo>
                <a:lnTo>
                  <a:pt x="52" y="126"/>
                </a:lnTo>
                <a:lnTo>
                  <a:pt x="42" y="130"/>
                </a:lnTo>
                <a:lnTo>
                  <a:pt x="32" y="130"/>
                </a:lnTo>
                <a:lnTo>
                  <a:pt x="32" y="130"/>
                </a:lnTo>
                <a:lnTo>
                  <a:pt x="20" y="128"/>
                </a:lnTo>
                <a:lnTo>
                  <a:pt x="14" y="126"/>
                </a:lnTo>
                <a:lnTo>
                  <a:pt x="10" y="122"/>
                </a:lnTo>
                <a:lnTo>
                  <a:pt x="10" y="122"/>
                </a:lnTo>
                <a:lnTo>
                  <a:pt x="6" y="118"/>
                </a:lnTo>
                <a:lnTo>
                  <a:pt x="4" y="114"/>
                </a:lnTo>
                <a:lnTo>
                  <a:pt x="2" y="102"/>
                </a:lnTo>
                <a:lnTo>
                  <a:pt x="2" y="102"/>
                </a:lnTo>
                <a:close/>
                <a:moveTo>
                  <a:pt x="12" y="46"/>
                </a:moveTo>
                <a:lnTo>
                  <a:pt x="12" y="46"/>
                </a:lnTo>
                <a:lnTo>
                  <a:pt x="14" y="62"/>
                </a:lnTo>
                <a:lnTo>
                  <a:pt x="18" y="72"/>
                </a:lnTo>
                <a:lnTo>
                  <a:pt x="18" y="72"/>
                </a:lnTo>
                <a:lnTo>
                  <a:pt x="26" y="78"/>
                </a:lnTo>
                <a:lnTo>
                  <a:pt x="34" y="80"/>
                </a:lnTo>
                <a:lnTo>
                  <a:pt x="34" y="80"/>
                </a:lnTo>
                <a:lnTo>
                  <a:pt x="42" y="78"/>
                </a:lnTo>
                <a:lnTo>
                  <a:pt x="48" y="72"/>
                </a:lnTo>
                <a:lnTo>
                  <a:pt x="48" y="72"/>
                </a:lnTo>
                <a:lnTo>
                  <a:pt x="52" y="62"/>
                </a:lnTo>
                <a:lnTo>
                  <a:pt x="54" y="46"/>
                </a:lnTo>
                <a:lnTo>
                  <a:pt x="54" y="46"/>
                </a:lnTo>
                <a:lnTo>
                  <a:pt x="52" y="32"/>
                </a:lnTo>
                <a:lnTo>
                  <a:pt x="48" y="20"/>
                </a:lnTo>
                <a:lnTo>
                  <a:pt x="48" y="20"/>
                </a:lnTo>
                <a:lnTo>
                  <a:pt x="42" y="14"/>
                </a:lnTo>
                <a:lnTo>
                  <a:pt x="32" y="12"/>
                </a:lnTo>
                <a:lnTo>
                  <a:pt x="32" y="12"/>
                </a:lnTo>
                <a:lnTo>
                  <a:pt x="26" y="14"/>
                </a:lnTo>
                <a:lnTo>
                  <a:pt x="18" y="20"/>
                </a:lnTo>
                <a:lnTo>
                  <a:pt x="18" y="20"/>
                </a:lnTo>
                <a:lnTo>
                  <a:pt x="14" y="32"/>
                </a:lnTo>
                <a:lnTo>
                  <a:pt x="12" y="46"/>
                </a:lnTo>
                <a:lnTo>
                  <a:pt x="12" y="46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9990" name="Freeform 159">
            <a:extLst xmlns:a="http://schemas.openxmlformats.org/drawingml/2006/main">
              <a:ext uri="{FF2B5EF4-FFF2-40B4-BE49-F238E27FC236}">
                <a16:creationId xmlns:a16="http://schemas.microsoft.com/office/drawing/2014/main" id="{AEC0873B-6EB1-4AA8-888A-91A684392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81287" y="374485"/>
            <a:ext cx="20647" cy="37025"/>
          </a:xfrm>
          <a:custGeom xmlns:a="http://schemas.openxmlformats.org/drawingml/2006/main">
            <a:rect l="0" t="0" r="r" b="b"/>
            <a:pathLst>
              <a:path w="70" h="128">
                <a:moveTo>
                  <a:pt x="6" y="126"/>
                </a:moveTo>
                <a:lnTo>
                  <a:pt x="6" y="112"/>
                </a:lnTo>
                <a:lnTo>
                  <a:pt x="6" y="112"/>
                </a:lnTo>
                <a:lnTo>
                  <a:pt x="12" y="114"/>
                </a:lnTo>
                <a:lnTo>
                  <a:pt x="12" y="114"/>
                </a:lnTo>
                <a:lnTo>
                  <a:pt x="20" y="112"/>
                </a:lnTo>
                <a:lnTo>
                  <a:pt x="20" y="112"/>
                </a:lnTo>
                <a:lnTo>
                  <a:pt x="24" y="106"/>
                </a:lnTo>
                <a:lnTo>
                  <a:pt x="24" y="106"/>
                </a:lnTo>
                <a:lnTo>
                  <a:pt x="28" y="92"/>
                </a:lnTo>
                <a:lnTo>
                  <a:pt x="0" y="0"/>
                </a:lnTo>
                <a:lnTo>
                  <a:pt x="14" y="0"/>
                </a:lnTo>
                <a:lnTo>
                  <a:pt x="30" y="52"/>
                </a:lnTo>
                <a:lnTo>
                  <a:pt x="30" y="52"/>
                </a:lnTo>
                <a:lnTo>
                  <a:pt x="34" y="74"/>
                </a:lnTo>
                <a:lnTo>
                  <a:pt x="34" y="74"/>
                </a:lnTo>
                <a:lnTo>
                  <a:pt x="40" y="52"/>
                </a:lnTo>
                <a:lnTo>
                  <a:pt x="56" y="0"/>
                </a:lnTo>
                <a:lnTo>
                  <a:pt x="70" y="0"/>
                </a:lnTo>
                <a:lnTo>
                  <a:pt x="40" y="92"/>
                </a:lnTo>
                <a:lnTo>
                  <a:pt x="40" y="92"/>
                </a:lnTo>
                <a:lnTo>
                  <a:pt x="32" y="118"/>
                </a:lnTo>
                <a:lnTo>
                  <a:pt x="32" y="118"/>
                </a:lnTo>
                <a:lnTo>
                  <a:pt x="28" y="122"/>
                </a:lnTo>
                <a:lnTo>
                  <a:pt x="24" y="126"/>
                </a:lnTo>
                <a:lnTo>
                  <a:pt x="24" y="126"/>
                </a:lnTo>
                <a:lnTo>
                  <a:pt x="20" y="128"/>
                </a:lnTo>
                <a:lnTo>
                  <a:pt x="14" y="128"/>
                </a:lnTo>
                <a:lnTo>
                  <a:pt x="14" y="128"/>
                </a:lnTo>
                <a:lnTo>
                  <a:pt x="6" y="126"/>
                </a:lnTo>
                <a:lnTo>
                  <a:pt x="6" y="126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9991" name="Freeform 160">
            <a:extLst xmlns:a="http://schemas.openxmlformats.org/drawingml/2006/main">
              <a:ext uri="{FF2B5EF4-FFF2-40B4-BE49-F238E27FC236}">
                <a16:creationId xmlns:a16="http://schemas.microsoft.com/office/drawing/2014/main" id="{F9DFC168-EB34-41E8-AF72-7890F58B1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01345" y="395891"/>
            <a:ext cx="4719" cy="12149"/>
          </a:xfrm>
          <a:custGeom xmlns:a="http://schemas.openxmlformats.org/drawingml/2006/main">
            <a:rect l="0" t="0" r="r" b="b"/>
            <a:pathLst>
              <a:path w="16" h="42">
                <a:moveTo>
                  <a:pt x="0" y="18"/>
                </a:moveTo>
                <a:lnTo>
                  <a:pt x="0" y="0"/>
                </a:lnTo>
                <a:lnTo>
                  <a:pt x="16" y="0"/>
                </a:lnTo>
                <a:lnTo>
                  <a:pt x="16" y="18"/>
                </a:lnTo>
                <a:lnTo>
                  <a:pt x="16" y="18"/>
                </a:lnTo>
                <a:lnTo>
                  <a:pt x="14" y="26"/>
                </a:lnTo>
                <a:lnTo>
                  <a:pt x="12" y="34"/>
                </a:lnTo>
                <a:lnTo>
                  <a:pt x="12" y="34"/>
                </a:lnTo>
                <a:lnTo>
                  <a:pt x="8" y="38"/>
                </a:lnTo>
                <a:lnTo>
                  <a:pt x="4" y="42"/>
                </a:lnTo>
                <a:lnTo>
                  <a:pt x="0" y="36"/>
                </a:lnTo>
                <a:lnTo>
                  <a:pt x="0" y="36"/>
                </a:lnTo>
                <a:lnTo>
                  <a:pt x="4" y="34"/>
                </a:lnTo>
                <a:lnTo>
                  <a:pt x="6" y="30"/>
                </a:lnTo>
                <a:lnTo>
                  <a:pt x="6" y="30"/>
                </a:lnTo>
                <a:lnTo>
                  <a:pt x="8" y="24"/>
                </a:lnTo>
                <a:lnTo>
                  <a:pt x="8" y="18"/>
                </a:lnTo>
                <a:lnTo>
                  <a:pt x="0" y="18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9992" name="Freeform 161">
            <a:extLst xmlns:a="http://schemas.openxmlformats.org/drawingml/2006/main">
              <a:ext uri="{FF2B5EF4-FFF2-40B4-BE49-F238E27FC236}">
                <a16:creationId xmlns:a16="http://schemas.microsoft.com/office/drawing/2014/main" id="{44EF3A74-40E6-4AB1-A037-A397396A1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1993" y="364072"/>
            <a:ext cx="24187" cy="37604"/>
          </a:xfrm>
          <a:custGeom xmlns:a="http://schemas.openxmlformats.org/drawingml/2006/main">
            <a:rect l="0" t="0" r="r" b="b"/>
            <a:pathLst>
              <a:path w="82" h="130">
                <a:moveTo>
                  <a:pt x="68" y="0"/>
                </a:moveTo>
                <a:lnTo>
                  <a:pt x="82" y="0"/>
                </a:lnTo>
                <a:lnTo>
                  <a:pt x="82" y="74"/>
                </a:lnTo>
                <a:lnTo>
                  <a:pt x="82" y="74"/>
                </a:lnTo>
                <a:lnTo>
                  <a:pt x="82" y="90"/>
                </a:lnTo>
                <a:lnTo>
                  <a:pt x="78" y="104"/>
                </a:lnTo>
                <a:lnTo>
                  <a:pt x="78" y="104"/>
                </a:lnTo>
                <a:lnTo>
                  <a:pt x="74" y="114"/>
                </a:lnTo>
                <a:lnTo>
                  <a:pt x="66" y="122"/>
                </a:lnTo>
                <a:lnTo>
                  <a:pt x="66" y="122"/>
                </a:lnTo>
                <a:lnTo>
                  <a:pt x="54" y="128"/>
                </a:lnTo>
                <a:lnTo>
                  <a:pt x="42" y="130"/>
                </a:lnTo>
                <a:lnTo>
                  <a:pt x="42" y="130"/>
                </a:lnTo>
                <a:lnTo>
                  <a:pt x="32" y="128"/>
                </a:lnTo>
                <a:lnTo>
                  <a:pt x="24" y="126"/>
                </a:lnTo>
                <a:lnTo>
                  <a:pt x="16" y="122"/>
                </a:lnTo>
                <a:lnTo>
                  <a:pt x="10" y="118"/>
                </a:lnTo>
                <a:lnTo>
                  <a:pt x="10" y="118"/>
                </a:lnTo>
                <a:lnTo>
                  <a:pt x="6" y="110"/>
                </a:lnTo>
                <a:lnTo>
                  <a:pt x="4" y="100"/>
                </a:lnTo>
                <a:lnTo>
                  <a:pt x="2" y="88"/>
                </a:lnTo>
                <a:lnTo>
                  <a:pt x="0" y="74"/>
                </a:lnTo>
                <a:lnTo>
                  <a:pt x="0" y="0"/>
                </a:lnTo>
                <a:lnTo>
                  <a:pt x="14" y="0"/>
                </a:lnTo>
                <a:lnTo>
                  <a:pt x="14" y="74"/>
                </a:lnTo>
                <a:lnTo>
                  <a:pt x="14" y="74"/>
                </a:lnTo>
                <a:lnTo>
                  <a:pt x="14" y="88"/>
                </a:lnTo>
                <a:lnTo>
                  <a:pt x="16" y="98"/>
                </a:lnTo>
                <a:lnTo>
                  <a:pt x="16" y="98"/>
                </a:lnTo>
                <a:lnTo>
                  <a:pt x="20" y="106"/>
                </a:lnTo>
                <a:lnTo>
                  <a:pt x="26" y="110"/>
                </a:lnTo>
                <a:lnTo>
                  <a:pt x="26" y="110"/>
                </a:lnTo>
                <a:lnTo>
                  <a:pt x="32" y="114"/>
                </a:lnTo>
                <a:lnTo>
                  <a:pt x="40" y="114"/>
                </a:lnTo>
                <a:lnTo>
                  <a:pt x="40" y="114"/>
                </a:lnTo>
                <a:lnTo>
                  <a:pt x="54" y="112"/>
                </a:lnTo>
                <a:lnTo>
                  <a:pt x="58" y="110"/>
                </a:lnTo>
                <a:lnTo>
                  <a:pt x="62" y="106"/>
                </a:lnTo>
                <a:lnTo>
                  <a:pt x="62" y="106"/>
                </a:lnTo>
                <a:lnTo>
                  <a:pt x="64" y="102"/>
                </a:lnTo>
                <a:lnTo>
                  <a:pt x="66" y="94"/>
                </a:lnTo>
                <a:lnTo>
                  <a:pt x="68" y="74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9993" name="Freeform 162">
            <a:extLst xmlns:a="http://schemas.openxmlformats.org/drawingml/2006/main">
              <a:ext uri="{FF2B5EF4-FFF2-40B4-BE49-F238E27FC236}">
                <a16:creationId xmlns:a16="http://schemas.microsoft.com/office/drawing/2014/main" id="{40B02287-F4F7-4DC0-9CEB-E8BB20B4D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0310" y="363493"/>
            <a:ext cx="24777" cy="38182"/>
          </a:xfrm>
          <a:custGeom xmlns:a="http://schemas.openxmlformats.org/drawingml/2006/main">
            <a:rect l="0" t="0" r="r" b="b"/>
            <a:pathLst>
              <a:path w="84" h="132">
                <a:moveTo>
                  <a:pt x="0" y="88"/>
                </a:moveTo>
                <a:lnTo>
                  <a:pt x="14" y="88"/>
                </a:lnTo>
                <a:lnTo>
                  <a:pt x="14" y="88"/>
                </a:lnTo>
                <a:lnTo>
                  <a:pt x="16" y="96"/>
                </a:lnTo>
                <a:lnTo>
                  <a:pt x="18" y="104"/>
                </a:lnTo>
                <a:lnTo>
                  <a:pt x="18" y="104"/>
                </a:lnTo>
                <a:lnTo>
                  <a:pt x="22" y="108"/>
                </a:lnTo>
                <a:lnTo>
                  <a:pt x="28" y="112"/>
                </a:lnTo>
                <a:lnTo>
                  <a:pt x="28" y="112"/>
                </a:lnTo>
                <a:lnTo>
                  <a:pt x="36" y="116"/>
                </a:lnTo>
                <a:lnTo>
                  <a:pt x="44" y="116"/>
                </a:lnTo>
                <a:lnTo>
                  <a:pt x="44" y="116"/>
                </a:lnTo>
                <a:lnTo>
                  <a:pt x="54" y="114"/>
                </a:lnTo>
                <a:lnTo>
                  <a:pt x="64" y="110"/>
                </a:lnTo>
                <a:lnTo>
                  <a:pt x="64" y="110"/>
                </a:lnTo>
                <a:lnTo>
                  <a:pt x="68" y="104"/>
                </a:lnTo>
                <a:lnTo>
                  <a:pt x="70" y="94"/>
                </a:lnTo>
                <a:lnTo>
                  <a:pt x="70" y="94"/>
                </a:lnTo>
                <a:lnTo>
                  <a:pt x="70" y="90"/>
                </a:lnTo>
                <a:lnTo>
                  <a:pt x="68" y="86"/>
                </a:lnTo>
                <a:lnTo>
                  <a:pt x="68" y="86"/>
                </a:lnTo>
                <a:lnTo>
                  <a:pt x="64" y="82"/>
                </a:lnTo>
                <a:lnTo>
                  <a:pt x="60" y="78"/>
                </a:lnTo>
                <a:lnTo>
                  <a:pt x="60" y="78"/>
                </a:lnTo>
                <a:lnTo>
                  <a:pt x="38" y="70"/>
                </a:lnTo>
                <a:lnTo>
                  <a:pt x="38" y="70"/>
                </a:lnTo>
                <a:lnTo>
                  <a:pt x="26" y="66"/>
                </a:lnTo>
                <a:lnTo>
                  <a:pt x="18" y="62"/>
                </a:lnTo>
                <a:lnTo>
                  <a:pt x="18" y="62"/>
                </a:lnTo>
                <a:lnTo>
                  <a:pt x="12" y="56"/>
                </a:lnTo>
                <a:lnTo>
                  <a:pt x="8" y="50"/>
                </a:lnTo>
                <a:lnTo>
                  <a:pt x="8" y="50"/>
                </a:lnTo>
                <a:lnTo>
                  <a:pt x="6" y="44"/>
                </a:lnTo>
                <a:lnTo>
                  <a:pt x="4" y="36"/>
                </a:lnTo>
                <a:lnTo>
                  <a:pt x="4" y="36"/>
                </a:lnTo>
                <a:lnTo>
                  <a:pt x="6" y="28"/>
                </a:lnTo>
                <a:lnTo>
                  <a:pt x="6" y="22"/>
                </a:lnTo>
                <a:lnTo>
                  <a:pt x="10" y="16"/>
                </a:lnTo>
                <a:lnTo>
                  <a:pt x="14" y="10"/>
                </a:lnTo>
                <a:lnTo>
                  <a:pt x="14" y="10"/>
                </a:lnTo>
                <a:lnTo>
                  <a:pt x="20" y="6"/>
                </a:lnTo>
                <a:lnTo>
                  <a:pt x="26" y="2"/>
                </a:lnTo>
                <a:lnTo>
                  <a:pt x="34" y="0"/>
                </a:lnTo>
                <a:lnTo>
                  <a:pt x="42" y="0"/>
                </a:lnTo>
                <a:lnTo>
                  <a:pt x="42" y="0"/>
                </a:lnTo>
                <a:lnTo>
                  <a:pt x="52" y="2"/>
                </a:lnTo>
                <a:lnTo>
                  <a:pt x="62" y="4"/>
                </a:lnTo>
                <a:lnTo>
                  <a:pt x="62" y="4"/>
                </a:lnTo>
                <a:lnTo>
                  <a:pt x="70" y="10"/>
                </a:lnTo>
                <a:lnTo>
                  <a:pt x="76" y="18"/>
                </a:lnTo>
                <a:lnTo>
                  <a:pt x="76" y="18"/>
                </a:lnTo>
                <a:lnTo>
                  <a:pt x="78" y="28"/>
                </a:lnTo>
                <a:lnTo>
                  <a:pt x="80" y="38"/>
                </a:lnTo>
                <a:lnTo>
                  <a:pt x="66" y="40"/>
                </a:lnTo>
                <a:lnTo>
                  <a:pt x="66" y="40"/>
                </a:lnTo>
                <a:lnTo>
                  <a:pt x="64" y="28"/>
                </a:lnTo>
                <a:lnTo>
                  <a:pt x="60" y="22"/>
                </a:lnTo>
                <a:lnTo>
                  <a:pt x="60" y="22"/>
                </a:lnTo>
                <a:lnTo>
                  <a:pt x="52" y="16"/>
                </a:lnTo>
                <a:lnTo>
                  <a:pt x="42" y="16"/>
                </a:lnTo>
                <a:lnTo>
                  <a:pt x="42" y="16"/>
                </a:lnTo>
                <a:lnTo>
                  <a:pt x="32" y="16"/>
                </a:lnTo>
                <a:lnTo>
                  <a:pt x="24" y="20"/>
                </a:lnTo>
                <a:lnTo>
                  <a:pt x="24" y="20"/>
                </a:lnTo>
                <a:lnTo>
                  <a:pt x="20" y="26"/>
                </a:lnTo>
                <a:lnTo>
                  <a:pt x="18" y="34"/>
                </a:lnTo>
                <a:lnTo>
                  <a:pt x="18" y="34"/>
                </a:lnTo>
                <a:lnTo>
                  <a:pt x="18" y="40"/>
                </a:lnTo>
                <a:lnTo>
                  <a:pt x="22" y="46"/>
                </a:lnTo>
                <a:lnTo>
                  <a:pt x="22" y="46"/>
                </a:lnTo>
                <a:lnTo>
                  <a:pt x="30" y="50"/>
                </a:lnTo>
                <a:lnTo>
                  <a:pt x="42" y="54"/>
                </a:lnTo>
                <a:lnTo>
                  <a:pt x="42" y="54"/>
                </a:lnTo>
                <a:lnTo>
                  <a:pt x="64" y="62"/>
                </a:lnTo>
                <a:lnTo>
                  <a:pt x="64" y="62"/>
                </a:lnTo>
                <a:lnTo>
                  <a:pt x="72" y="68"/>
                </a:lnTo>
                <a:lnTo>
                  <a:pt x="78" y="74"/>
                </a:lnTo>
                <a:lnTo>
                  <a:pt x="78" y="74"/>
                </a:lnTo>
                <a:lnTo>
                  <a:pt x="82" y="84"/>
                </a:lnTo>
                <a:lnTo>
                  <a:pt x="84" y="94"/>
                </a:lnTo>
                <a:lnTo>
                  <a:pt x="84" y="94"/>
                </a:lnTo>
                <a:lnTo>
                  <a:pt x="82" y="104"/>
                </a:lnTo>
                <a:lnTo>
                  <a:pt x="78" y="114"/>
                </a:lnTo>
                <a:lnTo>
                  <a:pt x="78" y="114"/>
                </a:lnTo>
                <a:lnTo>
                  <a:pt x="72" y="122"/>
                </a:lnTo>
                <a:lnTo>
                  <a:pt x="64" y="126"/>
                </a:lnTo>
                <a:lnTo>
                  <a:pt x="64" y="126"/>
                </a:lnTo>
                <a:lnTo>
                  <a:pt x="54" y="130"/>
                </a:lnTo>
                <a:lnTo>
                  <a:pt x="44" y="132"/>
                </a:lnTo>
                <a:lnTo>
                  <a:pt x="44" y="132"/>
                </a:lnTo>
                <a:lnTo>
                  <a:pt x="34" y="130"/>
                </a:lnTo>
                <a:lnTo>
                  <a:pt x="26" y="128"/>
                </a:lnTo>
                <a:lnTo>
                  <a:pt x="18" y="126"/>
                </a:lnTo>
                <a:lnTo>
                  <a:pt x="12" y="120"/>
                </a:lnTo>
                <a:lnTo>
                  <a:pt x="12" y="120"/>
                </a:lnTo>
                <a:lnTo>
                  <a:pt x="8" y="114"/>
                </a:lnTo>
                <a:lnTo>
                  <a:pt x="4" y="106"/>
                </a:lnTo>
                <a:lnTo>
                  <a:pt x="2" y="98"/>
                </a:lnTo>
                <a:lnTo>
                  <a:pt x="0" y="88"/>
                </a:lnTo>
                <a:lnTo>
                  <a:pt x="0" y="88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9994" name="Freeform 163">
            <a:extLst xmlns:a="http://schemas.openxmlformats.org/drawingml/2006/main">
              <a:ext uri="{FF2B5EF4-FFF2-40B4-BE49-F238E27FC236}">
                <a16:creationId xmlns:a16="http://schemas.microsoft.com/office/drawing/2014/main" id="{4733F9CB-B385-4680-B132-74C5E8CBC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76857" y="364072"/>
            <a:ext cx="24187" cy="37025"/>
          </a:xfrm>
          <a:custGeom xmlns:a="http://schemas.openxmlformats.org/drawingml/2006/main">
            <a:rect l="0" t="0" r="r" b="b"/>
            <a:pathLst>
              <a:path w="82" h="128">
                <a:moveTo>
                  <a:pt x="34" y="128"/>
                </a:moveTo>
                <a:lnTo>
                  <a:pt x="34" y="16"/>
                </a:lnTo>
                <a:lnTo>
                  <a:pt x="0" y="16"/>
                </a:lnTo>
                <a:lnTo>
                  <a:pt x="0" y="0"/>
                </a:lnTo>
                <a:lnTo>
                  <a:pt x="82" y="0"/>
                </a:lnTo>
                <a:lnTo>
                  <a:pt x="82" y="16"/>
                </a:lnTo>
                <a:lnTo>
                  <a:pt x="48" y="16"/>
                </a:lnTo>
                <a:lnTo>
                  <a:pt x="48" y="128"/>
                </a:lnTo>
                <a:lnTo>
                  <a:pt x="34" y="128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9995" name="Freeform 164">
            <a:extLst xmlns:a="http://schemas.openxmlformats.org/drawingml/2006/main">
              <a:ext uri="{FF2B5EF4-FFF2-40B4-BE49-F238E27FC236}">
                <a16:creationId xmlns:a16="http://schemas.microsoft.com/office/drawing/2014/main" id="{CF8F8534-C912-4F07-8EF0-0E71C76C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03993" y="364072"/>
            <a:ext cx="23007" cy="37025"/>
          </a:xfrm>
          <a:custGeom xmlns:a="http://schemas.openxmlformats.org/drawingml/2006/main">
            <a:rect l="0" t="0" r="r" b="b"/>
            <a:pathLst>
              <a:path w="78" h="128">
                <a:moveTo>
                  <a:pt x="0" y="128"/>
                </a:moveTo>
                <a:lnTo>
                  <a:pt x="0" y="0"/>
                </a:lnTo>
                <a:lnTo>
                  <a:pt x="38" y="0"/>
                </a:lnTo>
                <a:lnTo>
                  <a:pt x="38" y="0"/>
                </a:lnTo>
                <a:lnTo>
                  <a:pt x="50" y="2"/>
                </a:lnTo>
                <a:lnTo>
                  <a:pt x="58" y="4"/>
                </a:lnTo>
                <a:lnTo>
                  <a:pt x="58" y="4"/>
                </a:lnTo>
                <a:lnTo>
                  <a:pt x="64" y="8"/>
                </a:lnTo>
                <a:lnTo>
                  <a:pt x="68" y="16"/>
                </a:lnTo>
                <a:lnTo>
                  <a:pt x="68" y="16"/>
                </a:lnTo>
                <a:lnTo>
                  <a:pt x="72" y="24"/>
                </a:lnTo>
                <a:lnTo>
                  <a:pt x="74" y="32"/>
                </a:lnTo>
                <a:lnTo>
                  <a:pt x="74" y="32"/>
                </a:lnTo>
                <a:lnTo>
                  <a:pt x="72" y="42"/>
                </a:lnTo>
                <a:lnTo>
                  <a:pt x="70" y="48"/>
                </a:lnTo>
                <a:lnTo>
                  <a:pt x="70" y="48"/>
                </a:lnTo>
                <a:lnTo>
                  <a:pt x="64" y="54"/>
                </a:lnTo>
                <a:lnTo>
                  <a:pt x="58" y="60"/>
                </a:lnTo>
                <a:lnTo>
                  <a:pt x="58" y="60"/>
                </a:lnTo>
                <a:lnTo>
                  <a:pt x="66" y="64"/>
                </a:lnTo>
                <a:lnTo>
                  <a:pt x="72" y="72"/>
                </a:lnTo>
                <a:lnTo>
                  <a:pt x="72" y="72"/>
                </a:lnTo>
                <a:lnTo>
                  <a:pt x="76" y="80"/>
                </a:lnTo>
                <a:lnTo>
                  <a:pt x="78" y="90"/>
                </a:lnTo>
                <a:lnTo>
                  <a:pt x="78" y="90"/>
                </a:lnTo>
                <a:lnTo>
                  <a:pt x="76" y="102"/>
                </a:lnTo>
                <a:lnTo>
                  <a:pt x="74" y="110"/>
                </a:lnTo>
                <a:lnTo>
                  <a:pt x="74" y="110"/>
                </a:lnTo>
                <a:lnTo>
                  <a:pt x="68" y="118"/>
                </a:lnTo>
                <a:lnTo>
                  <a:pt x="60" y="124"/>
                </a:lnTo>
                <a:lnTo>
                  <a:pt x="60" y="124"/>
                </a:lnTo>
                <a:lnTo>
                  <a:pt x="52" y="126"/>
                </a:lnTo>
                <a:lnTo>
                  <a:pt x="40" y="128"/>
                </a:lnTo>
                <a:lnTo>
                  <a:pt x="0" y="128"/>
                </a:lnTo>
                <a:close/>
                <a:moveTo>
                  <a:pt x="14" y="54"/>
                </a:moveTo>
                <a:lnTo>
                  <a:pt x="36" y="54"/>
                </a:lnTo>
                <a:lnTo>
                  <a:pt x="36" y="54"/>
                </a:lnTo>
                <a:lnTo>
                  <a:pt x="48" y="52"/>
                </a:lnTo>
                <a:lnTo>
                  <a:pt x="48" y="52"/>
                </a:lnTo>
                <a:lnTo>
                  <a:pt x="52" y="50"/>
                </a:lnTo>
                <a:lnTo>
                  <a:pt x="56" y="46"/>
                </a:lnTo>
                <a:lnTo>
                  <a:pt x="56" y="46"/>
                </a:lnTo>
                <a:lnTo>
                  <a:pt x="58" y="42"/>
                </a:lnTo>
                <a:lnTo>
                  <a:pt x="60" y="34"/>
                </a:lnTo>
                <a:lnTo>
                  <a:pt x="60" y="34"/>
                </a:lnTo>
                <a:lnTo>
                  <a:pt x="58" y="28"/>
                </a:lnTo>
                <a:lnTo>
                  <a:pt x="56" y="24"/>
                </a:lnTo>
                <a:lnTo>
                  <a:pt x="56" y="24"/>
                </a:lnTo>
                <a:lnTo>
                  <a:pt x="54" y="20"/>
                </a:lnTo>
                <a:lnTo>
                  <a:pt x="50" y="18"/>
                </a:lnTo>
                <a:lnTo>
                  <a:pt x="50" y="18"/>
                </a:lnTo>
                <a:lnTo>
                  <a:pt x="44" y="16"/>
                </a:lnTo>
                <a:lnTo>
                  <a:pt x="34" y="16"/>
                </a:lnTo>
                <a:lnTo>
                  <a:pt x="14" y="16"/>
                </a:lnTo>
                <a:lnTo>
                  <a:pt x="14" y="54"/>
                </a:lnTo>
                <a:close/>
                <a:moveTo>
                  <a:pt x="14" y="112"/>
                </a:moveTo>
                <a:lnTo>
                  <a:pt x="40" y="112"/>
                </a:lnTo>
                <a:lnTo>
                  <a:pt x="40" y="112"/>
                </a:lnTo>
                <a:lnTo>
                  <a:pt x="52" y="110"/>
                </a:lnTo>
                <a:lnTo>
                  <a:pt x="52" y="110"/>
                </a:lnTo>
                <a:lnTo>
                  <a:pt x="56" y="108"/>
                </a:lnTo>
                <a:lnTo>
                  <a:pt x="60" y="104"/>
                </a:lnTo>
                <a:lnTo>
                  <a:pt x="60" y="104"/>
                </a:lnTo>
                <a:lnTo>
                  <a:pt x="64" y="98"/>
                </a:lnTo>
                <a:lnTo>
                  <a:pt x="64" y="90"/>
                </a:lnTo>
                <a:lnTo>
                  <a:pt x="64" y="90"/>
                </a:lnTo>
                <a:lnTo>
                  <a:pt x="64" y="84"/>
                </a:lnTo>
                <a:lnTo>
                  <a:pt x="60" y="78"/>
                </a:lnTo>
                <a:lnTo>
                  <a:pt x="60" y="78"/>
                </a:lnTo>
                <a:lnTo>
                  <a:pt x="58" y="74"/>
                </a:lnTo>
                <a:lnTo>
                  <a:pt x="52" y="72"/>
                </a:lnTo>
                <a:lnTo>
                  <a:pt x="52" y="72"/>
                </a:lnTo>
                <a:lnTo>
                  <a:pt x="46" y="70"/>
                </a:lnTo>
                <a:lnTo>
                  <a:pt x="38" y="68"/>
                </a:lnTo>
                <a:lnTo>
                  <a:pt x="14" y="68"/>
                </a:lnTo>
                <a:lnTo>
                  <a:pt x="14" y="112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9996" name="Freeform 165">
            <a:extLst xmlns:a="http://schemas.openxmlformats.org/drawingml/2006/main">
              <a:ext uri="{FF2B5EF4-FFF2-40B4-BE49-F238E27FC236}">
                <a16:creationId xmlns:a16="http://schemas.microsoft.com/office/drawing/2014/main" id="{825E9B83-8EB6-4EDC-B27D-357669D84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79868" y="180678"/>
            <a:ext cx="144533" cy="178765"/>
          </a:xfrm>
          <a:custGeom xmlns:a="http://schemas.openxmlformats.org/drawingml/2006/main">
            <a:rect l="0" t="0" r="r" b="b"/>
            <a:pathLst>
              <a:path w="490" h="618">
                <a:moveTo>
                  <a:pt x="42" y="2"/>
                </a:moveTo>
                <a:lnTo>
                  <a:pt x="42" y="2"/>
                </a:lnTo>
                <a:lnTo>
                  <a:pt x="30" y="6"/>
                </a:lnTo>
                <a:lnTo>
                  <a:pt x="30" y="6"/>
                </a:lnTo>
                <a:lnTo>
                  <a:pt x="18" y="14"/>
                </a:lnTo>
                <a:lnTo>
                  <a:pt x="8" y="26"/>
                </a:lnTo>
                <a:lnTo>
                  <a:pt x="2" y="40"/>
                </a:lnTo>
                <a:lnTo>
                  <a:pt x="0" y="54"/>
                </a:lnTo>
                <a:lnTo>
                  <a:pt x="0" y="612"/>
                </a:lnTo>
                <a:lnTo>
                  <a:pt x="0" y="612"/>
                </a:lnTo>
                <a:lnTo>
                  <a:pt x="0" y="616"/>
                </a:lnTo>
                <a:lnTo>
                  <a:pt x="4" y="618"/>
                </a:lnTo>
                <a:lnTo>
                  <a:pt x="6" y="618"/>
                </a:lnTo>
                <a:lnTo>
                  <a:pt x="8" y="614"/>
                </a:lnTo>
                <a:lnTo>
                  <a:pt x="100" y="404"/>
                </a:lnTo>
                <a:lnTo>
                  <a:pt x="100" y="404"/>
                </a:lnTo>
                <a:lnTo>
                  <a:pt x="102" y="394"/>
                </a:lnTo>
                <a:lnTo>
                  <a:pt x="104" y="382"/>
                </a:lnTo>
                <a:lnTo>
                  <a:pt x="104" y="140"/>
                </a:lnTo>
                <a:lnTo>
                  <a:pt x="104" y="140"/>
                </a:lnTo>
                <a:lnTo>
                  <a:pt x="104" y="136"/>
                </a:lnTo>
                <a:lnTo>
                  <a:pt x="106" y="134"/>
                </a:lnTo>
                <a:lnTo>
                  <a:pt x="110" y="134"/>
                </a:lnTo>
                <a:lnTo>
                  <a:pt x="112" y="134"/>
                </a:lnTo>
                <a:lnTo>
                  <a:pt x="112" y="134"/>
                </a:lnTo>
                <a:lnTo>
                  <a:pt x="112" y="134"/>
                </a:lnTo>
                <a:lnTo>
                  <a:pt x="144" y="146"/>
                </a:lnTo>
                <a:lnTo>
                  <a:pt x="186" y="162"/>
                </a:lnTo>
                <a:lnTo>
                  <a:pt x="264" y="198"/>
                </a:lnTo>
                <a:lnTo>
                  <a:pt x="264" y="198"/>
                </a:lnTo>
                <a:lnTo>
                  <a:pt x="280" y="190"/>
                </a:lnTo>
                <a:lnTo>
                  <a:pt x="294" y="182"/>
                </a:lnTo>
                <a:lnTo>
                  <a:pt x="310" y="174"/>
                </a:lnTo>
                <a:lnTo>
                  <a:pt x="326" y="168"/>
                </a:lnTo>
                <a:lnTo>
                  <a:pt x="344" y="164"/>
                </a:lnTo>
                <a:lnTo>
                  <a:pt x="362" y="160"/>
                </a:lnTo>
                <a:lnTo>
                  <a:pt x="380" y="158"/>
                </a:lnTo>
                <a:lnTo>
                  <a:pt x="398" y="158"/>
                </a:lnTo>
                <a:lnTo>
                  <a:pt x="398" y="158"/>
                </a:lnTo>
                <a:lnTo>
                  <a:pt x="422" y="160"/>
                </a:lnTo>
                <a:lnTo>
                  <a:pt x="446" y="162"/>
                </a:lnTo>
                <a:lnTo>
                  <a:pt x="468" y="168"/>
                </a:lnTo>
                <a:lnTo>
                  <a:pt x="490" y="176"/>
                </a:lnTo>
                <a:lnTo>
                  <a:pt x="490" y="176"/>
                </a:lnTo>
                <a:lnTo>
                  <a:pt x="82" y="8"/>
                </a:lnTo>
                <a:lnTo>
                  <a:pt x="82" y="8"/>
                </a:lnTo>
                <a:lnTo>
                  <a:pt x="66" y="2"/>
                </a:lnTo>
                <a:lnTo>
                  <a:pt x="52" y="0"/>
                </a:lnTo>
                <a:lnTo>
                  <a:pt x="52" y="0"/>
                </a:lnTo>
                <a:lnTo>
                  <a:pt x="42" y="2"/>
                </a:lnTo>
                <a:lnTo>
                  <a:pt x="42" y="2"/>
                </a:lnTo>
                <a:close/>
              </a:path>
            </a:pathLst>
          </a:custGeom>
          <a:solidFill xmlns:a="http://schemas.openxmlformats.org/drawingml/2006/main">
            <a:srgbClr val="97979B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9997" name="Freeform 166">
            <a:extLst xmlns:a="http://schemas.openxmlformats.org/drawingml/2006/main">
              <a:ext uri="{FF2B5EF4-FFF2-40B4-BE49-F238E27FC236}">
                <a16:creationId xmlns:a16="http://schemas.microsoft.com/office/drawing/2014/main" id="{A4FAFF68-4E03-4D3C-BBF1-C0E2580B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70128" y="232745"/>
            <a:ext cx="144533" cy="178186"/>
          </a:xfrm>
          <a:custGeom xmlns:a="http://schemas.openxmlformats.org/drawingml/2006/main">
            <a:rect l="0" t="0" r="r" b="b"/>
            <a:pathLst>
              <a:path w="490" h="616">
                <a:moveTo>
                  <a:pt x="446" y="616"/>
                </a:moveTo>
                <a:lnTo>
                  <a:pt x="446" y="616"/>
                </a:lnTo>
                <a:lnTo>
                  <a:pt x="458" y="612"/>
                </a:lnTo>
                <a:lnTo>
                  <a:pt x="458" y="612"/>
                </a:lnTo>
                <a:lnTo>
                  <a:pt x="472" y="604"/>
                </a:lnTo>
                <a:lnTo>
                  <a:pt x="480" y="592"/>
                </a:lnTo>
                <a:lnTo>
                  <a:pt x="488" y="578"/>
                </a:lnTo>
                <a:lnTo>
                  <a:pt x="490" y="564"/>
                </a:lnTo>
                <a:lnTo>
                  <a:pt x="490" y="4"/>
                </a:lnTo>
                <a:lnTo>
                  <a:pt x="490" y="4"/>
                </a:lnTo>
                <a:lnTo>
                  <a:pt x="488" y="2"/>
                </a:lnTo>
                <a:lnTo>
                  <a:pt x="486" y="0"/>
                </a:lnTo>
                <a:lnTo>
                  <a:pt x="484" y="0"/>
                </a:lnTo>
                <a:lnTo>
                  <a:pt x="482" y="2"/>
                </a:lnTo>
                <a:lnTo>
                  <a:pt x="390" y="214"/>
                </a:lnTo>
                <a:lnTo>
                  <a:pt x="390" y="214"/>
                </a:lnTo>
                <a:lnTo>
                  <a:pt x="386" y="224"/>
                </a:lnTo>
                <a:lnTo>
                  <a:pt x="386" y="236"/>
                </a:lnTo>
                <a:lnTo>
                  <a:pt x="386" y="478"/>
                </a:lnTo>
                <a:lnTo>
                  <a:pt x="386" y="478"/>
                </a:lnTo>
                <a:lnTo>
                  <a:pt x="384" y="480"/>
                </a:lnTo>
                <a:lnTo>
                  <a:pt x="382" y="484"/>
                </a:lnTo>
                <a:lnTo>
                  <a:pt x="380" y="484"/>
                </a:lnTo>
                <a:lnTo>
                  <a:pt x="378" y="484"/>
                </a:lnTo>
                <a:lnTo>
                  <a:pt x="378" y="484"/>
                </a:lnTo>
                <a:lnTo>
                  <a:pt x="378" y="484"/>
                </a:lnTo>
                <a:lnTo>
                  <a:pt x="346" y="472"/>
                </a:lnTo>
                <a:lnTo>
                  <a:pt x="304" y="454"/>
                </a:lnTo>
                <a:lnTo>
                  <a:pt x="226" y="420"/>
                </a:lnTo>
                <a:lnTo>
                  <a:pt x="226" y="420"/>
                </a:lnTo>
                <a:lnTo>
                  <a:pt x="210" y="428"/>
                </a:lnTo>
                <a:lnTo>
                  <a:pt x="196" y="436"/>
                </a:lnTo>
                <a:lnTo>
                  <a:pt x="180" y="442"/>
                </a:lnTo>
                <a:lnTo>
                  <a:pt x="162" y="448"/>
                </a:lnTo>
                <a:lnTo>
                  <a:pt x="146" y="454"/>
                </a:lnTo>
                <a:lnTo>
                  <a:pt x="128" y="456"/>
                </a:lnTo>
                <a:lnTo>
                  <a:pt x="110" y="458"/>
                </a:lnTo>
                <a:lnTo>
                  <a:pt x="92" y="460"/>
                </a:lnTo>
                <a:lnTo>
                  <a:pt x="92" y="460"/>
                </a:lnTo>
                <a:lnTo>
                  <a:pt x="68" y="458"/>
                </a:lnTo>
                <a:lnTo>
                  <a:pt x="44" y="454"/>
                </a:lnTo>
                <a:lnTo>
                  <a:pt x="22" y="448"/>
                </a:lnTo>
                <a:lnTo>
                  <a:pt x="0" y="442"/>
                </a:lnTo>
                <a:lnTo>
                  <a:pt x="0" y="442"/>
                </a:lnTo>
                <a:lnTo>
                  <a:pt x="408" y="610"/>
                </a:lnTo>
                <a:lnTo>
                  <a:pt x="408" y="610"/>
                </a:lnTo>
                <a:lnTo>
                  <a:pt x="422" y="614"/>
                </a:lnTo>
                <a:lnTo>
                  <a:pt x="438" y="616"/>
                </a:lnTo>
                <a:lnTo>
                  <a:pt x="438" y="616"/>
                </a:lnTo>
                <a:lnTo>
                  <a:pt x="446" y="616"/>
                </a:lnTo>
                <a:lnTo>
                  <a:pt x="446" y="616"/>
                </a:lnTo>
                <a:close/>
              </a:path>
            </a:pathLst>
          </a:custGeom>
          <a:solidFill xmlns:a="http://schemas.openxmlformats.org/drawingml/2006/main">
            <a:srgbClr val="97979B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1049998" name="Freeform 167">
            <a:extLst xmlns:a="http://schemas.openxmlformats.org/drawingml/2006/main">
              <a:ext uri="{FF2B5EF4-FFF2-40B4-BE49-F238E27FC236}">
                <a16:creationId xmlns:a16="http://schemas.microsoft.com/office/drawing/2014/main" id="{A6217668-D78C-4AC2-BCF3-5E0218C4A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79868" y="180678"/>
            <a:ext cx="234793" cy="230254"/>
          </a:xfrm>
          <a:custGeom xmlns:a="http://schemas.openxmlformats.org/drawingml/2006/main">
            <a:rect l="0" t="0" r="r" b="b"/>
            <a:pathLst>
              <a:path w="796" h="796">
                <a:moveTo>
                  <a:pt x="794" y="44"/>
                </a:moveTo>
                <a:lnTo>
                  <a:pt x="794" y="44"/>
                </a:lnTo>
                <a:lnTo>
                  <a:pt x="790" y="32"/>
                </a:lnTo>
                <a:lnTo>
                  <a:pt x="790" y="32"/>
                </a:lnTo>
                <a:lnTo>
                  <a:pt x="782" y="20"/>
                </a:lnTo>
                <a:lnTo>
                  <a:pt x="770" y="10"/>
                </a:lnTo>
                <a:lnTo>
                  <a:pt x="758" y="4"/>
                </a:lnTo>
                <a:lnTo>
                  <a:pt x="742" y="0"/>
                </a:lnTo>
                <a:lnTo>
                  <a:pt x="184" y="0"/>
                </a:lnTo>
                <a:lnTo>
                  <a:pt x="184" y="0"/>
                </a:lnTo>
                <a:lnTo>
                  <a:pt x="180" y="2"/>
                </a:lnTo>
                <a:lnTo>
                  <a:pt x="180" y="4"/>
                </a:lnTo>
                <a:lnTo>
                  <a:pt x="180" y="8"/>
                </a:lnTo>
                <a:lnTo>
                  <a:pt x="182" y="10"/>
                </a:lnTo>
                <a:lnTo>
                  <a:pt x="392" y="100"/>
                </a:lnTo>
                <a:lnTo>
                  <a:pt x="392" y="100"/>
                </a:lnTo>
                <a:lnTo>
                  <a:pt x="404" y="104"/>
                </a:lnTo>
                <a:lnTo>
                  <a:pt x="414" y="104"/>
                </a:lnTo>
                <a:lnTo>
                  <a:pt x="656" y="106"/>
                </a:lnTo>
                <a:lnTo>
                  <a:pt x="656" y="106"/>
                </a:lnTo>
                <a:lnTo>
                  <a:pt x="660" y="106"/>
                </a:lnTo>
                <a:lnTo>
                  <a:pt x="662" y="108"/>
                </a:lnTo>
                <a:lnTo>
                  <a:pt x="664" y="110"/>
                </a:lnTo>
                <a:lnTo>
                  <a:pt x="664" y="114"/>
                </a:lnTo>
                <a:lnTo>
                  <a:pt x="662" y="114"/>
                </a:lnTo>
                <a:lnTo>
                  <a:pt x="662" y="114"/>
                </a:lnTo>
                <a:lnTo>
                  <a:pt x="652" y="146"/>
                </a:lnTo>
                <a:lnTo>
                  <a:pt x="634" y="188"/>
                </a:lnTo>
                <a:lnTo>
                  <a:pt x="598" y="266"/>
                </a:lnTo>
                <a:lnTo>
                  <a:pt x="598" y="266"/>
                </a:lnTo>
                <a:lnTo>
                  <a:pt x="580" y="242"/>
                </a:lnTo>
                <a:lnTo>
                  <a:pt x="560" y="222"/>
                </a:lnTo>
                <a:lnTo>
                  <a:pt x="538" y="202"/>
                </a:lnTo>
                <a:lnTo>
                  <a:pt x="514" y="188"/>
                </a:lnTo>
                <a:lnTo>
                  <a:pt x="486" y="174"/>
                </a:lnTo>
                <a:lnTo>
                  <a:pt x="458" y="166"/>
                </a:lnTo>
                <a:lnTo>
                  <a:pt x="428" y="160"/>
                </a:lnTo>
                <a:lnTo>
                  <a:pt x="398" y="158"/>
                </a:lnTo>
                <a:lnTo>
                  <a:pt x="398" y="158"/>
                </a:lnTo>
                <a:lnTo>
                  <a:pt x="380" y="158"/>
                </a:lnTo>
                <a:lnTo>
                  <a:pt x="360" y="160"/>
                </a:lnTo>
                <a:lnTo>
                  <a:pt x="344" y="164"/>
                </a:lnTo>
                <a:lnTo>
                  <a:pt x="326" y="170"/>
                </a:lnTo>
                <a:lnTo>
                  <a:pt x="310" y="174"/>
                </a:lnTo>
                <a:lnTo>
                  <a:pt x="292" y="182"/>
                </a:lnTo>
                <a:lnTo>
                  <a:pt x="278" y="190"/>
                </a:lnTo>
                <a:lnTo>
                  <a:pt x="262" y="200"/>
                </a:lnTo>
                <a:lnTo>
                  <a:pt x="248" y="210"/>
                </a:lnTo>
                <a:lnTo>
                  <a:pt x="236" y="222"/>
                </a:lnTo>
                <a:lnTo>
                  <a:pt x="222" y="234"/>
                </a:lnTo>
                <a:lnTo>
                  <a:pt x="212" y="246"/>
                </a:lnTo>
                <a:lnTo>
                  <a:pt x="200" y="260"/>
                </a:lnTo>
                <a:lnTo>
                  <a:pt x="192" y="276"/>
                </a:lnTo>
                <a:lnTo>
                  <a:pt x="182" y="290"/>
                </a:lnTo>
                <a:lnTo>
                  <a:pt x="176" y="306"/>
                </a:lnTo>
                <a:lnTo>
                  <a:pt x="176" y="306"/>
                </a:lnTo>
                <a:lnTo>
                  <a:pt x="176" y="306"/>
                </a:lnTo>
                <a:lnTo>
                  <a:pt x="176" y="306"/>
                </a:lnTo>
                <a:lnTo>
                  <a:pt x="6" y="716"/>
                </a:lnTo>
                <a:lnTo>
                  <a:pt x="6" y="716"/>
                </a:lnTo>
                <a:lnTo>
                  <a:pt x="2" y="730"/>
                </a:lnTo>
                <a:lnTo>
                  <a:pt x="0" y="744"/>
                </a:lnTo>
                <a:lnTo>
                  <a:pt x="0" y="744"/>
                </a:lnTo>
                <a:lnTo>
                  <a:pt x="0" y="754"/>
                </a:lnTo>
                <a:lnTo>
                  <a:pt x="0" y="754"/>
                </a:lnTo>
                <a:lnTo>
                  <a:pt x="4" y="766"/>
                </a:lnTo>
                <a:lnTo>
                  <a:pt x="4" y="766"/>
                </a:lnTo>
                <a:lnTo>
                  <a:pt x="14" y="778"/>
                </a:lnTo>
                <a:lnTo>
                  <a:pt x="24" y="788"/>
                </a:lnTo>
                <a:lnTo>
                  <a:pt x="38" y="794"/>
                </a:lnTo>
                <a:lnTo>
                  <a:pt x="52" y="796"/>
                </a:lnTo>
                <a:lnTo>
                  <a:pt x="612" y="796"/>
                </a:lnTo>
                <a:lnTo>
                  <a:pt x="612" y="796"/>
                </a:lnTo>
                <a:lnTo>
                  <a:pt x="614" y="796"/>
                </a:lnTo>
                <a:lnTo>
                  <a:pt x="616" y="794"/>
                </a:lnTo>
                <a:lnTo>
                  <a:pt x="616" y="790"/>
                </a:lnTo>
                <a:lnTo>
                  <a:pt x="614" y="788"/>
                </a:lnTo>
                <a:lnTo>
                  <a:pt x="404" y="698"/>
                </a:lnTo>
                <a:lnTo>
                  <a:pt x="404" y="698"/>
                </a:lnTo>
                <a:lnTo>
                  <a:pt x="392" y="694"/>
                </a:lnTo>
                <a:lnTo>
                  <a:pt x="380" y="692"/>
                </a:lnTo>
                <a:lnTo>
                  <a:pt x="138" y="692"/>
                </a:lnTo>
                <a:lnTo>
                  <a:pt x="138" y="692"/>
                </a:lnTo>
                <a:lnTo>
                  <a:pt x="136" y="692"/>
                </a:lnTo>
                <a:lnTo>
                  <a:pt x="134" y="690"/>
                </a:lnTo>
                <a:lnTo>
                  <a:pt x="132" y="688"/>
                </a:lnTo>
                <a:lnTo>
                  <a:pt x="132" y="684"/>
                </a:lnTo>
                <a:lnTo>
                  <a:pt x="132" y="684"/>
                </a:lnTo>
                <a:lnTo>
                  <a:pt x="132" y="684"/>
                </a:lnTo>
                <a:lnTo>
                  <a:pt x="144" y="652"/>
                </a:lnTo>
                <a:lnTo>
                  <a:pt x="162" y="610"/>
                </a:lnTo>
                <a:lnTo>
                  <a:pt x="198" y="532"/>
                </a:lnTo>
                <a:lnTo>
                  <a:pt x="198" y="532"/>
                </a:lnTo>
                <a:lnTo>
                  <a:pt x="198" y="532"/>
                </a:lnTo>
                <a:lnTo>
                  <a:pt x="214" y="556"/>
                </a:lnTo>
                <a:lnTo>
                  <a:pt x="236" y="576"/>
                </a:lnTo>
                <a:lnTo>
                  <a:pt x="258" y="594"/>
                </a:lnTo>
                <a:lnTo>
                  <a:pt x="282" y="610"/>
                </a:lnTo>
                <a:lnTo>
                  <a:pt x="308" y="622"/>
                </a:lnTo>
                <a:lnTo>
                  <a:pt x="338" y="632"/>
                </a:lnTo>
                <a:lnTo>
                  <a:pt x="366" y="638"/>
                </a:lnTo>
                <a:lnTo>
                  <a:pt x="398" y="640"/>
                </a:lnTo>
                <a:lnTo>
                  <a:pt x="398" y="640"/>
                </a:lnTo>
                <a:lnTo>
                  <a:pt x="416" y="638"/>
                </a:lnTo>
                <a:lnTo>
                  <a:pt x="434" y="636"/>
                </a:lnTo>
                <a:lnTo>
                  <a:pt x="452" y="634"/>
                </a:lnTo>
                <a:lnTo>
                  <a:pt x="470" y="628"/>
                </a:lnTo>
                <a:lnTo>
                  <a:pt x="486" y="622"/>
                </a:lnTo>
                <a:lnTo>
                  <a:pt x="502" y="616"/>
                </a:lnTo>
                <a:lnTo>
                  <a:pt x="518" y="608"/>
                </a:lnTo>
                <a:lnTo>
                  <a:pt x="532" y="598"/>
                </a:lnTo>
                <a:lnTo>
                  <a:pt x="546" y="588"/>
                </a:lnTo>
                <a:lnTo>
                  <a:pt x="560" y="576"/>
                </a:lnTo>
                <a:lnTo>
                  <a:pt x="572" y="564"/>
                </a:lnTo>
                <a:lnTo>
                  <a:pt x="584" y="550"/>
                </a:lnTo>
                <a:lnTo>
                  <a:pt x="594" y="536"/>
                </a:lnTo>
                <a:lnTo>
                  <a:pt x="604" y="522"/>
                </a:lnTo>
                <a:lnTo>
                  <a:pt x="612" y="506"/>
                </a:lnTo>
                <a:lnTo>
                  <a:pt x="620" y="490"/>
                </a:lnTo>
                <a:lnTo>
                  <a:pt x="620" y="490"/>
                </a:lnTo>
                <a:lnTo>
                  <a:pt x="620" y="490"/>
                </a:lnTo>
                <a:lnTo>
                  <a:pt x="790" y="82"/>
                </a:lnTo>
                <a:lnTo>
                  <a:pt x="790" y="82"/>
                </a:lnTo>
                <a:lnTo>
                  <a:pt x="794" y="68"/>
                </a:lnTo>
                <a:lnTo>
                  <a:pt x="796" y="52"/>
                </a:lnTo>
                <a:lnTo>
                  <a:pt x="796" y="52"/>
                </a:lnTo>
                <a:lnTo>
                  <a:pt x="794" y="44"/>
                </a:lnTo>
                <a:lnTo>
                  <a:pt x="794" y="44"/>
                </a:lnTo>
                <a:close/>
                <a:moveTo>
                  <a:pt x="398" y="536"/>
                </a:moveTo>
                <a:lnTo>
                  <a:pt x="398" y="536"/>
                </a:lnTo>
                <a:lnTo>
                  <a:pt x="384" y="534"/>
                </a:lnTo>
                <a:lnTo>
                  <a:pt x="370" y="532"/>
                </a:lnTo>
                <a:lnTo>
                  <a:pt x="358" y="530"/>
                </a:lnTo>
                <a:lnTo>
                  <a:pt x="344" y="524"/>
                </a:lnTo>
                <a:lnTo>
                  <a:pt x="332" y="518"/>
                </a:lnTo>
                <a:lnTo>
                  <a:pt x="322" y="512"/>
                </a:lnTo>
                <a:lnTo>
                  <a:pt x="310" y="504"/>
                </a:lnTo>
                <a:lnTo>
                  <a:pt x="302" y="496"/>
                </a:lnTo>
                <a:lnTo>
                  <a:pt x="292" y="486"/>
                </a:lnTo>
                <a:lnTo>
                  <a:pt x="284" y="476"/>
                </a:lnTo>
                <a:lnTo>
                  <a:pt x="278" y="464"/>
                </a:lnTo>
                <a:lnTo>
                  <a:pt x="272" y="452"/>
                </a:lnTo>
                <a:lnTo>
                  <a:pt x="268" y="440"/>
                </a:lnTo>
                <a:lnTo>
                  <a:pt x="264" y="426"/>
                </a:lnTo>
                <a:lnTo>
                  <a:pt x="262" y="412"/>
                </a:lnTo>
                <a:lnTo>
                  <a:pt x="262" y="398"/>
                </a:lnTo>
                <a:lnTo>
                  <a:pt x="262" y="398"/>
                </a:lnTo>
                <a:lnTo>
                  <a:pt x="262" y="384"/>
                </a:lnTo>
                <a:lnTo>
                  <a:pt x="264" y="372"/>
                </a:lnTo>
                <a:lnTo>
                  <a:pt x="268" y="358"/>
                </a:lnTo>
                <a:lnTo>
                  <a:pt x="272" y="346"/>
                </a:lnTo>
                <a:lnTo>
                  <a:pt x="278" y="334"/>
                </a:lnTo>
                <a:lnTo>
                  <a:pt x="284" y="322"/>
                </a:lnTo>
                <a:lnTo>
                  <a:pt x="292" y="312"/>
                </a:lnTo>
                <a:lnTo>
                  <a:pt x="302" y="302"/>
                </a:lnTo>
                <a:lnTo>
                  <a:pt x="310" y="294"/>
                </a:lnTo>
                <a:lnTo>
                  <a:pt x="322" y="286"/>
                </a:lnTo>
                <a:lnTo>
                  <a:pt x="332" y="278"/>
                </a:lnTo>
                <a:lnTo>
                  <a:pt x="344" y="272"/>
                </a:lnTo>
                <a:lnTo>
                  <a:pt x="358" y="268"/>
                </a:lnTo>
                <a:lnTo>
                  <a:pt x="370" y="264"/>
                </a:lnTo>
                <a:lnTo>
                  <a:pt x="384" y="262"/>
                </a:lnTo>
                <a:lnTo>
                  <a:pt x="398" y="262"/>
                </a:lnTo>
                <a:lnTo>
                  <a:pt x="398" y="262"/>
                </a:lnTo>
                <a:lnTo>
                  <a:pt x="412" y="262"/>
                </a:lnTo>
                <a:lnTo>
                  <a:pt x="426" y="264"/>
                </a:lnTo>
                <a:lnTo>
                  <a:pt x="438" y="268"/>
                </a:lnTo>
                <a:lnTo>
                  <a:pt x="450" y="272"/>
                </a:lnTo>
                <a:lnTo>
                  <a:pt x="462" y="278"/>
                </a:lnTo>
                <a:lnTo>
                  <a:pt x="474" y="286"/>
                </a:lnTo>
                <a:lnTo>
                  <a:pt x="484" y="294"/>
                </a:lnTo>
                <a:lnTo>
                  <a:pt x="494" y="302"/>
                </a:lnTo>
                <a:lnTo>
                  <a:pt x="504" y="312"/>
                </a:lnTo>
                <a:lnTo>
                  <a:pt x="510" y="322"/>
                </a:lnTo>
                <a:lnTo>
                  <a:pt x="518" y="334"/>
                </a:lnTo>
                <a:lnTo>
                  <a:pt x="524" y="346"/>
                </a:lnTo>
                <a:lnTo>
                  <a:pt x="528" y="358"/>
                </a:lnTo>
                <a:lnTo>
                  <a:pt x="532" y="372"/>
                </a:lnTo>
                <a:lnTo>
                  <a:pt x="534" y="384"/>
                </a:lnTo>
                <a:lnTo>
                  <a:pt x="534" y="398"/>
                </a:lnTo>
                <a:lnTo>
                  <a:pt x="534" y="398"/>
                </a:lnTo>
                <a:lnTo>
                  <a:pt x="534" y="412"/>
                </a:lnTo>
                <a:lnTo>
                  <a:pt x="532" y="426"/>
                </a:lnTo>
                <a:lnTo>
                  <a:pt x="528" y="440"/>
                </a:lnTo>
                <a:lnTo>
                  <a:pt x="524" y="452"/>
                </a:lnTo>
                <a:lnTo>
                  <a:pt x="518" y="464"/>
                </a:lnTo>
                <a:lnTo>
                  <a:pt x="510" y="476"/>
                </a:lnTo>
                <a:lnTo>
                  <a:pt x="504" y="486"/>
                </a:lnTo>
                <a:lnTo>
                  <a:pt x="494" y="496"/>
                </a:lnTo>
                <a:lnTo>
                  <a:pt x="484" y="504"/>
                </a:lnTo>
                <a:lnTo>
                  <a:pt x="474" y="512"/>
                </a:lnTo>
                <a:lnTo>
                  <a:pt x="462" y="518"/>
                </a:lnTo>
                <a:lnTo>
                  <a:pt x="450" y="524"/>
                </a:lnTo>
                <a:lnTo>
                  <a:pt x="438" y="530"/>
                </a:lnTo>
                <a:lnTo>
                  <a:pt x="426" y="532"/>
                </a:lnTo>
                <a:lnTo>
                  <a:pt x="412" y="534"/>
                </a:lnTo>
                <a:lnTo>
                  <a:pt x="398" y="536"/>
                </a:lnTo>
                <a:lnTo>
                  <a:pt x="398" y="536"/>
                </a:lnTo>
                <a:close/>
              </a:path>
            </a:pathLst>
          </a:custGeom>
          <a:solidFill xmlns:a="http://schemas.openxmlformats.org/drawingml/2006/main">
            <a:srgbClr val="C10B12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0" r:id="Rc6579beaf36c4cf2"/>
    <p:sldLayoutId xmlns:r="http://schemas.openxmlformats.org/officeDocument/2006/relationships" id="2147483661" r:id="R57d6aa6cd82f4dec"/>
    <p:sldLayoutId xmlns:r="http://schemas.openxmlformats.org/officeDocument/2006/relationships" id="2147483662" r:id="Rd03f72ee35744b91"/>
  </p:sldLayoutIdLst>
  <p:txStyles>
    <p:titleStyle>
      <a:lvl1pPr xmlns:a="http://schemas.openxmlformats.org/drawingml/2006/main" algn="ctr">
        <a:buNone/>
        <a:defRPr sz="3300">
          <a:solidFill>
            <a:schemeClr val="tx1"/>
          </a:solidFill>
          <a:latin typeface="+mj-lt"/>
          <a:ea typeface="+mj-lt"/>
          <a:cs typeface="+mj-lt"/>
        </a:defRPr>
      </a:lvl1pPr>
      <a:lvl2pPr xmlns:a="http://schemas.openxmlformats.org/drawingml/2006/main" algn="ctr">
        <a:buNone/>
        <a:defRPr sz="3300">
          <a:solidFill>
            <a:schemeClr val="tx1"/>
          </a:solidFill>
          <a:latin typeface="Calibri"/>
          <a:ea typeface="Calibri"/>
          <a:cs typeface="Calibri"/>
        </a:defRPr>
      </a:lvl2pPr>
      <a:lvl3pPr xmlns:a="http://schemas.openxmlformats.org/drawingml/2006/main" algn="ctr">
        <a:buNone/>
        <a:defRPr sz="3300">
          <a:solidFill>
            <a:schemeClr val="tx1"/>
          </a:solidFill>
          <a:latin typeface="Calibri"/>
          <a:ea typeface="Calibri"/>
          <a:cs typeface="Calibri"/>
        </a:defRPr>
      </a:lvl3pPr>
      <a:lvl4pPr xmlns:a="http://schemas.openxmlformats.org/drawingml/2006/main" algn="ctr">
        <a:buNone/>
        <a:defRPr sz="3300">
          <a:solidFill>
            <a:schemeClr val="tx1"/>
          </a:solidFill>
          <a:latin typeface="Calibri"/>
          <a:ea typeface="Calibri"/>
          <a:cs typeface="Calibri"/>
        </a:defRPr>
      </a:lvl4pPr>
      <a:lvl5pPr xmlns:a="http://schemas.openxmlformats.org/drawingml/2006/main" algn="ctr">
        <a:buNone/>
        <a:defRPr sz="3300">
          <a:solidFill>
            <a:schemeClr val="tx1"/>
          </a:solidFill>
          <a:latin typeface="Calibri"/>
          <a:ea typeface="Calibri"/>
          <a:cs typeface="Calibri"/>
        </a:defRPr>
      </a:lvl5pPr>
      <a:lvl6pPr xmlns:a="http://schemas.openxmlformats.org/drawingml/2006/main" marL="342900" algn="ctr">
        <a:buNone/>
        <a:defRPr sz="3300">
          <a:solidFill>
            <a:schemeClr val="tx1"/>
          </a:solidFill>
          <a:latin typeface="Calibri"/>
          <a:ea typeface="Calibri"/>
          <a:cs typeface="Calibri"/>
        </a:defRPr>
      </a:lvl6pPr>
      <a:lvl7pPr xmlns:a="http://schemas.openxmlformats.org/drawingml/2006/main" marL="685800" algn="ctr">
        <a:buNone/>
        <a:defRPr sz="3300">
          <a:solidFill>
            <a:schemeClr val="tx1"/>
          </a:solidFill>
          <a:latin typeface="Calibri"/>
          <a:ea typeface="Calibri"/>
          <a:cs typeface="Calibri"/>
        </a:defRPr>
      </a:lvl7pPr>
      <a:lvl8pPr xmlns:a="http://schemas.openxmlformats.org/drawingml/2006/main" marL="1028700" algn="ctr">
        <a:buNone/>
        <a:defRPr sz="3300">
          <a:solidFill>
            <a:schemeClr val="tx1"/>
          </a:solidFill>
          <a:latin typeface="Calibri"/>
          <a:ea typeface="Calibri"/>
          <a:cs typeface="Calibri"/>
        </a:defRPr>
      </a:lvl8pPr>
      <a:lvl9pPr xmlns:a="http://schemas.openxmlformats.org/drawingml/2006/main" marL="1371600" algn="ctr">
        <a:buNone/>
        <a:defRPr sz="3300">
          <a:solidFill>
            <a:schemeClr val="tx1"/>
          </a:solidFill>
          <a:latin typeface="Calibri"/>
          <a:ea typeface="Calibri"/>
          <a:cs typeface="Calibri"/>
        </a:defRPr>
      </a:lvl9pPr>
    </p:titleStyle>
    <p:bodyStyle>
      <a:lvl1pPr xmlns:a="http://schemas.openxmlformats.org/drawingml/2006/main" marL="257175" indent="-257175" algn="l"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57530" indent="-214630" algn="l">
        <a:buChar char="–"/>
        <a:defRPr sz="21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57250" indent="-171450" algn="l"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200150" indent="-171450" algn="l">
        <a:buChar char="–"/>
        <a:defRPr sz="15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543050" indent="-171450" algn="l">
        <a:buChar char="»"/>
        <a:defRPr sz="15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885950" indent="-171450" algn="l">
        <a:buChar char="•"/>
        <a:defRPr sz="15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228850" indent="-171450" algn="l">
        <a:buChar char="•"/>
        <a:defRPr sz="15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571750" indent="-171450" algn="l">
        <a:buChar char="•"/>
        <a:defRPr sz="15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914650" indent="-171450" algn="l">
        <a:buChar char="•"/>
        <a:defRPr sz="15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429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6858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0287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3716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7145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0574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4003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7432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黑体"/>
        <a:cs typeface=""/>
      </a:majorFont>
      <a:minorFont>
        <a:latin typeface="Arial"/>
        <a:ea typeface="宋体"/>
        <a:cs typeface=""/>
      </a:minorFont>
    </a:fontScheme>
    <a:fmtScheme name="默认设计模板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4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4ac1eb82d3474c7c" /><Relationship Type="http://schemas.openxmlformats.org/officeDocument/2006/relationships/image" Target="/ppt/media/image.jpeg" Id="R0a47731d792c47bb" /><Relationship Type="http://schemas.openxmlformats.org/officeDocument/2006/relationships/notesSlide" Target="/ppt/notesSlides/notesSlide1.xml" Id="Rf9b14177eb24420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546ac47ac324c49" /><Relationship Type="http://schemas.openxmlformats.org/officeDocument/2006/relationships/image" Target="/ppt/media/image.png" Id="Rfa92d570264c4051" /><Relationship Type="http://schemas.openxmlformats.org/officeDocument/2006/relationships/notesSlide" Target="/ppt/notesSlides/notesSlide2.xml" Id="Rd60b59c40b6a441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49538" name="图片 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a47731d792c47bb"/>
          <a:srcRect xmlns:a="http://schemas.openxmlformats.org/drawingml/2006/main" l="0" t="1856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069910"/>
            <a:ext cx="9144000" cy="3158024"/>
          </a:xfrm>
          <a:prstGeom xmlns:a="http://schemas.openxmlformats.org/drawingml/2006/main" prst="rect">
            <a:avLst/>
          </a:prstGeom>
        </p:spPr>
      </p:pic>
      <p:sp>
        <p:nvSpPr>
          <p:cNvPr id="1049321" name="Text Box 16">
            <a:extLst xmlns:a="http://schemas.openxmlformats.org/drawingml/2006/main">
              <a:ext uri="{FF2B5EF4-FFF2-40B4-BE49-F238E27FC236}">
                <a16:creationId xmlns:a16="http://schemas.microsoft.com/office/drawing/2014/main" id="{A8EFAF8A-5307-42BD-A868-AB5CA79F9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856" y="4403000"/>
            <a:ext cx="2768204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>
            <a:spAutoFit/>
          </a:bodyPr>
          <a:lstStyle xmlns:a="http://schemas.openxmlformats.org/drawingml/2006/main">
            <a:lvl1pPr algn="ctr">
              <a:buNone/>
              <a:defRPr sz="2000"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fld id="{6602C4E0-4D9D-4DF1-A6CD-CF507E9CBD07}" type="datetime2">
              <a:rPr sz="1400" b="1"/>
              <a:t>2026年7月8日</a:t>
            </a:fld>
            <a:r>
              <a:rPr sz="1400" b="1"/>
              <a:t>  </a:t>
            </a:r>
          </a:p>
        </p:txBody>
      </p:sp>
      <p:sp>
        <p:nvSpPr>
          <p:cNvPr id="104932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118A493-0FBA-4F7D-A4A4-F596989F7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6195" y="1181100"/>
            <a:ext cx="923163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钢铁夹杂物/析出相计算</a:t>
            </a:r>
          </a:p>
          <a:p xmlns:a="http://schemas.openxmlformats.org/drawingml/2006/main"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与可视化系统</a:t>
            </a:r>
          </a:p>
          <a:p xmlns:a="http://schemas.openxmlformats.org/drawingml/2006/main">
            <a:pPr marL="0" indent="0" algn="ctr">
              <a:lnSpc>
                <a:spcPct val="60000"/>
              </a:lnSpc>
              <a:spcBef>
                <a:spcPts val="1800"/>
              </a:spcBef>
              <a:spcAft>
                <a:spcPts val="0"/>
              </a:spcAft>
              <a:buNone/>
            </a:pPr>
          </a:p>
          <a:p xmlns:a="http://schemas.openxmlformats.org/drawingml/2006/main">
            <a:pPr marL="0" indent="0" algn="ctr">
              <a:lnSpc>
                <a:spcPct val="6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sz="18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以 FactSage 为计算核心，贯通建模、扫描、解析与交付
徐小青</a:t>
            </a:r>
          </a:p>
        </p:txBody>
      </p:sp>
      <p:sp>
        <p:nvSpPr>
          <p:cNvPr id="1049323" name="矩形 3">
            <a:extLst xmlns:a="http://schemas.openxmlformats.org/drawingml/2006/main">
              <a:ext uri="{FF2B5EF4-FFF2-40B4-BE49-F238E27FC236}">
                <a16:creationId xmlns:a16="http://schemas.microsoft.com/office/drawing/2014/main" id="{51E5CC8D-FA6E-41D1-BDD3-10473DDC5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521" y="173458"/>
            <a:ext cx="1601670" cy="52889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49324" name="Freeform 4">
            <a:extLst xmlns:a="http://schemas.openxmlformats.org/drawingml/2006/main">
              <a:ext uri="{FF2B5EF4-FFF2-40B4-BE49-F238E27FC236}">
                <a16:creationId xmlns:a16="http://schemas.microsoft.com/office/drawing/2014/main" id="{CF628E01-110A-425A-9973-4C383196C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3955" y="375317"/>
            <a:ext cx="19112" cy="19764"/>
          </a:xfrm>
          <a:custGeom xmlns:a="http://schemas.openxmlformats.org/drawingml/2006/main">
            <a:rect l="0" t="0" r="r" b="b"/>
            <a:pathLst>
              <a:path w="24" h="24">
                <a:moveTo>
                  <a:pt x="24" y="10"/>
                </a:moveTo>
                <a:lnTo>
                  <a:pt x="22" y="14"/>
                </a:lnTo>
                <a:lnTo>
                  <a:pt x="12" y="8"/>
                </a:lnTo>
                <a:lnTo>
                  <a:pt x="8" y="6"/>
                </a:lnTo>
                <a:lnTo>
                  <a:pt x="6" y="6"/>
                </a:lnTo>
                <a:lnTo>
                  <a:pt x="4" y="8"/>
                </a:lnTo>
                <a:lnTo>
                  <a:pt x="4" y="10"/>
                </a:lnTo>
                <a:lnTo>
                  <a:pt x="4" y="12"/>
                </a:lnTo>
                <a:lnTo>
                  <a:pt x="8" y="14"/>
                </a:lnTo>
                <a:lnTo>
                  <a:pt x="16" y="20"/>
                </a:lnTo>
                <a:lnTo>
                  <a:pt x="14" y="24"/>
                </a:lnTo>
                <a:lnTo>
                  <a:pt x="6" y="18"/>
                </a:lnTo>
                <a:lnTo>
                  <a:pt x="2" y="14"/>
                </a:lnTo>
                <a:lnTo>
                  <a:pt x="0" y="12"/>
                </a:lnTo>
                <a:lnTo>
                  <a:pt x="0" y="10"/>
                </a:lnTo>
                <a:lnTo>
                  <a:pt x="2" y="6"/>
                </a:lnTo>
                <a:lnTo>
                  <a:pt x="4" y="2"/>
                </a:lnTo>
                <a:lnTo>
                  <a:pt x="8" y="0"/>
                </a:lnTo>
                <a:lnTo>
                  <a:pt x="10" y="2"/>
                </a:lnTo>
                <a:lnTo>
                  <a:pt x="14" y="4"/>
                </a:lnTo>
                <a:lnTo>
                  <a:pt x="24" y="10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325" name="Freeform 5">
            <a:extLst xmlns:a="http://schemas.openxmlformats.org/drawingml/2006/main">
              <a:ext uri="{FF2B5EF4-FFF2-40B4-BE49-F238E27FC236}">
                <a16:creationId xmlns:a16="http://schemas.microsoft.com/office/drawing/2014/main" id="{9CCED963-E607-40B1-B616-F087F6E4C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4398" y="390140"/>
            <a:ext cx="19112" cy="19764"/>
          </a:xfrm>
          <a:custGeom xmlns:a="http://schemas.openxmlformats.org/drawingml/2006/main">
            <a:rect l="0" t="0" r="r" b="b"/>
            <a:pathLst>
              <a:path w="24" h="24">
                <a:moveTo>
                  <a:pt x="6" y="0"/>
                </a:moveTo>
                <a:lnTo>
                  <a:pt x="24" y="8"/>
                </a:lnTo>
                <a:lnTo>
                  <a:pt x="24" y="12"/>
                </a:lnTo>
                <a:lnTo>
                  <a:pt x="6" y="14"/>
                </a:lnTo>
                <a:lnTo>
                  <a:pt x="20" y="20"/>
                </a:lnTo>
                <a:lnTo>
                  <a:pt x="18" y="24"/>
                </a:lnTo>
                <a:lnTo>
                  <a:pt x="0" y="14"/>
                </a:lnTo>
                <a:lnTo>
                  <a:pt x="0" y="10"/>
                </a:lnTo>
                <a:lnTo>
                  <a:pt x="16" y="8"/>
                </a:lnTo>
                <a:lnTo>
                  <a:pt x="4" y="2"/>
                </a:lnTo>
                <a:lnTo>
                  <a:pt x="6" y="0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326" name="Freeform 6">
            <a:extLst xmlns:a="http://schemas.openxmlformats.org/drawingml/2006/main">
              <a:ext uri="{FF2B5EF4-FFF2-40B4-BE49-F238E27FC236}">
                <a16:creationId xmlns:a16="http://schemas.microsoft.com/office/drawing/2014/main" id="{FA8BF594-F4AC-47AA-AF8C-7AA52F816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1213" y="404963"/>
            <a:ext cx="15926" cy="9882"/>
          </a:xfrm>
          <a:custGeom xmlns:a="http://schemas.openxmlformats.org/drawingml/2006/main">
            <a:rect l="0" t="0" r="r" b="b"/>
            <a:pathLst>
              <a:path w="20" h="12">
                <a:moveTo>
                  <a:pt x="0" y="0"/>
                </a:moveTo>
                <a:lnTo>
                  <a:pt x="20" y="8"/>
                </a:lnTo>
                <a:lnTo>
                  <a:pt x="18" y="12"/>
                </a:lnTo>
                <a:lnTo>
                  <a:pt x="0" y="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327" name="Freeform 7">
            <a:extLst xmlns:a="http://schemas.openxmlformats.org/drawingml/2006/main">
              <a:ext uri="{FF2B5EF4-FFF2-40B4-BE49-F238E27FC236}">
                <a16:creationId xmlns:a16="http://schemas.microsoft.com/office/drawing/2014/main" id="{4D52CD98-206F-4E29-99A6-0094AFA7B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6435" y="416493"/>
            <a:ext cx="19112" cy="14823"/>
          </a:xfrm>
          <a:custGeom xmlns:a="http://schemas.openxmlformats.org/drawingml/2006/main">
            <a:rect l="0" t="0" r="r" b="b"/>
            <a:pathLst>
              <a:path w="24" h="18">
                <a:moveTo>
                  <a:pt x="2" y="0"/>
                </a:moveTo>
                <a:lnTo>
                  <a:pt x="24" y="0"/>
                </a:lnTo>
                <a:lnTo>
                  <a:pt x="22" y="4"/>
                </a:lnTo>
                <a:lnTo>
                  <a:pt x="6" y="4"/>
                </a:lnTo>
                <a:lnTo>
                  <a:pt x="18" y="14"/>
                </a:lnTo>
                <a:lnTo>
                  <a:pt x="18" y="18"/>
                </a:lnTo>
                <a:lnTo>
                  <a:pt x="0" y="4"/>
                </a:lnTo>
                <a:lnTo>
                  <a:pt x="2" y="0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328" name="Freeform 8">
            <a:extLst xmlns:a="http://schemas.openxmlformats.org/drawingml/2006/main">
              <a:ext uri="{FF2B5EF4-FFF2-40B4-BE49-F238E27FC236}">
                <a16:creationId xmlns:a16="http://schemas.microsoft.com/office/drawing/2014/main" id="{B6F94B8C-D109-4B09-88B9-AFC27E5CB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1657" y="428022"/>
            <a:ext cx="19112" cy="16470"/>
          </a:xfrm>
          <a:custGeom xmlns:a="http://schemas.openxmlformats.org/drawingml/2006/main">
            <a:rect l="0" t="0" r="r" b="b"/>
            <a:pathLst>
              <a:path w="24" h="20">
                <a:moveTo>
                  <a:pt x="4" y="0"/>
                </a:moveTo>
                <a:lnTo>
                  <a:pt x="24" y="6"/>
                </a:lnTo>
                <a:lnTo>
                  <a:pt x="20" y="20"/>
                </a:lnTo>
                <a:lnTo>
                  <a:pt x="16" y="20"/>
                </a:lnTo>
                <a:lnTo>
                  <a:pt x="18" y="8"/>
                </a:lnTo>
                <a:lnTo>
                  <a:pt x="14" y="8"/>
                </a:lnTo>
                <a:lnTo>
                  <a:pt x="12" y="18"/>
                </a:lnTo>
                <a:lnTo>
                  <a:pt x="8" y="18"/>
                </a:lnTo>
                <a:lnTo>
                  <a:pt x="12" y="6"/>
                </a:lnTo>
                <a:lnTo>
                  <a:pt x="6" y="6"/>
                </a:lnTo>
                <a:lnTo>
                  <a:pt x="2" y="16"/>
                </a:lnTo>
                <a:lnTo>
                  <a:pt x="0" y="16"/>
                </a:lnTo>
                <a:lnTo>
                  <a:pt x="4" y="0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329" name="Freeform 9">
            <a:extLst xmlns:a="http://schemas.openxmlformats.org/drawingml/2006/main">
              <a:ext uri="{FF2B5EF4-FFF2-40B4-BE49-F238E27FC236}">
                <a16:creationId xmlns:a16="http://schemas.microsoft.com/office/drawing/2014/main" id="{F637BF91-2E00-4015-BC42-88B91415C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471" y="444492"/>
            <a:ext cx="19112" cy="16470"/>
          </a:xfrm>
          <a:custGeom xmlns:a="http://schemas.openxmlformats.org/drawingml/2006/main">
            <a:rect l="0" t="0" r="r" b="b"/>
            <a:pathLst>
              <a:path w="24" h="20">
                <a:moveTo>
                  <a:pt x="2" y="0"/>
                </a:moveTo>
                <a:lnTo>
                  <a:pt x="24" y="4"/>
                </a:lnTo>
                <a:lnTo>
                  <a:pt x="22" y="12"/>
                </a:lnTo>
                <a:lnTo>
                  <a:pt x="20" y="16"/>
                </a:lnTo>
                <a:lnTo>
                  <a:pt x="18" y="18"/>
                </a:lnTo>
                <a:lnTo>
                  <a:pt x="16" y="20"/>
                </a:lnTo>
                <a:lnTo>
                  <a:pt x="12" y="18"/>
                </a:lnTo>
                <a:lnTo>
                  <a:pt x="10" y="14"/>
                </a:lnTo>
                <a:lnTo>
                  <a:pt x="8" y="16"/>
                </a:lnTo>
                <a:lnTo>
                  <a:pt x="4" y="18"/>
                </a:lnTo>
                <a:lnTo>
                  <a:pt x="0" y="20"/>
                </a:lnTo>
                <a:lnTo>
                  <a:pt x="0" y="14"/>
                </a:lnTo>
                <a:lnTo>
                  <a:pt x="6" y="12"/>
                </a:lnTo>
                <a:lnTo>
                  <a:pt x="10" y="10"/>
                </a:lnTo>
                <a:lnTo>
                  <a:pt x="10" y="8"/>
                </a:lnTo>
                <a:lnTo>
                  <a:pt x="10" y="6"/>
                </a:lnTo>
                <a:lnTo>
                  <a:pt x="2" y="4"/>
                </a:lnTo>
                <a:lnTo>
                  <a:pt x="2" y="0"/>
                </a:lnTo>
                <a:close/>
                <a:moveTo>
                  <a:pt x="14" y="6"/>
                </a:moveTo>
                <a:lnTo>
                  <a:pt x="14" y="10"/>
                </a:lnTo>
                <a:lnTo>
                  <a:pt x="14" y="14"/>
                </a:lnTo>
                <a:lnTo>
                  <a:pt x="16" y="16"/>
                </a:lnTo>
                <a:lnTo>
                  <a:pt x="18" y="14"/>
                </a:lnTo>
                <a:lnTo>
                  <a:pt x="18" y="10"/>
                </a:lnTo>
                <a:lnTo>
                  <a:pt x="20" y="8"/>
                </a:lnTo>
                <a:lnTo>
                  <a:pt x="14" y="6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33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1DA7560C-EC7E-4030-9BAC-0E3C6BEB0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471" y="462609"/>
            <a:ext cx="15926" cy="13176"/>
          </a:xfrm>
          <a:custGeom xmlns:a="http://schemas.openxmlformats.org/drawingml/2006/main">
            <a:rect l="0" t="0" r="r" b="b"/>
            <a:pathLst>
              <a:path w="20" h="16">
                <a:moveTo>
                  <a:pt x="6" y="0"/>
                </a:moveTo>
                <a:lnTo>
                  <a:pt x="8" y="4"/>
                </a:lnTo>
                <a:lnTo>
                  <a:pt x="4" y="6"/>
                </a:lnTo>
                <a:lnTo>
                  <a:pt x="4" y="8"/>
                </a:lnTo>
                <a:lnTo>
                  <a:pt x="4" y="12"/>
                </a:lnTo>
                <a:lnTo>
                  <a:pt x="6" y="12"/>
                </a:lnTo>
                <a:lnTo>
                  <a:pt x="8" y="10"/>
                </a:lnTo>
                <a:lnTo>
                  <a:pt x="8" y="8"/>
                </a:lnTo>
                <a:lnTo>
                  <a:pt x="12" y="2"/>
                </a:lnTo>
                <a:lnTo>
                  <a:pt x="16" y="0"/>
                </a:lnTo>
                <a:lnTo>
                  <a:pt x="18" y="2"/>
                </a:lnTo>
                <a:lnTo>
                  <a:pt x="20" y="4"/>
                </a:lnTo>
                <a:lnTo>
                  <a:pt x="20" y="8"/>
                </a:lnTo>
                <a:lnTo>
                  <a:pt x="18" y="14"/>
                </a:lnTo>
                <a:lnTo>
                  <a:pt x="14" y="16"/>
                </a:lnTo>
                <a:lnTo>
                  <a:pt x="14" y="12"/>
                </a:lnTo>
                <a:lnTo>
                  <a:pt x="16" y="10"/>
                </a:lnTo>
                <a:lnTo>
                  <a:pt x="18" y="8"/>
                </a:lnTo>
                <a:lnTo>
                  <a:pt x="16" y="6"/>
                </a:lnTo>
                <a:lnTo>
                  <a:pt x="16" y="4"/>
                </a:lnTo>
                <a:lnTo>
                  <a:pt x="14" y="6"/>
                </a:lnTo>
                <a:lnTo>
                  <a:pt x="12" y="10"/>
                </a:lnTo>
                <a:lnTo>
                  <a:pt x="12" y="14"/>
                </a:lnTo>
                <a:lnTo>
                  <a:pt x="8" y="16"/>
                </a:lnTo>
                <a:lnTo>
                  <a:pt x="6" y="16"/>
                </a:lnTo>
                <a:lnTo>
                  <a:pt x="2" y="16"/>
                </a:lnTo>
                <a:lnTo>
                  <a:pt x="0" y="12"/>
                </a:lnTo>
                <a:lnTo>
                  <a:pt x="0" y="8"/>
                </a:lnTo>
                <a:lnTo>
                  <a:pt x="2" y="2"/>
                </a:lnTo>
                <a:lnTo>
                  <a:pt x="6" y="0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331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874E419A-416A-4DA0-A5C5-24822818D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471" y="479079"/>
            <a:ext cx="15926" cy="32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04933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DEE9D54C-9E59-46CC-B24C-0F886BA08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471" y="484020"/>
            <a:ext cx="17519" cy="14823"/>
          </a:xfrm>
          <a:custGeom xmlns:a="http://schemas.openxmlformats.org/drawingml/2006/main">
            <a:rect l="0" t="0" r="r" b="b"/>
            <a:pathLst>
              <a:path w="22" h="18">
                <a:moveTo>
                  <a:pt x="0" y="8"/>
                </a:moveTo>
                <a:lnTo>
                  <a:pt x="18" y="6"/>
                </a:lnTo>
                <a:lnTo>
                  <a:pt x="18" y="0"/>
                </a:lnTo>
                <a:lnTo>
                  <a:pt x="20" y="0"/>
                </a:lnTo>
                <a:lnTo>
                  <a:pt x="22" y="16"/>
                </a:lnTo>
                <a:lnTo>
                  <a:pt x="18" y="18"/>
                </a:lnTo>
                <a:lnTo>
                  <a:pt x="18" y="12"/>
                </a:lnTo>
                <a:lnTo>
                  <a:pt x="2" y="12"/>
                </a:lnTo>
                <a:lnTo>
                  <a:pt x="0" y="8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33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E8E6D23B-B228-4D54-8759-F0CB54B13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1657" y="497197"/>
            <a:ext cx="17519" cy="16470"/>
          </a:xfrm>
          <a:custGeom xmlns:a="http://schemas.openxmlformats.org/drawingml/2006/main">
            <a:rect l="0" t="0" r="r" b="b"/>
            <a:pathLst>
              <a:path w="22" h="20">
                <a:moveTo>
                  <a:pt x="0" y="12"/>
                </a:moveTo>
                <a:lnTo>
                  <a:pt x="8" y="10"/>
                </a:lnTo>
                <a:lnTo>
                  <a:pt x="18" y="0"/>
                </a:lnTo>
                <a:lnTo>
                  <a:pt x="20" y="6"/>
                </a:lnTo>
                <a:lnTo>
                  <a:pt x="12" y="12"/>
                </a:lnTo>
                <a:lnTo>
                  <a:pt x="20" y="14"/>
                </a:lnTo>
                <a:lnTo>
                  <a:pt x="22" y="20"/>
                </a:lnTo>
                <a:lnTo>
                  <a:pt x="8" y="14"/>
                </a:lnTo>
                <a:lnTo>
                  <a:pt x="0" y="16"/>
                </a:lnTo>
                <a:lnTo>
                  <a:pt x="0" y="12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33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F3935F2A-B084-4CCB-BE6D-208BE7D84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9620" y="528490"/>
            <a:ext cx="17519" cy="16470"/>
          </a:xfrm>
          <a:custGeom xmlns:a="http://schemas.openxmlformats.org/drawingml/2006/main">
            <a:rect l="0" t="0" r="r" b="b"/>
            <a:pathLst>
              <a:path w="22" h="20">
                <a:moveTo>
                  <a:pt x="6" y="2"/>
                </a:moveTo>
                <a:lnTo>
                  <a:pt x="6" y="2"/>
                </a:lnTo>
                <a:lnTo>
                  <a:pt x="12" y="0"/>
                </a:lnTo>
                <a:lnTo>
                  <a:pt x="16" y="0"/>
                </a:lnTo>
                <a:lnTo>
                  <a:pt x="18" y="2"/>
                </a:lnTo>
                <a:lnTo>
                  <a:pt x="20" y="6"/>
                </a:lnTo>
                <a:lnTo>
                  <a:pt x="22" y="10"/>
                </a:lnTo>
                <a:lnTo>
                  <a:pt x="20" y="14"/>
                </a:lnTo>
                <a:lnTo>
                  <a:pt x="18" y="18"/>
                </a:lnTo>
                <a:lnTo>
                  <a:pt x="14" y="20"/>
                </a:lnTo>
                <a:lnTo>
                  <a:pt x="10" y="20"/>
                </a:lnTo>
                <a:lnTo>
                  <a:pt x="6" y="20"/>
                </a:lnTo>
                <a:lnTo>
                  <a:pt x="2" y="18"/>
                </a:lnTo>
                <a:lnTo>
                  <a:pt x="0" y="14"/>
                </a:lnTo>
                <a:lnTo>
                  <a:pt x="0" y="10"/>
                </a:lnTo>
                <a:lnTo>
                  <a:pt x="0" y="6"/>
                </a:lnTo>
                <a:lnTo>
                  <a:pt x="2" y="4"/>
                </a:lnTo>
                <a:lnTo>
                  <a:pt x="6" y="2"/>
                </a:lnTo>
                <a:close/>
                <a:moveTo>
                  <a:pt x="8" y="6"/>
                </a:moveTo>
                <a:lnTo>
                  <a:pt x="8" y="6"/>
                </a:lnTo>
                <a:lnTo>
                  <a:pt x="4" y="8"/>
                </a:lnTo>
                <a:lnTo>
                  <a:pt x="4" y="14"/>
                </a:lnTo>
                <a:lnTo>
                  <a:pt x="8" y="16"/>
                </a:lnTo>
                <a:lnTo>
                  <a:pt x="12" y="16"/>
                </a:lnTo>
                <a:lnTo>
                  <a:pt x="18" y="12"/>
                </a:lnTo>
                <a:lnTo>
                  <a:pt x="18" y="8"/>
                </a:lnTo>
                <a:lnTo>
                  <a:pt x="14" y="4"/>
                </a:lnTo>
                <a:lnTo>
                  <a:pt x="8" y="6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33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24FBC1DD-D69B-4D61-A678-F111D643E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4398" y="543313"/>
            <a:ext cx="20705" cy="13176"/>
          </a:xfrm>
          <a:custGeom xmlns:a="http://schemas.openxmlformats.org/drawingml/2006/main">
            <a:rect l="0" t="0" r="r" b="b"/>
            <a:pathLst>
              <a:path w="26" h="16">
                <a:moveTo>
                  <a:pt x="0" y="10"/>
                </a:moveTo>
                <a:lnTo>
                  <a:pt x="18" y="0"/>
                </a:lnTo>
                <a:lnTo>
                  <a:pt x="26" y="12"/>
                </a:lnTo>
                <a:lnTo>
                  <a:pt x="22" y="14"/>
                </a:lnTo>
                <a:lnTo>
                  <a:pt x="18" y="6"/>
                </a:lnTo>
                <a:lnTo>
                  <a:pt x="14" y="8"/>
                </a:lnTo>
                <a:lnTo>
                  <a:pt x="18" y="16"/>
                </a:lnTo>
                <a:lnTo>
                  <a:pt x="14" y="16"/>
                </a:lnTo>
                <a:lnTo>
                  <a:pt x="10" y="10"/>
                </a:lnTo>
                <a:lnTo>
                  <a:pt x="2" y="14"/>
                </a:lnTo>
                <a:lnTo>
                  <a:pt x="0" y="10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33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AEA3DE8C-BEF7-4998-A347-7616CE83D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1918" y="568019"/>
            <a:ext cx="15926" cy="18117"/>
          </a:xfrm>
          <a:custGeom xmlns:a="http://schemas.openxmlformats.org/drawingml/2006/main">
            <a:rect l="0" t="0" r="r" b="b"/>
            <a:pathLst>
              <a:path w="20" h="22">
                <a:moveTo>
                  <a:pt x="2" y="6"/>
                </a:moveTo>
                <a:lnTo>
                  <a:pt x="4" y="10"/>
                </a:lnTo>
                <a:lnTo>
                  <a:pt x="4" y="12"/>
                </a:lnTo>
                <a:lnTo>
                  <a:pt x="4" y="16"/>
                </a:lnTo>
                <a:lnTo>
                  <a:pt x="8" y="18"/>
                </a:lnTo>
                <a:lnTo>
                  <a:pt x="10" y="16"/>
                </a:lnTo>
                <a:lnTo>
                  <a:pt x="10" y="14"/>
                </a:lnTo>
                <a:lnTo>
                  <a:pt x="8" y="10"/>
                </a:lnTo>
                <a:lnTo>
                  <a:pt x="8" y="6"/>
                </a:lnTo>
                <a:lnTo>
                  <a:pt x="10" y="2"/>
                </a:lnTo>
                <a:lnTo>
                  <a:pt x="12" y="0"/>
                </a:lnTo>
                <a:lnTo>
                  <a:pt x="16" y="2"/>
                </a:lnTo>
                <a:lnTo>
                  <a:pt x="18" y="4"/>
                </a:lnTo>
                <a:lnTo>
                  <a:pt x="20" y="10"/>
                </a:lnTo>
                <a:lnTo>
                  <a:pt x="18" y="14"/>
                </a:lnTo>
                <a:lnTo>
                  <a:pt x="16" y="12"/>
                </a:lnTo>
                <a:lnTo>
                  <a:pt x="16" y="8"/>
                </a:lnTo>
                <a:lnTo>
                  <a:pt x="16" y="6"/>
                </a:lnTo>
                <a:lnTo>
                  <a:pt x="14" y="4"/>
                </a:lnTo>
                <a:lnTo>
                  <a:pt x="12" y="4"/>
                </a:lnTo>
                <a:lnTo>
                  <a:pt x="12" y="6"/>
                </a:lnTo>
                <a:lnTo>
                  <a:pt x="12" y="10"/>
                </a:lnTo>
                <a:lnTo>
                  <a:pt x="14" y="14"/>
                </a:lnTo>
                <a:lnTo>
                  <a:pt x="14" y="18"/>
                </a:lnTo>
                <a:lnTo>
                  <a:pt x="12" y="20"/>
                </a:lnTo>
                <a:lnTo>
                  <a:pt x="8" y="22"/>
                </a:lnTo>
                <a:lnTo>
                  <a:pt x="6" y="20"/>
                </a:lnTo>
                <a:lnTo>
                  <a:pt x="2" y="18"/>
                </a:lnTo>
                <a:lnTo>
                  <a:pt x="0" y="12"/>
                </a:lnTo>
                <a:lnTo>
                  <a:pt x="2" y="6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33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15BF2DFB-0624-475A-AF84-3D2E7DFD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3067" y="581195"/>
            <a:ext cx="15926" cy="16470"/>
          </a:xfrm>
          <a:custGeom xmlns:a="http://schemas.openxmlformats.org/drawingml/2006/main">
            <a:rect l="0" t="0" r="r" b="b"/>
            <a:pathLst>
              <a:path w="20" h="20">
                <a:moveTo>
                  <a:pt x="10" y="16"/>
                </a:moveTo>
                <a:lnTo>
                  <a:pt x="12" y="20"/>
                </a:lnTo>
                <a:lnTo>
                  <a:pt x="6" y="20"/>
                </a:lnTo>
                <a:lnTo>
                  <a:pt x="2" y="18"/>
                </a:lnTo>
                <a:lnTo>
                  <a:pt x="0" y="14"/>
                </a:lnTo>
                <a:lnTo>
                  <a:pt x="0" y="12"/>
                </a:lnTo>
                <a:lnTo>
                  <a:pt x="0" y="8"/>
                </a:lnTo>
                <a:lnTo>
                  <a:pt x="4" y="4"/>
                </a:lnTo>
                <a:lnTo>
                  <a:pt x="6" y="2"/>
                </a:lnTo>
                <a:lnTo>
                  <a:pt x="10" y="0"/>
                </a:lnTo>
                <a:lnTo>
                  <a:pt x="14" y="2"/>
                </a:lnTo>
                <a:lnTo>
                  <a:pt x="18" y="4"/>
                </a:lnTo>
                <a:lnTo>
                  <a:pt x="20" y="6"/>
                </a:lnTo>
                <a:lnTo>
                  <a:pt x="20" y="10"/>
                </a:lnTo>
                <a:lnTo>
                  <a:pt x="18" y="14"/>
                </a:lnTo>
                <a:lnTo>
                  <a:pt x="16" y="12"/>
                </a:lnTo>
                <a:lnTo>
                  <a:pt x="16" y="8"/>
                </a:lnTo>
                <a:lnTo>
                  <a:pt x="14" y="6"/>
                </a:lnTo>
                <a:lnTo>
                  <a:pt x="12" y="4"/>
                </a:lnTo>
                <a:lnTo>
                  <a:pt x="6" y="6"/>
                </a:lnTo>
                <a:lnTo>
                  <a:pt x="4" y="12"/>
                </a:lnTo>
                <a:lnTo>
                  <a:pt x="4" y="16"/>
                </a:lnTo>
                <a:lnTo>
                  <a:pt x="8" y="16"/>
                </a:lnTo>
                <a:lnTo>
                  <a:pt x="10" y="16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338" name="Freeform 18">
            <a:extLst xmlns:a="http://schemas.openxmlformats.org/drawingml/2006/main">
              <a:ext uri="{FF2B5EF4-FFF2-40B4-BE49-F238E27FC236}">
                <a16:creationId xmlns:a16="http://schemas.microsoft.com/office/drawing/2014/main" id="{C28AE427-988A-4F5C-8F33-7D3C0DC4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2623" y="591077"/>
            <a:ext cx="12741" cy="14823"/>
          </a:xfrm>
          <a:custGeom xmlns:a="http://schemas.openxmlformats.org/drawingml/2006/main">
            <a:rect l="0" t="0" r="r" b="b"/>
            <a:pathLst>
              <a:path w="16" h="18">
                <a:moveTo>
                  <a:pt x="0" y="14"/>
                </a:moveTo>
                <a:lnTo>
                  <a:pt x="14" y="0"/>
                </a:lnTo>
                <a:lnTo>
                  <a:pt x="16" y="2"/>
                </a:lnTo>
                <a:lnTo>
                  <a:pt x="2" y="18"/>
                </a:lnTo>
                <a:lnTo>
                  <a:pt x="0" y="14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33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24786B17-5C72-4ED7-88A7-B0C17FDF2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7401" y="596018"/>
            <a:ext cx="20705" cy="21411"/>
          </a:xfrm>
          <a:custGeom xmlns:a="http://schemas.openxmlformats.org/drawingml/2006/main">
            <a:rect l="0" t="0" r="r" b="b"/>
            <a:pathLst>
              <a:path w="26" h="26">
                <a:moveTo>
                  <a:pt x="0" y="16"/>
                </a:moveTo>
                <a:lnTo>
                  <a:pt x="14" y="0"/>
                </a:lnTo>
                <a:lnTo>
                  <a:pt x="26" y="8"/>
                </a:lnTo>
                <a:lnTo>
                  <a:pt x="24" y="12"/>
                </a:lnTo>
                <a:lnTo>
                  <a:pt x="14" y="4"/>
                </a:lnTo>
                <a:lnTo>
                  <a:pt x="12" y="8"/>
                </a:lnTo>
                <a:lnTo>
                  <a:pt x="20" y="14"/>
                </a:lnTo>
                <a:lnTo>
                  <a:pt x="18" y="18"/>
                </a:lnTo>
                <a:lnTo>
                  <a:pt x="10" y="10"/>
                </a:lnTo>
                <a:lnTo>
                  <a:pt x="6" y="16"/>
                </a:lnTo>
                <a:lnTo>
                  <a:pt x="14" y="22"/>
                </a:lnTo>
                <a:lnTo>
                  <a:pt x="12" y="26"/>
                </a:lnTo>
                <a:lnTo>
                  <a:pt x="0" y="16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34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52D689B0-947A-48D3-9485-1C588595C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0143" y="604253"/>
            <a:ext cx="20705" cy="21411"/>
          </a:xfrm>
          <a:custGeom xmlns:a="http://schemas.openxmlformats.org/drawingml/2006/main">
            <a:rect l="0" t="0" r="r" b="b"/>
            <a:pathLst>
              <a:path w="26" h="26">
                <a:moveTo>
                  <a:pt x="0" y="18"/>
                </a:moveTo>
                <a:lnTo>
                  <a:pt x="12" y="0"/>
                </a:lnTo>
                <a:lnTo>
                  <a:pt x="16" y="2"/>
                </a:lnTo>
                <a:lnTo>
                  <a:pt x="14" y="18"/>
                </a:lnTo>
                <a:lnTo>
                  <a:pt x="22" y="8"/>
                </a:lnTo>
                <a:lnTo>
                  <a:pt x="26" y="10"/>
                </a:lnTo>
                <a:lnTo>
                  <a:pt x="14" y="26"/>
                </a:lnTo>
                <a:lnTo>
                  <a:pt x="10" y="24"/>
                </a:lnTo>
                <a:lnTo>
                  <a:pt x="12" y="8"/>
                </a:lnTo>
                <a:lnTo>
                  <a:pt x="4" y="20"/>
                </a:lnTo>
                <a:lnTo>
                  <a:pt x="0" y="18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341" name="Freeform 21">
            <a:extLst xmlns:a="http://schemas.openxmlformats.org/drawingml/2006/main">
              <a:ext uri="{FF2B5EF4-FFF2-40B4-BE49-F238E27FC236}">
                <a16:creationId xmlns:a16="http://schemas.microsoft.com/office/drawing/2014/main" id="{2F535F61-F9AC-4562-B708-3C3BFAB5D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7663" y="615782"/>
            <a:ext cx="15926" cy="16470"/>
          </a:xfrm>
          <a:custGeom xmlns:a="http://schemas.openxmlformats.org/drawingml/2006/main">
            <a:rect l="0" t="0" r="r" b="b"/>
            <a:pathLst>
              <a:path w="20" h="20">
                <a:moveTo>
                  <a:pt x="12" y="14"/>
                </a:moveTo>
                <a:lnTo>
                  <a:pt x="16" y="18"/>
                </a:lnTo>
                <a:lnTo>
                  <a:pt x="10" y="20"/>
                </a:lnTo>
                <a:lnTo>
                  <a:pt x="4" y="20"/>
                </a:lnTo>
                <a:lnTo>
                  <a:pt x="2" y="18"/>
                </a:lnTo>
                <a:lnTo>
                  <a:pt x="0" y="14"/>
                </a:lnTo>
                <a:lnTo>
                  <a:pt x="0" y="10"/>
                </a:lnTo>
                <a:lnTo>
                  <a:pt x="0" y="6"/>
                </a:lnTo>
                <a:lnTo>
                  <a:pt x="4" y="2"/>
                </a:lnTo>
                <a:lnTo>
                  <a:pt x="6" y="0"/>
                </a:lnTo>
                <a:lnTo>
                  <a:pt x="10" y="0"/>
                </a:lnTo>
                <a:lnTo>
                  <a:pt x="14" y="0"/>
                </a:lnTo>
                <a:lnTo>
                  <a:pt x="18" y="2"/>
                </a:lnTo>
                <a:lnTo>
                  <a:pt x="20" y="6"/>
                </a:lnTo>
                <a:lnTo>
                  <a:pt x="20" y="10"/>
                </a:lnTo>
                <a:lnTo>
                  <a:pt x="16" y="10"/>
                </a:lnTo>
                <a:lnTo>
                  <a:pt x="14" y="6"/>
                </a:lnTo>
                <a:lnTo>
                  <a:pt x="12" y="4"/>
                </a:lnTo>
                <a:lnTo>
                  <a:pt x="8" y="4"/>
                </a:lnTo>
                <a:lnTo>
                  <a:pt x="4" y="8"/>
                </a:lnTo>
                <a:lnTo>
                  <a:pt x="4" y="14"/>
                </a:lnTo>
                <a:lnTo>
                  <a:pt x="6" y="16"/>
                </a:lnTo>
                <a:lnTo>
                  <a:pt x="10" y="16"/>
                </a:lnTo>
                <a:lnTo>
                  <a:pt x="12" y="14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34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4A4F56B8-683C-4592-87C1-543CF9165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0404" y="620723"/>
            <a:ext cx="17519" cy="19764"/>
          </a:xfrm>
          <a:custGeom xmlns:a="http://schemas.openxmlformats.org/drawingml/2006/main">
            <a:rect l="0" t="0" r="r" b="b"/>
            <a:pathLst>
              <a:path w="22" h="24">
                <a:moveTo>
                  <a:pt x="0" y="20"/>
                </a:moveTo>
                <a:lnTo>
                  <a:pt x="8" y="0"/>
                </a:lnTo>
                <a:lnTo>
                  <a:pt x="22" y="6"/>
                </a:lnTo>
                <a:lnTo>
                  <a:pt x="22" y="8"/>
                </a:lnTo>
                <a:lnTo>
                  <a:pt x="10" y="4"/>
                </a:lnTo>
                <a:lnTo>
                  <a:pt x="10" y="10"/>
                </a:lnTo>
                <a:lnTo>
                  <a:pt x="18" y="12"/>
                </a:lnTo>
                <a:lnTo>
                  <a:pt x="18" y="16"/>
                </a:lnTo>
                <a:lnTo>
                  <a:pt x="8" y="12"/>
                </a:lnTo>
                <a:lnTo>
                  <a:pt x="6" y="18"/>
                </a:lnTo>
                <a:lnTo>
                  <a:pt x="16" y="22"/>
                </a:lnTo>
                <a:lnTo>
                  <a:pt x="16" y="24"/>
                </a:lnTo>
                <a:lnTo>
                  <a:pt x="0" y="20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34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40FA3FE6-FE39-4456-B180-1B4EDD0F6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8629" y="628958"/>
            <a:ext cx="9556" cy="19764"/>
          </a:xfrm>
          <a:custGeom xmlns:a="http://schemas.openxmlformats.org/drawingml/2006/main">
            <a:rect l="0" t="0" r="r" b="b"/>
            <a:pathLst>
              <a:path w="12" h="24">
                <a:moveTo>
                  <a:pt x="8" y="24"/>
                </a:moveTo>
                <a:lnTo>
                  <a:pt x="4" y="24"/>
                </a:lnTo>
                <a:lnTo>
                  <a:pt x="6" y="6"/>
                </a:lnTo>
                <a:lnTo>
                  <a:pt x="0" y="10"/>
                </a:lnTo>
                <a:lnTo>
                  <a:pt x="0" y="4"/>
                </a:lnTo>
                <a:lnTo>
                  <a:pt x="6" y="4"/>
                </a:lnTo>
                <a:lnTo>
                  <a:pt x="8" y="0"/>
                </a:lnTo>
                <a:lnTo>
                  <a:pt x="12" y="0"/>
                </a:lnTo>
                <a:lnTo>
                  <a:pt x="8" y="24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34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5B134576-79FE-4873-8A6D-7473653A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2963" y="630605"/>
            <a:ext cx="12741" cy="21411"/>
          </a:xfrm>
          <a:custGeom xmlns:a="http://schemas.openxmlformats.org/drawingml/2006/main">
            <a:rect l="0" t="0" r="r" b="b"/>
            <a:pathLst>
              <a:path w="16" h="26">
                <a:moveTo>
                  <a:pt x="0" y="18"/>
                </a:moveTo>
                <a:lnTo>
                  <a:pt x="4" y="18"/>
                </a:lnTo>
                <a:lnTo>
                  <a:pt x="4" y="20"/>
                </a:lnTo>
                <a:lnTo>
                  <a:pt x="6" y="22"/>
                </a:lnTo>
                <a:lnTo>
                  <a:pt x="10" y="20"/>
                </a:lnTo>
                <a:lnTo>
                  <a:pt x="10" y="14"/>
                </a:lnTo>
                <a:lnTo>
                  <a:pt x="6" y="16"/>
                </a:lnTo>
                <a:lnTo>
                  <a:pt x="2" y="14"/>
                </a:lnTo>
                <a:lnTo>
                  <a:pt x="0" y="10"/>
                </a:lnTo>
                <a:lnTo>
                  <a:pt x="0" y="8"/>
                </a:lnTo>
                <a:lnTo>
                  <a:pt x="0" y="4"/>
                </a:lnTo>
                <a:lnTo>
                  <a:pt x="2" y="2"/>
                </a:lnTo>
                <a:lnTo>
                  <a:pt x="4" y="0"/>
                </a:lnTo>
                <a:lnTo>
                  <a:pt x="8" y="0"/>
                </a:lnTo>
                <a:lnTo>
                  <a:pt x="12" y="0"/>
                </a:lnTo>
                <a:lnTo>
                  <a:pt x="14" y="4"/>
                </a:lnTo>
                <a:lnTo>
                  <a:pt x="16" y="8"/>
                </a:lnTo>
                <a:lnTo>
                  <a:pt x="16" y="12"/>
                </a:lnTo>
                <a:lnTo>
                  <a:pt x="14" y="18"/>
                </a:lnTo>
                <a:lnTo>
                  <a:pt x="12" y="22"/>
                </a:lnTo>
                <a:lnTo>
                  <a:pt x="10" y="24"/>
                </a:lnTo>
                <a:lnTo>
                  <a:pt x="6" y="26"/>
                </a:lnTo>
                <a:lnTo>
                  <a:pt x="2" y="24"/>
                </a:lnTo>
                <a:lnTo>
                  <a:pt x="0" y="18"/>
                </a:lnTo>
                <a:close/>
                <a:moveTo>
                  <a:pt x="10" y="8"/>
                </a:moveTo>
                <a:lnTo>
                  <a:pt x="10" y="8"/>
                </a:lnTo>
                <a:lnTo>
                  <a:pt x="10" y="6"/>
                </a:lnTo>
                <a:lnTo>
                  <a:pt x="8" y="4"/>
                </a:lnTo>
                <a:lnTo>
                  <a:pt x="6" y="4"/>
                </a:lnTo>
                <a:lnTo>
                  <a:pt x="4" y="8"/>
                </a:lnTo>
                <a:lnTo>
                  <a:pt x="4" y="12"/>
                </a:lnTo>
                <a:lnTo>
                  <a:pt x="8" y="12"/>
                </a:lnTo>
                <a:lnTo>
                  <a:pt x="10" y="12"/>
                </a:lnTo>
                <a:lnTo>
                  <a:pt x="10" y="8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345" name="Freeform 25">
            <a:extLst xmlns:a="http://schemas.openxmlformats.org/drawingml/2006/main">
              <a:ext uri="{FF2B5EF4-FFF2-40B4-BE49-F238E27FC236}">
                <a16:creationId xmlns:a16="http://schemas.microsoft.com/office/drawing/2014/main" id="{31F06FDF-DBCE-404C-BB7D-8A9077ED4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8890" y="630605"/>
            <a:ext cx="12741" cy="21411"/>
          </a:xfrm>
          <a:custGeom xmlns:a="http://schemas.openxmlformats.org/drawingml/2006/main">
            <a:rect l="0" t="0" r="r" b="b"/>
            <a:pathLst>
              <a:path w="16" h="26">
                <a:moveTo>
                  <a:pt x="0" y="18"/>
                </a:moveTo>
                <a:lnTo>
                  <a:pt x="4" y="18"/>
                </a:lnTo>
                <a:lnTo>
                  <a:pt x="6" y="20"/>
                </a:lnTo>
                <a:lnTo>
                  <a:pt x="8" y="22"/>
                </a:lnTo>
                <a:lnTo>
                  <a:pt x="10" y="20"/>
                </a:lnTo>
                <a:lnTo>
                  <a:pt x="12" y="16"/>
                </a:lnTo>
                <a:lnTo>
                  <a:pt x="10" y="14"/>
                </a:lnTo>
                <a:lnTo>
                  <a:pt x="8" y="12"/>
                </a:lnTo>
                <a:lnTo>
                  <a:pt x="4" y="14"/>
                </a:lnTo>
                <a:lnTo>
                  <a:pt x="0" y="14"/>
                </a:lnTo>
                <a:lnTo>
                  <a:pt x="2" y="0"/>
                </a:lnTo>
                <a:lnTo>
                  <a:pt x="14" y="0"/>
                </a:lnTo>
                <a:lnTo>
                  <a:pt x="14" y="4"/>
                </a:lnTo>
                <a:lnTo>
                  <a:pt x="6" y="6"/>
                </a:lnTo>
                <a:lnTo>
                  <a:pt x="4" y="10"/>
                </a:lnTo>
                <a:lnTo>
                  <a:pt x="8" y="8"/>
                </a:lnTo>
                <a:lnTo>
                  <a:pt x="12" y="8"/>
                </a:lnTo>
                <a:lnTo>
                  <a:pt x="14" y="10"/>
                </a:lnTo>
                <a:lnTo>
                  <a:pt x="16" y="14"/>
                </a:lnTo>
                <a:lnTo>
                  <a:pt x="16" y="16"/>
                </a:lnTo>
                <a:lnTo>
                  <a:pt x="14" y="22"/>
                </a:lnTo>
                <a:lnTo>
                  <a:pt x="12" y="24"/>
                </a:lnTo>
                <a:lnTo>
                  <a:pt x="8" y="26"/>
                </a:lnTo>
                <a:lnTo>
                  <a:pt x="2" y="24"/>
                </a:lnTo>
                <a:lnTo>
                  <a:pt x="0" y="18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34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7CFF0484-71A1-46BD-BF4C-E6344FA63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3225" y="628958"/>
            <a:ext cx="14334" cy="21411"/>
          </a:xfrm>
          <a:custGeom xmlns:a="http://schemas.openxmlformats.org/drawingml/2006/main">
            <a:rect l="0" t="0" r="r" b="b"/>
            <a:pathLst>
              <a:path w="18" h="26">
                <a:moveTo>
                  <a:pt x="18" y="20"/>
                </a:moveTo>
                <a:lnTo>
                  <a:pt x="18" y="24"/>
                </a:lnTo>
                <a:lnTo>
                  <a:pt x="2" y="26"/>
                </a:lnTo>
                <a:lnTo>
                  <a:pt x="2" y="22"/>
                </a:lnTo>
                <a:lnTo>
                  <a:pt x="8" y="16"/>
                </a:lnTo>
                <a:lnTo>
                  <a:pt x="10" y="10"/>
                </a:lnTo>
                <a:lnTo>
                  <a:pt x="12" y="8"/>
                </a:lnTo>
                <a:lnTo>
                  <a:pt x="10" y="6"/>
                </a:lnTo>
                <a:lnTo>
                  <a:pt x="8" y="4"/>
                </a:lnTo>
                <a:lnTo>
                  <a:pt x="6" y="6"/>
                </a:lnTo>
                <a:lnTo>
                  <a:pt x="4" y="8"/>
                </a:lnTo>
                <a:lnTo>
                  <a:pt x="0" y="10"/>
                </a:lnTo>
                <a:lnTo>
                  <a:pt x="0" y="6"/>
                </a:lnTo>
                <a:lnTo>
                  <a:pt x="2" y="4"/>
                </a:lnTo>
                <a:lnTo>
                  <a:pt x="8" y="0"/>
                </a:lnTo>
                <a:lnTo>
                  <a:pt x="14" y="2"/>
                </a:lnTo>
                <a:lnTo>
                  <a:pt x="16" y="6"/>
                </a:lnTo>
                <a:lnTo>
                  <a:pt x="16" y="10"/>
                </a:lnTo>
                <a:lnTo>
                  <a:pt x="14" y="14"/>
                </a:lnTo>
                <a:lnTo>
                  <a:pt x="12" y="16"/>
                </a:lnTo>
                <a:lnTo>
                  <a:pt x="8" y="20"/>
                </a:lnTo>
                <a:lnTo>
                  <a:pt x="8" y="22"/>
                </a:lnTo>
                <a:lnTo>
                  <a:pt x="18" y="20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347" name="Freeform 27">
            <a:extLst xmlns:a="http://schemas.openxmlformats.org/drawingml/2006/main">
              <a:ext uri="{FF2B5EF4-FFF2-40B4-BE49-F238E27FC236}">
                <a16:creationId xmlns:a16="http://schemas.microsoft.com/office/drawing/2014/main" id="{ADE53297-5AA0-476B-BFA2-C55B0D0E8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3486" y="625664"/>
            <a:ext cx="15926" cy="19764"/>
          </a:xfrm>
          <a:custGeom xmlns:a="http://schemas.openxmlformats.org/drawingml/2006/main">
            <a:rect l="0" t="0" r="r" b="b"/>
            <a:pathLst>
              <a:path w="20" h="24">
                <a:moveTo>
                  <a:pt x="20" y="16"/>
                </a:moveTo>
                <a:lnTo>
                  <a:pt x="16" y="18"/>
                </a:lnTo>
                <a:lnTo>
                  <a:pt x="14" y="14"/>
                </a:lnTo>
                <a:lnTo>
                  <a:pt x="6" y="16"/>
                </a:lnTo>
                <a:lnTo>
                  <a:pt x="6" y="22"/>
                </a:lnTo>
                <a:lnTo>
                  <a:pt x="0" y="24"/>
                </a:lnTo>
                <a:lnTo>
                  <a:pt x="2" y="2"/>
                </a:lnTo>
                <a:lnTo>
                  <a:pt x="6" y="0"/>
                </a:lnTo>
                <a:lnTo>
                  <a:pt x="20" y="16"/>
                </a:lnTo>
                <a:close/>
                <a:moveTo>
                  <a:pt x="10" y="12"/>
                </a:moveTo>
                <a:lnTo>
                  <a:pt x="6" y="4"/>
                </a:lnTo>
                <a:lnTo>
                  <a:pt x="6" y="14"/>
                </a:lnTo>
                <a:lnTo>
                  <a:pt x="10" y="12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34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F948E254-38EB-46EF-A863-1434B7667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227" y="617429"/>
            <a:ext cx="17519" cy="21411"/>
          </a:xfrm>
          <a:custGeom xmlns:a="http://schemas.openxmlformats.org/drawingml/2006/main">
            <a:rect l="0" t="0" r="r" b="b"/>
            <a:pathLst>
              <a:path w="22" h="26">
                <a:moveTo>
                  <a:pt x="8" y="26"/>
                </a:moveTo>
                <a:lnTo>
                  <a:pt x="0" y="6"/>
                </a:lnTo>
                <a:lnTo>
                  <a:pt x="2" y="4"/>
                </a:lnTo>
                <a:lnTo>
                  <a:pt x="16" y="14"/>
                </a:lnTo>
                <a:lnTo>
                  <a:pt x="10" y="2"/>
                </a:lnTo>
                <a:lnTo>
                  <a:pt x="14" y="0"/>
                </a:lnTo>
                <a:lnTo>
                  <a:pt x="22" y="18"/>
                </a:lnTo>
                <a:lnTo>
                  <a:pt x="18" y="20"/>
                </a:lnTo>
                <a:lnTo>
                  <a:pt x="6" y="12"/>
                </a:lnTo>
                <a:lnTo>
                  <a:pt x="12" y="24"/>
                </a:lnTo>
                <a:lnTo>
                  <a:pt x="8" y="26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34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E3FFB48F-AFA1-46F6-8782-AE8473D70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0562" y="610841"/>
            <a:ext cx="17519" cy="19764"/>
          </a:xfrm>
          <a:custGeom xmlns:a="http://schemas.openxmlformats.org/drawingml/2006/main">
            <a:rect l="0" t="0" r="r" b="b"/>
            <a:pathLst>
              <a:path w="22" h="24">
                <a:moveTo>
                  <a:pt x="0" y="6"/>
                </a:moveTo>
                <a:lnTo>
                  <a:pt x="6" y="2"/>
                </a:lnTo>
                <a:lnTo>
                  <a:pt x="10" y="0"/>
                </a:lnTo>
                <a:lnTo>
                  <a:pt x="14" y="0"/>
                </a:lnTo>
                <a:lnTo>
                  <a:pt x="16" y="2"/>
                </a:lnTo>
                <a:lnTo>
                  <a:pt x="20" y="6"/>
                </a:lnTo>
                <a:lnTo>
                  <a:pt x="22" y="10"/>
                </a:lnTo>
                <a:lnTo>
                  <a:pt x="22" y="16"/>
                </a:lnTo>
                <a:lnTo>
                  <a:pt x="20" y="18"/>
                </a:lnTo>
                <a:lnTo>
                  <a:pt x="16" y="20"/>
                </a:lnTo>
                <a:lnTo>
                  <a:pt x="10" y="24"/>
                </a:lnTo>
                <a:lnTo>
                  <a:pt x="0" y="6"/>
                </a:lnTo>
                <a:close/>
                <a:moveTo>
                  <a:pt x="4" y="8"/>
                </a:moveTo>
                <a:lnTo>
                  <a:pt x="12" y="20"/>
                </a:lnTo>
                <a:lnTo>
                  <a:pt x="14" y="18"/>
                </a:lnTo>
                <a:lnTo>
                  <a:pt x="16" y="16"/>
                </a:lnTo>
                <a:lnTo>
                  <a:pt x="18" y="14"/>
                </a:lnTo>
                <a:lnTo>
                  <a:pt x="18" y="12"/>
                </a:lnTo>
                <a:lnTo>
                  <a:pt x="16" y="8"/>
                </a:lnTo>
                <a:lnTo>
                  <a:pt x="14" y="6"/>
                </a:lnTo>
                <a:lnTo>
                  <a:pt x="12" y="4"/>
                </a:lnTo>
                <a:lnTo>
                  <a:pt x="10" y="4"/>
                </a:lnTo>
                <a:lnTo>
                  <a:pt x="6" y="6"/>
                </a:lnTo>
                <a:lnTo>
                  <a:pt x="4" y="8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35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531C89E9-A10D-460B-8071-6C7BDAB43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8081" y="596018"/>
            <a:ext cx="17519" cy="18117"/>
          </a:xfrm>
          <a:custGeom xmlns:a="http://schemas.openxmlformats.org/drawingml/2006/main">
            <a:rect l="0" t="0" r="r" b="b"/>
            <a:pathLst>
              <a:path w="22" h="22">
                <a:moveTo>
                  <a:pt x="18" y="22"/>
                </a:moveTo>
                <a:lnTo>
                  <a:pt x="8" y="10"/>
                </a:lnTo>
                <a:lnTo>
                  <a:pt x="2" y="14"/>
                </a:lnTo>
                <a:lnTo>
                  <a:pt x="0" y="10"/>
                </a:lnTo>
                <a:lnTo>
                  <a:pt x="14" y="0"/>
                </a:lnTo>
                <a:lnTo>
                  <a:pt x="16" y="2"/>
                </a:lnTo>
                <a:lnTo>
                  <a:pt x="10" y="6"/>
                </a:lnTo>
                <a:lnTo>
                  <a:pt x="22" y="20"/>
                </a:lnTo>
                <a:lnTo>
                  <a:pt x="18" y="22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35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425438AC-F42A-47C8-A703-1809CFE95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9230" y="586136"/>
            <a:ext cx="20705" cy="21411"/>
          </a:xfrm>
          <a:custGeom xmlns:a="http://schemas.openxmlformats.org/drawingml/2006/main">
            <a:rect l="0" t="0" r="r" b="b"/>
            <a:pathLst>
              <a:path w="26" h="26">
                <a:moveTo>
                  <a:pt x="14" y="26"/>
                </a:moveTo>
                <a:lnTo>
                  <a:pt x="0" y="12"/>
                </a:lnTo>
                <a:lnTo>
                  <a:pt x="12" y="0"/>
                </a:lnTo>
                <a:lnTo>
                  <a:pt x="14" y="4"/>
                </a:lnTo>
                <a:lnTo>
                  <a:pt x="6" y="10"/>
                </a:lnTo>
                <a:lnTo>
                  <a:pt x="8" y="14"/>
                </a:lnTo>
                <a:lnTo>
                  <a:pt x="16" y="8"/>
                </a:lnTo>
                <a:lnTo>
                  <a:pt x="18" y="10"/>
                </a:lnTo>
                <a:lnTo>
                  <a:pt x="12" y="16"/>
                </a:lnTo>
                <a:lnTo>
                  <a:pt x="16" y="20"/>
                </a:lnTo>
                <a:lnTo>
                  <a:pt x="24" y="12"/>
                </a:lnTo>
                <a:lnTo>
                  <a:pt x="26" y="16"/>
                </a:lnTo>
                <a:lnTo>
                  <a:pt x="14" y="26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35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1E6249D9-A663-4388-BE36-7020782A6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972" y="576254"/>
            <a:ext cx="17519" cy="18117"/>
          </a:xfrm>
          <a:custGeom xmlns:a="http://schemas.openxmlformats.org/drawingml/2006/main">
            <a:rect l="0" t="0" r="r" b="b"/>
            <a:pathLst>
              <a:path w="22" h="22">
                <a:moveTo>
                  <a:pt x="16" y="10"/>
                </a:moveTo>
                <a:lnTo>
                  <a:pt x="20" y="8"/>
                </a:lnTo>
                <a:lnTo>
                  <a:pt x="22" y="12"/>
                </a:lnTo>
                <a:lnTo>
                  <a:pt x="18" y="18"/>
                </a:lnTo>
                <a:lnTo>
                  <a:pt x="16" y="20"/>
                </a:lnTo>
                <a:lnTo>
                  <a:pt x="12" y="22"/>
                </a:lnTo>
                <a:lnTo>
                  <a:pt x="8" y="20"/>
                </a:lnTo>
                <a:lnTo>
                  <a:pt x="4" y="18"/>
                </a:lnTo>
                <a:lnTo>
                  <a:pt x="2" y="14"/>
                </a:lnTo>
                <a:lnTo>
                  <a:pt x="0" y="10"/>
                </a:lnTo>
                <a:lnTo>
                  <a:pt x="0" y="8"/>
                </a:lnTo>
                <a:lnTo>
                  <a:pt x="4" y="4"/>
                </a:lnTo>
                <a:lnTo>
                  <a:pt x="6" y="2"/>
                </a:lnTo>
                <a:lnTo>
                  <a:pt x="8" y="0"/>
                </a:lnTo>
                <a:lnTo>
                  <a:pt x="14" y="2"/>
                </a:lnTo>
                <a:lnTo>
                  <a:pt x="12" y="6"/>
                </a:lnTo>
                <a:lnTo>
                  <a:pt x="8" y="4"/>
                </a:lnTo>
                <a:lnTo>
                  <a:pt x="6" y="6"/>
                </a:lnTo>
                <a:lnTo>
                  <a:pt x="4" y="10"/>
                </a:lnTo>
                <a:lnTo>
                  <a:pt x="8" y="14"/>
                </a:lnTo>
                <a:lnTo>
                  <a:pt x="12" y="18"/>
                </a:lnTo>
                <a:lnTo>
                  <a:pt x="16" y="16"/>
                </a:lnTo>
                <a:lnTo>
                  <a:pt x="18" y="12"/>
                </a:lnTo>
                <a:lnTo>
                  <a:pt x="16" y="10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35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FE0885C9-ACE6-4F59-92B1-B246AD921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9935" y="561430"/>
            <a:ext cx="20705" cy="21411"/>
          </a:xfrm>
          <a:custGeom xmlns:a="http://schemas.openxmlformats.org/drawingml/2006/main">
            <a:rect l="0" t="0" r="r" b="b"/>
            <a:pathLst>
              <a:path w="26" h="26">
                <a:moveTo>
                  <a:pt x="16" y="26"/>
                </a:moveTo>
                <a:lnTo>
                  <a:pt x="0" y="14"/>
                </a:lnTo>
                <a:lnTo>
                  <a:pt x="2" y="10"/>
                </a:lnTo>
                <a:lnTo>
                  <a:pt x="10" y="16"/>
                </a:lnTo>
                <a:lnTo>
                  <a:pt x="14" y="8"/>
                </a:lnTo>
                <a:lnTo>
                  <a:pt x="8" y="4"/>
                </a:lnTo>
                <a:lnTo>
                  <a:pt x="10" y="0"/>
                </a:lnTo>
                <a:lnTo>
                  <a:pt x="26" y="12"/>
                </a:lnTo>
                <a:lnTo>
                  <a:pt x="24" y="16"/>
                </a:lnTo>
                <a:lnTo>
                  <a:pt x="16" y="10"/>
                </a:lnTo>
                <a:lnTo>
                  <a:pt x="12" y="18"/>
                </a:lnTo>
                <a:lnTo>
                  <a:pt x="20" y="22"/>
                </a:lnTo>
                <a:lnTo>
                  <a:pt x="16" y="26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35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319DE82B-74D4-413A-828B-07947E4A5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9492" y="548254"/>
            <a:ext cx="20705" cy="19764"/>
          </a:xfrm>
          <a:custGeom xmlns:a="http://schemas.openxmlformats.org/drawingml/2006/main">
            <a:rect l="0" t="0" r="r" b="b"/>
            <a:pathLst>
              <a:path w="26" h="24">
                <a:moveTo>
                  <a:pt x="18" y="24"/>
                </a:moveTo>
                <a:lnTo>
                  <a:pt x="0" y="14"/>
                </a:lnTo>
                <a:lnTo>
                  <a:pt x="2" y="10"/>
                </a:lnTo>
                <a:lnTo>
                  <a:pt x="18" y="10"/>
                </a:lnTo>
                <a:lnTo>
                  <a:pt x="6" y="4"/>
                </a:lnTo>
                <a:lnTo>
                  <a:pt x="8" y="0"/>
                </a:lnTo>
                <a:lnTo>
                  <a:pt x="26" y="10"/>
                </a:lnTo>
                <a:lnTo>
                  <a:pt x="24" y="14"/>
                </a:lnTo>
                <a:lnTo>
                  <a:pt x="8" y="14"/>
                </a:lnTo>
                <a:lnTo>
                  <a:pt x="20" y="22"/>
                </a:lnTo>
                <a:lnTo>
                  <a:pt x="18" y="24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35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755EEA39-95C2-49A5-85A4-75DDF9491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9048" y="533431"/>
            <a:ext cx="15926" cy="18117"/>
          </a:xfrm>
          <a:custGeom xmlns:a="http://schemas.openxmlformats.org/drawingml/2006/main">
            <a:rect l="0" t="0" r="r" b="b"/>
            <a:pathLst>
              <a:path w="20" h="22">
                <a:moveTo>
                  <a:pt x="6" y="20"/>
                </a:moveTo>
                <a:lnTo>
                  <a:pt x="6" y="20"/>
                </a:lnTo>
                <a:lnTo>
                  <a:pt x="2" y="18"/>
                </a:lnTo>
                <a:lnTo>
                  <a:pt x="0" y="14"/>
                </a:lnTo>
                <a:lnTo>
                  <a:pt x="0" y="12"/>
                </a:lnTo>
                <a:lnTo>
                  <a:pt x="0" y="6"/>
                </a:lnTo>
                <a:lnTo>
                  <a:pt x="2" y="4"/>
                </a:lnTo>
                <a:lnTo>
                  <a:pt x="6" y="2"/>
                </a:lnTo>
                <a:lnTo>
                  <a:pt x="10" y="0"/>
                </a:lnTo>
                <a:lnTo>
                  <a:pt x="14" y="2"/>
                </a:lnTo>
                <a:lnTo>
                  <a:pt x="18" y="4"/>
                </a:lnTo>
                <a:lnTo>
                  <a:pt x="20" y="8"/>
                </a:lnTo>
                <a:lnTo>
                  <a:pt x="20" y="12"/>
                </a:lnTo>
                <a:lnTo>
                  <a:pt x="20" y="16"/>
                </a:lnTo>
                <a:lnTo>
                  <a:pt x="18" y="18"/>
                </a:lnTo>
                <a:lnTo>
                  <a:pt x="14" y="20"/>
                </a:lnTo>
                <a:lnTo>
                  <a:pt x="10" y="22"/>
                </a:lnTo>
                <a:lnTo>
                  <a:pt x="6" y="20"/>
                </a:lnTo>
                <a:close/>
                <a:moveTo>
                  <a:pt x="8" y="16"/>
                </a:moveTo>
                <a:lnTo>
                  <a:pt x="8" y="16"/>
                </a:lnTo>
                <a:lnTo>
                  <a:pt x="14" y="16"/>
                </a:lnTo>
                <a:lnTo>
                  <a:pt x="16" y="14"/>
                </a:lnTo>
                <a:lnTo>
                  <a:pt x="16" y="10"/>
                </a:lnTo>
                <a:lnTo>
                  <a:pt x="12" y="6"/>
                </a:lnTo>
                <a:lnTo>
                  <a:pt x="6" y="6"/>
                </a:lnTo>
                <a:lnTo>
                  <a:pt x="4" y="8"/>
                </a:lnTo>
                <a:lnTo>
                  <a:pt x="4" y="12"/>
                </a:lnTo>
                <a:lnTo>
                  <a:pt x="8" y="16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356" name="Freeform 36">
            <a:extLst xmlns:a="http://schemas.openxmlformats.org/drawingml/2006/main">
              <a:ext uri="{FF2B5EF4-FFF2-40B4-BE49-F238E27FC236}">
                <a16:creationId xmlns:a16="http://schemas.microsoft.com/office/drawing/2014/main" id="{F5D27489-74D6-4313-AD56-D876E12AD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3826" y="523549"/>
            <a:ext cx="19112" cy="11529"/>
          </a:xfrm>
          <a:custGeom xmlns:a="http://schemas.openxmlformats.org/drawingml/2006/main">
            <a:rect l="0" t="0" r="r" b="b"/>
            <a:pathLst>
              <a:path w="24" h="14">
                <a:moveTo>
                  <a:pt x="18" y="14"/>
                </a:moveTo>
                <a:lnTo>
                  <a:pt x="0" y="8"/>
                </a:lnTo>
                <a:lnTo>
                  <a:pt x="0" y="4"/>
                </a:lnTo>
                <a:lnTo>
                  <a:pt x="16" y="10"/>
                </a:lnTo>
                <a:lnTo>
                  <a:pt x="20" y="0"/>
                </a:lnTo>
                <a:lnTo>
                  <a:pt x="24" y="0"/>
                </a:lnTo>
                <a:lnTo>
                  <a:pt x="18" y="14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357" name="Freeform 37">
            <a:extLst xmlns:a="http://schemas.openxmlformats.org/drawingml/2006/main">
              <a:ext uri="{FF2B5EF4-FFF2-40B4-BE49-F238E27FC236}">
                <a16:creationId xmlns:a16="http://schemas.microsoft.com/office/drawing/2014/main" id="{0199BD99-6F09-4EF5-963D-E6ED7616B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604" y="503785"/>
            <a:ext cx="17519" cy="16470"/>
          </a:xfrm>
          <a:custGeom xmlns:a="http://schemas.openxmlformats.org/drawingml/2006/main">
            <a:rect l="0" t="0" r="r" b="b"/>
            <a:pathLst>
              <a:path w="22" h="20">
                <a:moveTo>
                  <a:pt x="8" y="20"/>
                </a:moveTo>
                <a:lnTo>
                  <a:pt x="8" y="20"/>
                </a:lnTo>
                <a:lnTo>
                  <a:pt x="4" y="18"/>
                </a:lnTo>
                <a:lnTo>
                  <a:pt x="2" y="14"/>
                </a:lnTo>
                <a:lnTo>
                  <a:pt x="0" y="12"/>
                </a:lnTo>
                <a:lnTo>
                  <a:pt x="0" y="8"/>
                </a:lnTo>
                <a:lnTo>
                  <a:pt x="2" y="4"/>
                </a:lnTo>
                <a:lnTo>
                  <a:pt x="4" y="0"/>
                </a:lnTo>
                <a:lnTo>
                  <a:pt x="8" y="0"/>
                </a:lnTo>
                <a:lnTo>
                  <a:pt x="12" y="0"/>
                </a:lnTo>
                <a:lnTo>
                  <a:pt x="16" y="2"/>
                </a:lnTo>
                <a:lnTo>
                  <a:pt x="20" y="4"/>
                </a:lnTo>
                <a:lnTo>
                  <a:pt x="22" y="8"/>
                </a:lnTo>
                <a:lnTo>
                  <a:pt x="20" y="12"/>
                </a:lnTo>
                <a:lnTo>
                  <a:pt x="20" y="16"/>
                </a:lnTo>
                <a:lnTo>
                  <a:pt x="16" y="18"/>
                </a:lnTo>
                <a:lnTo>
                  <a:pt x="12" y="20"/>
                </a:lnTo>
                <a:lnTo>
                  <a:pt x="8" y="20"/>
                </a:lnTo>
                <a:close/>
                <a:moveTo>
                  <a:pt x="10" y="16"/>
                </a:moveTo>
                <a:lnTo>
                  <a:pt x="10" y="16"/>
                </a:lnTo>
                <a:lnTo>
                  <a:pt x="14" y="14"/>
                </a:lnTo>
                <a:lnTo>
                  <a:pt x="18" y="12"/>
                </a:lnTo>
                <a:lnTo>
                  <a:pt x="16" y="6"/>
                </a:lnTo>
                <a:lnTo>
                  <a:pt x="12" y="4"/>
                </a:lnTo>
                <a:lnTo>
                  <a:pt x="6" y="4"/>
                </a:lnTo>
                <a:lnTo>
                  <a:pt x="4" y="8"/>
                </a:lnTo>
                <a:lnTo>
                  <a:pt x="4" y="12"/>
                </a:lnTo>
                <a:lnTo>
                  <a:pt x="10" y="16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358" name="Freeform 38">
            <a:extLst xmlns:a="http://schemas.openxmlformats.org/drawingml/2006/main">
              <a:ext uri="{FF2B5EF4-FFF2-40B4-BE49-F238E27FC236}">
                <a16:creationId xmlns:a16="http://schemas.microsoft.com/office/drawing/2014/main" id="{E2C2F4B8-E821-4ECF-873A-9A8EF5D4A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789" y="485667"/>
            <a:ext cx="15926" cy="16470"/>
          </a:xfrm>
          <a:custGeom xmlns:a="http://schemas.openxmlformats.org/drawingml/2006/main">
            <a:rect l="0" t="0" r="r" b="b"/>
            <a:pathLst>
              <a:path w="20" h="20">
                <a:moveTo>
                  <a:pt x="12" y="10"/>
                </a:moveTo>
                <a:lnTo>
                  <a:pt x="10" y="10"/>
                </a:lnTo>
                <a:lnTo>
                  <a:pt x="10" y="0"/>
                </a:lnTo>
                <a:lnTo>
                  <a:pt x="18" y="2"/>
                </a:lnTo>
                <a:lnTo>
                  <a:pt x="20" y="6"/>
                </a:lnTo>
                <a:lnTo>
                  <a:pt x="20" y="10"/>
                </a:lnTo>
                <a:lnTo>
                  <a:pt x="18" y="16"/>
                </a:lnTo>
                <a:lnTo>
                  <a:pt x="14" y="20"/>
                </a:lnTo>
                <a:lnTo>
                  <a:pt x="8" y="20"/>
                </a:lnTo>
                <a:lnTo>
                  <a:pt x="4" y="18"/>
                </a:lnTo>
                <a:lnTo>
                  <a:pt x="0" y="14"/>
                </a:lnTo>
                <a:lnTo>
                  <a:pt x="0" y="8"/>
                </a:lnTo>
                <a:lnTo>
                  <a:pt x="2" y="2"/>
                </a:lnTo>
                <a:lnTo>
                  <a:pt x="6" y="0"/>
                </a:lnTo>
                <a:lnTo>
                  <a:pt x="6" y="4"/>
                </a:lnTo>
                <a:lnTo>
                  <a:pt x="4" y="6"/>
                </a:lnTo>
                <a:lnTo>
                  <a:pt x="4" y="8"/>
                </a:lnTo>
                <a:lnTo>
                  <a:pt x="4" y="14"/>
                </a:lnTo>
                <a:lnTo>
                  <a:pt x="10" y="16"/>
                </a:lnTo>
                <a:lnTo>
                  <a:pt x="14" y="14"/>
                </a:lnTo>
                <a:lnTo>
                  <a:pt x="18" y="10"/>
                </a:lnTo>
                <a:lnTo>
                  <a:pt x="16" y="8"/>
                </a:lnTo>
                <a:lnTo>
                  <a:pt x="16" y="6"/>
                </a:lnTo>
                <a:lnTo>
                  <a:pt x="14" y="6"/>
                </a:lnTo>
                <a:lnTo>
                  <a:pt x="12" y="10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359" name="Freeform 39">
            <a:extLst xmlns:a="http://schemas.openxmlformats.org/drawingml/2006/main">
              <a:ext uri="{FF2B5EF4-FFF2-40B4-BE49-F238E27FC236}">
                <a16:creationId xmlns:a16="http://schemas.microsoft.com/office/drawing/2014/main" id="{B7F52AD9-80DA-478B-98C7-E945A823A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789" y="469197"/>
            <a:ext cx="17519" cy="16470"/>
          </a:xfrm>
          <a:custGeom xmlns:a="http://schemas.openxmlformats.org/drawingml/2006/main">
            <a:rect l="0" t="0" r="r" b="b"/>
            <a:pathLst>
              <a:path w="22" h="20">
                <a:moveTo>
                  <a:pt x="22" y="12"/>
                </a:moveTo>
                <a:lnTo>
                  <a:pt x="14" y="12"/>
                </a:lnTo>
                <a:lnTo>
                  <a:pt x="2" y="20"/>
                </a:lnTo>
                <a:lnTo>
                  <a:pt x="2" y="14"/>
                </a:lnTo>
                <a:lnTo>
                  <a:pt x="10" y="10"/>
                </a:lnTo>
                <a:lnTo>
                  <a:pt x="2" y="4"/>
                </a:lnTo>
                <a:lnTo>
                  <a:pt x="0" y="0"/>
                </a:lnTo>
                <a:lnTo>
                  <a:pt x="14" y="8"/>
                </a:lnTo>
                <a:lnTo>
                  <a:pt x="22" y="8"/>
                </a:lnTo>
                <a:lnTo>
                  <a:pt x="22" y="12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360" name="Freeform 40">
            <a:extLst xmlns:a="http://schemas.openxmlformats.org/drawingml/2006/main">
              <a:ext uri="{FF2B5EF4-FFF2-40B4-BE49-F238E27FC236}">
                <a16:creationId xmlns:a16="http://schemas.microsoft.com/office/drawing/2014/main" id="{B7103308-4B09-437F-AFA9-DA47B4954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789" y="446139"/>
            <a:ext cx="17519" cy="16470"/>
          </a:xfrm>
          <a:custGeom xmlns:a="http://schemas.openxmlformats.org/drawingml/2006/main">
            <a:rect l="0" t="0" r="r" b="b"/>
            <a:pathLst>
              <a:path w="22" h="20">
                <a:moveTo>
                  <a:pt x="0" y="20"/>
                </a:moveTo>
                <a:lnTo>
                  <a:pt x="0" y="12"/>
                </a:lnTo>
                <a:lnTo>
                  <a:pt x="0" y="8"/>
                </a:lnTo>
                <a:lnTo>
                  <a:pt x="0" y="6"/>
                </a:lnTo>
                <a:lnTo>
                  <a:pt x="2" y="4"/>
                </a:lnTo>
                <a:lnTo>
                  <a:pt x="4" y="2"/>
                </a:lnTo>
                <a:lnTo>
                  <a:pt x="6" y="4"/>
                </a:lnTo>
                <a:lnTo>
                  <a:pt x="8" y="6"/>
                </a:lnTo>
                <a:lnTo>
                  <a:pt x="10" y="2"/>
                </a:lnTo>
                <a:lnTo>
                  <a:pt x="14" y="0"/>
                </a:lnTo>
                <a:lnTo>
                  <a:pt x="16" y="0"/>
                </a:lnTo>
                <a:lnTo>
                  <a:pt x="18" y="2"/>
                </a:lnTo>
                <a:lnTo>
                  <a:pt x="20" y="6"/>
                </a:lnTo>
                <a:lnTo>
                  <a:pt x="20" y="10"/>
                </a:lnTo>
                <a:lnTo>
                  <a:pt x="22" y="18"/>
                </a:lnTo>
                <a:lnTo>
                  <a:pt x="0" y="20"/>
                </a:lnTo>
                <a:close/>
                <a:moveTo>
                  <a:pt x="4" y="14"/>
                </a:moveTo>
                <a:lnTo>
                  <a:pt x="8" y="14"/>
                </a:lnTo>
                <a:lnTo>
                  <a:pt x="8" y="12"/>
                </a:lnTo>
                <a:lnTo>
                  <a:pt x="8" y="8"/>
                </a:lnTo>
                <a:lnTo>
                  <a:pt x="6" y="8"/>
                </a:lnTo>
                <a:lnTo>
                  <a:pt x="4" y="6"/>
                </a:lnTo>
                <a:lnTo>
                  <a:pt x="4" y="8"/>
                </a:lnTo>
                <a:lnTo>
                  <a:pt x="2" y="10"/>
                </a:lnTo>
                <a:lnTo>
                  <a:pt x="4" y="12"/>
                </a:lnTo>
                <a:lnTo>
                  <a:pt x="4" y="14"/>
                </a:lnTo>
                <a:close/>
                <a:moveTo>
                  <a:pt x="12" y="14"/>
                </a:moveTo>
                <a:lnTo>
                  <a:pt x="18" y="14"/>
                </a:lnTo>
                <a:lnTo>
                  <a:pt x="16" y="10"/>
                </a:lnTo>
                <a:lnTo>
                  <a:pt x="16" y="6"/>
                </a:lnTo>
                <a:lnTo>
                  <a:pt x="14" y="4"/>
                </a:lnTo>
                <a:lnTo>
                  <a:pt x="12" y="6"/>
                </a:lnTo>
                <a:lnTo>
                  <a:pt x="12" y="10"/>
                </a:lnTo>
                <a:lnTo>
                  <a:pt x="12" y="14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361" name="Freeform 41">
            <a:extLst xmlns:a="http://schemas.openxmlformats.org/drawingml/2006/main">
              <a:ext uri="{FF2B5EF4-FFF2-40B4-BE49-F238E27FC236}">
                <a16:creationId xmlns:a16="http://schemas.microsoft.com/office/drawing/2014/main" id="{EC225353-1F0A-4D97-B5A4-E6A7E2F20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7011" y="431316"/>
            <a:ext cx="19112" cy="14823"/>
          </a:xfrm>
          <a:custGeom xmlns:a="http://schemas.openxmlformats.org/drawingml/2006/main">
            <a:rect l="0" t="0" r="r" b="b"/>
            <a:pathLst>
              <a:path w="24" h="18">
                <a:moveTo>
                  <a:pt x="24" y="14"/>
                </a:moveTo>
                <a:lnTo>
                  <a:pt x="4" y="18"/>
                </a:lnTo>
                <a:lnTo>
                  <a:pt x="0" y="4"/>
                </a:lnTo>
                <a:lnTo>
                  <a:pt x="4" y="4"/>
                </a:lnTo>
                <a:lnTo>
                  <a:pt x="6" y="14"/>
                </a:lnTo>
                <a:lnTo>
                  <a:pt x="12" y="14"/>
                </a:lnTo>
                <a:lnTo>
                  <a:pt x="8" y="2"/>
                </a:lnTo>
                <a:lnTo>
                  <a:pt x="12" y="2"/>
                </a:lnTo>
                <a:lnTo>
                  <a:pt x="14" y="12"/>
                </a:lnTo>
                <a:lnTo>
                  <a:pt x="20" y="12"/>
                </a:lnTo>
                <a:lnTo>
                  <a:pt x="18" y="0"/>
                </a:lnTo>
                <a:lnTo>
                  <a:pt x="20" y="0"/>
                </a:lnTo>
                <a:lnTo>
                  <a:pt x="24" y="14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362" name="Freeform 42">
            <a:extLst xmlns:a="http://schemas.openxmlformats.org/drawingml/2006/main">
              <a:ext uri="{FF2B5EF4-FFF2-40B4-BE49-F238E27FC236}">
                <a16:creationId xmlns:a16="http://schemas.microsoft.com/office/drawing/2014/main" id="{209B2CC2-7363-4401-AEEB-62CF456C5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5419" y="424728"/>
            <a:ext cx="17519" cy="8235"/>
          </a:xfrm>
          <a:custGeom xmlns:a="http://schemas.openxmlformats.org/drawingml/2006/main">
            <a:rect l="0" t="0" r="r" b="b"/>
            <a:pathLst>
              <a:path w="22" h="10">
                <a:moveTo>
                  <a:pt x="22" y="4"/>
                </a:moveTo>
                <a:lnTo>
                  <a:pt x="2" y="10"/>
                </a:lnTo>
                <a:lnTo>
                  <a:pt x="0" y="6"/>
                </a:lnTo>
                <a:lnTo>
                  <a:pt x="20" y="0"/>
                </a:lnTo>
                <a:lnTo>
                  <a:pt x="22" y="4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363" name="Freeform 43">
            <a:extLst xmlns:a="http://schemas.openxmlformats.org/drawingml/2006/main">
              <a:ext uri="{FF2B5EF4-FFF2-40B4-BE49-F238E27FC236}">
                <a16:creationId xmlns:a16="http://schemas.microsoft.com/office/drawing/2014/main" id="{A5F5CE55-1685-4B92-88E8-DBC5C2290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233" y="413199"/>
            <a:ext cx="17519" cy="11529"/>
          </a:xfrm>
          <a:custGeom xmlns:a="http://schemas.openxmlformats.org/drawingml/2006/main">
            <a:rect l="0" t="0" r="r" b="b"/>
            <a:pathLst>
              <a:path w="22" h="14">
                <a:moveTo>
                  <a:pt x="2" y="10"/>
                </a:moveTo>
                <a:lnTo>
                  <a:pt x="0" y="6"/>
                </a:lnTo>
                <a:lnTo>
                  <a:pt x="12" y="2"/>
                </a:lnTo>
                <a:lnTo>
                  <a:pt x="16" y="0"/>
                </a:lnTo>
                <a:lnTo>
                  <a:pt x="20" y="2"/>
                </a:lnTo>
                <a:lnTo>
                  <a:pt x="22" y="6"/>
                </a:lnTo>
                <a:lnTo>
                  <a:pt x="22" y="10"/>
                </a:lnTo>
                <a:lnTo>
                  <a:pt x="18" y="14"/>
                </a:lnTo>
                <a:lnTo>
                  <a:pt x="16" y="10"/>
                </a:lnTo>
                <a:lnTo>
                  <a:pt x="18" y="8"/>
                </a:lnTo>
                <a:lnTo>
                  <a:pt x="20" y="6"/>
                </a:lnTo>
                <a:lnTo>
                  <a:pt x="18" y="4"/>
                </a:lnTo>
                <a:lnTo>
                  <a:pt x="14" y="6"/>
                </a:lnTo>
                <a:lnTo>
                  <a:pt x="2" y="10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364" name="Freeform 44">
            <a:extLst xmlns:a="http://schemas.openxmlformats.org/drawingml/2006/main">
              <a:ext uri="{FF2B5EF4-FFF2-40B4-BE49-F238E27FC236}">
                <a16:creationId xmlns:a16="http://schemas.microsoft.com/office/drawing/2014/main" id="{4C106F9D-EAB5-4EE9-BC0C-365A188A4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0640" y="406610"/>
            <a:ext cx="15926" cy="8235"/>
          </a:xfrm>
          <a:custGeom xmlns:a="http://schemas.openxmlformats.org/drawingml/2006/main">
            <a:rect l="0" t="0" r="r" b="b"/>
            <a:pathLst>
              <a:path w="20" h="10">
                <a:moveTo>
                  <a:pt x="20" y="4"/>
                </a:moveTo>
                <a:lnTo>
                  <a:pt x="2" y="10"/>
                </a:lnTo>
                <a:lnTo>
                  <a:pt x="0" y="8"/>
                </a:lnTo>
                <a:lnTo>
                  <a:pt x="18" y="0"/>
                </a:lnTo>
                <a:lnTo>
                  <a:pt x="20" y="4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365" name="Freeform 45">
            <a:extLst xmlns:a="http://schemas.openxmlformats.org/drawingml/2006/main">
              <a:ext uri="{FF2B5EF4-FFF2-40B4-BE49-F238E27FC236}">
                <a16:creationId xmlns:a16="http://schemas.microsoft.com/office/drawing/2014/main" id="{4B12D38C-9527-4160-A51B-0F8ADAA46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4270" y="390140"/>
            <a:ext cx="20705" cy="19764"/>
          </a:xfrm>
          <a:custGeom xmlns:a="http://schemas.openxmlformats.org/drawingml/2006/main">
            <a:rect l="0" t="0" r="r" b="b"/>
            <a:pathLst>
              <a:path w="26" h="24">
                <a:moveTo>
                  <a:pt x="26" y="16"/>
                </a:moveTo>
                <a:lnTo>
                  <a:pt x="6" y="24"/>
                </a:lnTo>
                <a:lnTo>
                  <a:pt x="4" y="22"/>
                </a:lnTo>
                <a:lnTo>
                  <a:pt x="14" y="8"/>
                </a:lnTo>
                <a:lnTo>
                  <a:pt x="2" y="14"/>
                </a:lnTo>
                <a:lnTo>
                  <a:pt x="0" y="10"/>
                </a:lnTo>
                <a:lnTo>
                  <a:pt x="18" y="0"/>
                </a:lnTo>
                <a:lnTo>
                  <a:pt x="20" y="4"/>
                </a:lnTo>
                <a:lnTo>
                  <a:pt x="12" y="18"/>
                </a:lnTo>
                <a:lnTo>
                  <a:pt x="24" y="12"/>
                </a:lnTo>
                <a:lnTo>
                  <a:pt x="26" y="16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366" name="Freeform 47">
            <a:extLst xmlns:a="http://schemas.openxmlformats.org/drawingml/2006/main">
              <a:ext uri="{FF2B5EF4-FFF2-40B4-BE49-F238E27FC236}">
                <a16:creationId xmlns:a16="http://schemas.microsoft.com/office/drawing/2014/main" id="{0C2637CA-24CB-492D-B554-B8189BA34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6306" y="375317"/>
            <a:ext cx="17519" cy="19764"/>
          </a:xfrm>
          <a:custGeom xmlns:a="http://schemas.openxmlformats.org/drawingml/2006/main">
            <a:rect l="0" t="0" r="r" b="b"/>
            <a:pathLst>
              <a:path w="22" h="24">
                <a:moveTo>
                  <a:pt x="14" y="10"/>
                </a:moveTo>
                <a:lnTo>
                  <a:pt x="12" y="12"/>
                </a:lnTo>
                <a:lnTo>
                  <a:pt x="6" y="6"/>
                </a:lnTo>
                <a:lnTo>
                  <a:pt x="14" y="0"/>
                </a:lnTo>
                <a:lnTo>
                  <a:pt x="18" y="2"/>
                </a:lnTo>
                <a:lnTo>
                  <a:pt x="20" y="6"/>
                </a:lnTo>
                <a:lnTo>
                  <a:pt x="22" y="12"/>
                </a:lnTo>
                <a:lnTo>
                  <a:pt x="22" y="18"/>
                </a:lnTo>
                <a:lnTo>
                  <a:pt x="18" y="22"/>
                </a:lnTo>
                <a:lnTo>
                  <a:pt x="12" y="24"/>
                </a:lnTo>
                <a:lnTo>
                  <a:pt x="6" y="22"/>
                </a:lnTo>
                <a:lnTo>
                  <a:pt x="2" y="18"/>
                </a:lnTo>
                <a:lnTo>
                  <a:pt x="0" y="12"/>
                </a:lnTo>
                <a:lnTo>
                  <a:pt x="4" y="8"/>
                </a:lnTo>
                <a:lnTo>
                  <a:pt x="6" y="10"/>
                </a:lnTo>
                <a:lnTo>
                  <a:pt x="4" y="14"/>
                </a:lnTo>
                <a:lnTo>
                  <a:pt x="6" y="16"/>
                </a:lnTo>
                <a:lnTo>
                  <a:pt x="10" y="18"/>
                </a:lnTo>
                <a:lnTo>
                  <a:pt x="14" y="18"/>
                </a:lnTo>
                <a:lnTo>
                  <a:pt x="18" y="14"/>
                </a:lnTo>
                <a:lnTo>
                  <a:pt x="18" y="8"/>
                </a:lnTo>
                <a:lnTo>
                  <a:pt x="16" y="6"/>
                </a:lnTo>
                <a:lnTo>
                  <a:pt x="14" y="6"/>
                </a:lnTo>
                <a:lnTo>
                  <a:pt x="12" y="6"/>
                </a:lnTo>
                <a:lnTo>
                  <a:pt x="14" y="10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367" name="Freeform 48">
            <a:extLst xmlns:a="http://schemas.openxmlformats.org/drawingml/2006/main">
              <a:ext uri="{FF2B5EF4-FFF2-40B4-BE49-F238E27FC236}">
                <a16:creationId xmlns:a16="http://schemas.microsoft.com/office/drawing/2014/main" id="{B43401FC-8B1F-4E70-ABA6-BF2FAF86B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4295" y="633899"/>
            <a:ext cx="4778" cy="4941"/>
          </a:xfrm>
          <a:custGeom xmlns:a="http://schemas.openxmlformats.org/drawingml/2006/main">
            <a:rect l="0" t="0" r="r" b="b"/>
            <a:pathLst>
              <a:path w="6" h="6">
                <a:moveTo>
                  <a:pt x="6" y="2"/>
                </a:moveTo>
                <a:lnTo>
                  <a:pt x="6" y="2"/>
                </a:lnTo>
                <a:lnTo>
                  <a:pt x="6" y="4"/>
                </a:lnTo>
                <a:lnTo>
                  <a:pt x="4" y="6"/>
                </a:lnTo>
                <a:lnTo>
                  <a:pt x="2" y="4"/>
                </a:lnTo>
                <a:lnTo>
                  <a:pt x="0" y="2"/>
                </a:lnTo>
                <a:lnTo>
                  <a:pt x="2" y="0"/>
                </a:lnTo>
                <a:lnTo>
                  <a:pt x="4" y="0"/>
                </a:lnTo>
                <a:lnTo>
                  <a:pt x="6" y="0"/>
                </a:lnTo>
                <a:lnTo>
                  <a:pt x="6" y="2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368" name="Freeform 49">
            <a:extLst xmlns:a="http://schemas.openxmlformats.org/drawingml/2006/main">
              <a:ext uri="{FF2B5EF4-FFF2-40B4-BE49-F238E27FC236}">
                <a16:creationId xmlns:a16="http://schemas.microsoft.com/office/drawing/2014/main" id="{D11B8239-0851-4EA5-8655-BF5D170F3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3930" y="633899"/>
            <a:ext cx="4778" cy="4941"/>
          </a:xfrm>
          <a:custGeom xmlns:a="http://schemas.openxmlformats.org/drawingml/2006/main">
            <a:rect l="0" t="0" r="r" b="b"/>
            <a:pathLst>
              <a:path w="6" h="6">
                <a:moveTo>
                  <a:pt x="6" y="4"/>
                </a:moveTo>
                <a:lnTo>
                  <a:pt x="6" y="4"/>
                </a:lnTo>
                <a:lnTo>
                  <a:pt x="4" y="6"/>
                </a:lnTo>
                <a:lnTo>
                  <a:pt x="2" y="6"/>
                </a:lnTo>
                <a:lnTo>
                  <a:pt x="0" y="6"/>
                </a:lnTo>
                <a:lnTo>
                  <a:pt x="0" y="4"/>
                </a:lnTo>
                <a:lnTo>
                  <a:pt x="0" y="2"/>
                </a:lnTo>
                <a:lnTo>
                  <a:pt x="2" y="0"/>
                </a:lnTo>
                <a:lnTo>
                  <a:pt x="4" y="2"/>
                </a:lnTo>
                <a:lnTo>
                  <a:pt x="6" y="4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369" name="Freeform 50">
            <a:extLst xmlns:a="http://schemas.openxmlformats.org/drawingml/2006/main">
              <a:ext uri="{FF2B5EF4-FFF2-40B4-BE49-F238E27FC236}">
                <a16:creationId xmlns:a16="http://schemas.microsoft.com/office/drawing/2014/main" id="{984D59DD-A0E2-4182-B7E2-9F4C2A9F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9438" y="330848"/>
            <a:ext cx="31853" cy="32940"/>
          </a:xfrm>
          <a:custGeom xmlns:a="http://schemas.openxmlformats.org/drawingml/2006/main">
            <a:rect l="0" t="0" r="r" b="b"/>
            <a:pathLst>
              <a:path w="40" h="40">
                <a:moveTo>
                  <a:pt x="32" y="18"/>
                </a:moveTo>
                <a:lnTo>
                  <a:pt x="32" y="18"/>
                </a:lnTo>
                <a:lnTo>
                  <a:pt x="28" y="14"/>
                </a:lnTo>
                <a:lnTo>
                  <a:pt x="28" y="10"/>
                </a:lnTo>
                <a:lnTo>
                  <a:pt x="28" y="6"/>
                </a:lnTo>
                <a:lnTo>
                  <a:pt x="26" y="6"/>
                </a:lnTo>
                <a:lnTo>
                  <a:pt x="24" y="6"/>
                </a:lnTo>
                <a:lnTo>
                  <a:pt x="20" y="2"/>
                </a:lnTo>
                <a:lnTo>
                  <a:pt x="18" y="0"/>
                </a:lnTo>
                <a:lnTo>
                  <a:pt x="14" y="0"/>
                </a:lnTo>
                <a:lnTo>
                  <a:pt x="14" y="4"/>
                </a:lnTo>
                <a:lnTo>
                  <a:pt x="18" y="6"/>
                </a:lnTo>
                <a:lnTo>
                  <a:pt x="20" y="10"/>
                </a:lnTo>
                <a:lnTo>
                  <a:pt x="22" y="12"/>
                </a:lnTo>
                <a:lnTo>
                  <a:pt x="18" y="20"/>
                </a:lnTo>
                <a:lnTo>
                  <a:pt x="18" y="26"/>
                </a:lnTo>
                <a:lnTo>
                  <a:pt x="16" y="28"/>
                </a:lnTo>
                <a:lnTo>
                  <a:pt x="16" y="22"/>
                </a:lnTo>
                <a:lnTo>
                  <a:pt x="12" y="20"/>
                </a:lnTo>
                <a:lnTo>
                  <a:pt x="10" y="16"/>
                </a:lnTo>
                <a:lnTo>
                  <a:pt x="6" y="14"/>
                </a:lnTo>
                <a:lnTo>
                  <a:pt x="0" y="16"/>
                </a:lnTo>
                <a:lnTo>
                  <a:pt x="0" y="18"/>
                </a:lnTo>
                <a:lnTo>
                  <a:pt x="2" y="18"/>
                </a:lnTo>
                <a:lnTo>
                  <a:pt x="8" y="24"/>
                </a:lnTo>
                <a:lnTo>
                  <a:pt x="8" y="26"/>
                </a:lnTo>
                <a:lnTo>
                  <a:pt x="6" y="28"/>
                </a:lnTo>
                <a:lnTo>
                  <a:pt x="6" y="30"/>
                </a:lnTo>
                <a:lnTo>
                  <a:pt x="12" y="30"/>
                </a:lnTo>
                <a:lnTo>
                  <a:pt x="14" y="36"/>
                </a:lnTo>
                <a:lnTo>
                  <a:pt x="18" y="40"/>
                </a:lnTo>
                <a:lnTo>
                  <a:pt x="20" y="40"/>
                </a:lnTo>
                <a:lnTo>
                  <a:pt x="22" y="40"/>
                </a:lnTo>
                <a:lnTo>
                  <a:pt x="20" y="28"/>
                </a:lnTo>
                <a:lnTo>
                  <a:pt x="22" y="18"/>
                </a:lnTo>
                <a:lnTo>
                  <a:pt x="24" y="18"/>
                </a:lnTo>
                <a:lnTo>
                  <a:pt x="26" y="16"/>
                </a:lnTo>
                <a:lnTo>
                  <a:pt x="28" y="20"/>
                </a:lnTo>
                <a:lnTo>
                  <a:pt x="32" y="24"/>
                </a:lnTo>
                <a:lnTo>
                  <a:pt x="30" y="28"/>
                </a:lnTo>
                <a:lnTo>
                  <a:pt x="30" y="32"/>
                </a:lnTo>
                <a:lnTo>
                  <a:pt x="32" y="34"/>
                </a:lnTo>
                <a:lnTo>
                  <a:pt x="32" y="30"/>
                </a:lnTo>
                <a:lnTo>
                  <a:pt x="34" y="26"/>
                </a:lnTo>
                <a:lnTo>
                  <a:pt x="38" y="20"/>
                </a:lnTo>
                <a:lnTo>
                  <a:pt x="40" y="16"/>
                </a:lnTo>
                <a:lnTo>
                  <a:pt x="40" y="14"/>
                </a:lnTo>
                <a:lnTo>
                  <a:pt x="36" y="14"/>
                </a:lnTo>
                <a:lnTo>
                  <a:pt x="34" y="16"/>
                </a:lnTo>
                <a:lnTo>
                  <a:pt x="32" y="18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370" name="Freeform 51">
            <a:extLst xmlns:a="http://schemas.openxmlformats.org/drawingml/2006/main">
              <a:ext uri="{FF2B5EF4-FFF2-40B4-BE49-F238E27FC236}">
                <a16:creationId xmlns:a16="http://schemas.microsoft.com/office/drawing/2014/main" id="{3D381D4A-5AD6-4FC2-B162-ED75EE7C7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9438" y="330848"/>
            <a:ext cx="31853" cy="32940"/>
          </a:xfrm>
          <a:custGeom xmlns:a="http://schemas.openxmlformats.org/drawingml/2006/main">
            <a:rect l="0" t="0" r="r" b="b"/>
            <a:pathLst>
              <a:path w="40" h="40">
                <a:moveTo>
                  <a:pt x="32" y="18"/>
                </a:moveTo>
                <a:lnTo>
                  <a:pt x="32" y="18"/>
                </a:lnTo>
                <a:lnTo>
                  <a:pt x="28" y="14"/>
                </a:lnTo>
                <a:lnTo>
                  <a:pt x="28" y="10"/>
                </a:lnTo>
                <a:lnTo>
                  <a:pt x="28" y="6"/>
                </a:lnTo>
                <a:lnTo>
                  <a:pt x="26" y="6"/>
                </a:lnTo>
                <a:lnTo>
                  <a:pt x="24" y="6"/>
                </a:lnTo>
                <a:lnTo>
                  <a:pt x="20" y="2"/>
                </a:lnTo>
                <a:lnTo>
                  <a:pt x="18" y="0"/>
                </a:lnTo>
                <a:lnTo>
                  <a:pt x="14" y="0"/>
                </a:lnTo>
                <a:lnTo>
                  <a:pt x="14" y="4"/>
                </a:lnTo>
                <a:lnTo>
                  <a:pt x="18" y="6"/>
                </a:lnTo>
                <a:lnTo>
                  <a:pt x="20" y="10"/>
                </a:lnTo>
                <a:lnTo>
                  <a:pt x="22" y="12"/>
                </a:lnTo>
                <a:lnTo>
                  <a:pt x="18" y="20"/>
                </a:lnTo>
                <a:lnTo>
                  <a:pt x="18" y="26"/>
                </a:lnTo>
                <a:lnTo>
                  <a:pt x="16" y="28"/>
                </a:lnTo>
                <a:lnTo>
                  <a:pt x="16" y="22"/>
                </a:lnTo>
                <a:lnTo>
                  <a:pt x="12" y="20"/>
                </a:lnTo>
                <a:lnTo>
                  <a:pt x="10" y="16"/>
                </a:lnTo>
                <a:lnTo>
                  <a:pt x="6" y="14"/>
                </a:lnTo>
                <a:lnTo>
                  <a:pt x="0" y="16"/>
                </a:lnTo>
                <a:lnTo>
                  <a:pt x="0" y="18"/>
                </a:lnTo>
                <a:lnTo>
                  <a:pt x="2" y="18"/>
                </a:lnTo>
                <a:lnTo>
                  <a:pt x="8" y="24"/>
                </a:lnTo>
                <a:lnTo>
                  <a:pt x="8" y="26"/>
                </a:lnTo>
                <a:lnTo>
                  <a:pt x="6" y="28"/>
                </a:lnTo>
                <a:lnTo>
                  <a:pt x="6" y="30"/>
                </a:lnTo>
                <a:lnTo>
                  <a:pt x="12" y="30"/>
                </a:lnTo>
                <a:lnTo>
                  <a:pt x="14" y="36"/>
                </a:lnTo>
                <a:lnTo>
                  <a:pt x="18" y="40"/>
                </a:lnTo>
                <a:lnTo>
                  <a:pt x="20" y="40"/>
                </a:lnTo>
                <a:lnTo>
                  <a:pt x="22" y="40"/>
                </a:lnTo>
                <a:lnTo>
                  <a:pt x="20" y="28"/>
                </a:lnTo>
                <a:lnTo>
                  <a:pt x="22" y="18"/>
                </a:lnTo>
                <a:lnTo>
                  <a:pt x="24" y="18"/>
                </a:lnTo>
                <a:lnTo>
                  <a:pt x="26" y="16"/>
                </a:lnTo>
                <a:lnTo>
                  <a:pt x="28" y="20"/>
                </a:lnTo>
                <a:lnTo>
                  <a:pt x="32" y="24"/>
                </a:lnTo>
                <a:lnTo>
                  <a:pt x="30" y="28"/>
                </a:lnTo>
                <a:lnTo>
                  <a:pt x="30" y="32"/>
                </a:lnTo>
                <a:lnTo>
                  <a:pt x="32" y="34"/>
                </a:lnTo>
                <a:lnTo>
                  <a:pt x="32" y="30"/>
                </a:lnTo>
                <a:lnTo>
                  <a:pt x="34" y="26"/>
                </a:lnTo>
                <a:lnTo>
                  <a:pt x="38" y="20"/>
                </a:lnTo>
                <a:lnTo>
                  <a:pt x="40" y="16"/>
                </a:lnTo>
                <a:lnTo>
                  <a:pt x="40" y="14"/>
                </a:lnTo>
                <a:lnTo>
                  <a:pt x="36" y="14"/>
                </a:lnTo>
                <a:lnTo>
                  <a:pt x="34" y="16"/>
                </a:lnTo>
                <a:lnTo>
                  <a:pt x="32" y="18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371" name="Freeform 52">
            <a:extLst xmlns:a="http://schemas.openxmlformats.org/drawingml/2006/main">
              <a:ext uri="{FF2B5EF4-FFF2-40B4-BE49-F238E27FC236}">
                <a16:creationId xmlns:a16="http://schemas.microsoft.com/office/drawing/2014/main" id="{C35D74A9-AC06-499F-B436-2B80D5D7C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7663" y="306142"/>
            <a:ext cx="25483" cy="31293"/>
          </a:xfrm>
          <a:custGeom xmlns:a="http://schemas.openxmlformats.org/drawingml/2006/main">
            <a:rect l="0" t="0" r="r" b="b"/>
            <a:pathLst>
              <a:path w="32" h="38">
                <a:moveTo>
                  <a:pt x="26" y="8"/>
                </a:moveTo>
                <a:lnTo>
                  <a:pt x="26" y="8"/>
                </a:lnTo>
                <a:lnTo>
                  <a:pt x="26" y="6"/>
                </a:lnTo>
                <a:lnTo>
                  <a:pt x="26" y="4"/>
                </a:lnTo>
                <a:lnTo>
                  <a:pt x="22" y="4"/>
                </a:lnTo>
                <a:lnTo>
                  <a:pt x="20" y="4"/>
                </a:lnTo>
                <a:lnTo>
                  <a:pt x="18" y="6"/>
                </a:lnTo>
                <a:lnTo>
                  <a:pt x="16" y="2"/>
                </a:lnTo>
                <a:lnTo>
                  <a:pt x="12" y="0"/>
                </a:lnTo>
                <a:lnTo>
                  <a:pt x="10" y="0"/>
                </a:lnTo>
                <a:lnTo>
                  <a:pt x="12" y="4"/>
                </a:lnTo>
                <a:lnTo>
                  <a:pt x="12" y="8"/>
                </a:lnTo>
                <a:lnTo>
                  <a:pt x="12" y="10"/>
                </a:lnTo>
                <a:lnTo>
                  <a:pt x="8" y="12"/>
                </a:lnTo>
                <a:lnTo>
                  <a:pt x="6" y="14"/>
                </a:lnTo>
                <a:lnTo>
                  <a:pt x="2" y="18"/>
                </a:lnTo>
                <a:lnTo>
                  <a:pt x="0" y="20"/>
                </a:lnTo>
                <a:lnTo>
                  <a:pt x="0" y="22"/>
                </a:lnTo>
                <a:lnTo>
                  <a:pt x="2" y="24"/>
                </a:lnTo>
                <a:lnTo>
                  <a:pt x="4" y="24"/>
                </a:lnTo>
                <a:lnTo>
                  <a:pt x="8" y="20"/>
                </a:lnTo>
                <a:lnTo>
                  <a:pt x="14" y="12"/>
                </a:lnTo>
                <a:lnTo>
                  <a:pt x="16" y="12"/>
                </a:lnTo>
                <a:lnTo>
                  <a:pt x="14" y="16"/>
                </a:lnTo>
                <a:lnTo>
                  <a:pt x="12" y="22"/>
                </a:lnTo>
                <a:lnTo>
                  <a:pt x="18" y="26"/>
                </a:lnTo>
                <a:lnTo>
                  <a:pt x="16" y="30"/>
                </a:lnTo>
                <a:lnTo>
                  <a:pt x="16" y="36"/>
                </a:lnTo>
                <a:lnTo>
                  <a:pt x="20" y="38"/>
                </a:lnTo>
                <a:lnTo>
                  <a:pt x="20" y="36"/>
                </a:lnTo>
                <a:lnTo>
                  <a:pt x="20" y="32"/>
                </a:lnTo>
                <a:lnTo>
                  <a:pt x="20" y="30"/>
                </a:lnTo>
                <a:lnTo>
                  <a:pt x="20" y="32"/>
                </a:lnTo>
                <a:lnTo>
                  <a:pt x="22" y="32"/>
                </a:lnTo>
                <a:lnTo>
                  <a:pt x="22" y="34"/>
                </a:lnTo>
                <a:lnTo>
                  <a:pt x="26" y="38"/>
                </a:lnTo>
                <a:lnTo>
                  <a:pt x="26" y="36"/>
                </a:lnTo>
                <a:lnTo>
                  <a:pt x="24" y="32"/>
                </a:lnTo>
                <a:lnTo>
                  <a:pt x="24" y="30"/>
                </a:lnTo>
                <a:lnTo>
                  <a:pt x="22" y="26"/>
                </a:lnTo>
                <a:lnTo>
                  <a:pt x="24" y="26"/>
                </a:lnTo>
                <a:lnTo>
                  <a:pt x="26" y="26"/>
                </a:lnTo>
                <a:lnTo>
                  <a:pt x="26" y="28"/>
                </a:lnTo>
                <a:lnTo>
                  <a:pt x="28" y="32"/>
                </a:lnTo>
                <a:lnTo>
                  <a:pt x="30" y="32"/>
                </a:lnTo>
                <a:lnTo>
                  <a:pt x="32" y="30"/>
                </a:lnTo>
                <a:lnTo>
                  <a:pt x="32" y="28"/>
                </a:lnTo>
                <a:lnTo>
                  <a:pt x="28" y="26"/>
                </a:lnTo>
                <a:lnTo>
                  <a:pt x="24" y="24"/>
                </a:lnTo>
                <a:lnTo>
                  <a:pt x="24" y="20"/>
                </a:lnTo>
                <a:lnTo>
                  <a:pt x="22" y="22"/>
                </a:lnTo>
                <a:lnTo>
                  <a:pt x="24" y="18"/>
                </a:lnTo>
                <a:lnTo>
                  <a:pt x="26" y="16"/>
                </a:lnTo>
                <a:lnTo>
                  <a:pt x="26" y="14"/>
                </a:lnTo>
                <a:lnTo>
                  <a:pt x="24" y="12"/>
                </a:lnTo>
                <a:lnTo>
                  <a:pt x="22" y="12"/>
                </a:lnTo>
                <a:lnTo>
                  <a:pt x="18" y="14"/>
                </a:lnTo>
                <a:lnTo>
                  <a:pt x="14" y="18"/>
                </a:lnTo>
                <a:lnTo>
                  <a:pt x="16" y="12"/>
                </a:lnTo>
                <a:lnTo>
                  <a:pt x="20" y="10"/>
                </a:lnTo>
                <a:lnTo>
                  <a:pt x="26" y="8"/>
                </a:lnTo>
                <a:close/>
                <a:moveTo>
                  <a:pt x="16" y="20"/>
                </a:moveTo>
                <a:lnTo>
                  <a:pt x="16" y="20"/>
                </a:lnTo>
                <a:lnTo>
                  <a:pt x="20" y="16"/>
                </a:lnTo>
                <a:lnTo>
                  <a:pt x="18" y="20"/>
                </a:lnTo>
                <a:lnTo>
                  <a:pt x="16" y="22"/>
                </a:lnTo>
                <a:lnTo>
                  <a:pt x="16" y="20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372" name="Freeform 53">
            <a:extLst xmlns:a="http://schemas.openxmlformats.org/drawingml/2006/main">
              <a:ext uri="{FF2B5EF4-FFF2-40B4-BE49-F238E27FC236}">
                <a16:creationId xmlns:a16="http://schemas.microsoft.com/office/drawing/2014/main" id="{45E57D0F-A757-4A42-A64D-F2771F2AC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7663" y="306142"/>
            <a:ext cx="25483" cy="31293"/>
          </a:xfrm>
          <a:custGeom xmlns:a="http://schemas.openxmlformats.org/drawingml/2006/main">
            <a:rect l="0" t="0" r="r" b="b"/>
            <a:pathLst>
              <a:path w="32" h="38">
                <a:moveTo>
                  <a:pt x="26" y="8"/>
                </a:moveTo>
                <a:lnTo>
                  <a:pt x="26" y="8"/>
                </a:lnTo>
                <a:lnTo>
                  <a:pt x="26" y="6"/>
                </a:lnTo>
                <a:lnTo>
                  <a:pt x="26" y="4"/>
                </a:lnTo>
                <a:lnTo>
                  <a:pt x="22" y="4"/>
                </a:lnTo>
                <a:lnTo>
                  <a:pt x="20" y="4"/>
                </a:lnTo>
                <a:lnTo>
                  <a:pt x="18" y="6"/>
                </a:lnTo>
                <a:lnTo>
                  <a:pt x="16" y="2"/>
                </a:lnTo>
                <a:lnTo>
                  <a:pt x="12" y="0"/>
                </a:lnTo>
                <a:lnTo>
                  <a:pt x="10" y="0"/>
                </a:lnTo>
                <a:lnTo>
                  <a:pt x="12" y="4"/>
                </a:lnTo>
                <a:lnTo>
                  <a:pt x="12" y="8"/>
                </a:lnTo>
                <a:lnTo>
                  <a:pt x="12" y="10"/>
                </a:lnTo>
                <a:lnTo>
                  <a:pt x="8" y="12"/>
                </a:lnTo>
                <a:lnTo>
                  <a:pt x="6" y="14"/>
                </a:lnTo>
                <a:lnTo>
                  <a:pt x="2" y="18"/>
                </a:lnTo>
                <a:lnTo>
                  <a:pt x="0" y="20"/>
                </a:lnTo>
                <a:lnTo>
                  <a:pt x="0" y="22"/>
                </a:lnTo>
                <a:lnTo>
                  <a:pt x="2" y="24"/>
                </a:lnTo>
                <a:lnTo>
                  <a:pt x="4" y="24"/>
                </a:lnTo>
                <a:lnTo>
                  <a:pt x="8" y="20"/>
                </a:lnTo>
                <a:lnTo>
                  <a:pt x="14" y="12"/>
                </a:lnTo>
                <a:lnTo>
                  <a:pt x="16" y="12"/>
                </a:lnTo>
                <a:lnTo>
                  <a:pt x="14" y="16"/>
                </a:lnTo>
                <a:lnTo>
                  <a:pt x="12" y="22"/>
                </a:lnTo>
                <a:lnTo>
                  <a:pt x="18" y="26"/>
                </a:lnTo>
                <a:lnTo>
                  <a:pt x="16" y="30"/>
                </a:lnTo>
                <a:lnTo>
                  <a:pt x="16" y="36"/>
                </a:lnTo>
                <a:lnTo>
                  <a:pt x="20" y="38"/>
                </a:lnTo>
                <a:lnTo>
                  <a:pt x="20" y="36"/>
                </a:lnTo>
                <a:lnTo>
                  <a:pt x="20" y="32"/>
                </a:lnTo>
                <a:lnTo>
                  <a:pt x="20" y="30"/>
                </a:lnTo>
                <a:lnTo>
                  <a:pt x="20" y="32"/>
                </a:lnTo>
                <a:lnTo>
                  <a:pt x="22" y="32"/>
                </a:lnTo>
                <a:lnTo>
                  <a:pt x="22" y="34"/>
                </a:lnTo>
                <a:lnTo>
                  <a:pt x="26" y="38"/>
                </a:lnTo>
                <a:lnTo>
                  <a:pt x="26" y="36"/>
                </a:lnTo>
                <a:lnTo>
                  <a:pt x="24" y="32"/>
                </a:lnTo>
                <a:lnTo>
                  <a:pt x="24" y="30"/>
                </a:lnTo>
                <a:lnTo>
                  <a:pt x="22" y="26"/>
                </a:lnTo>
                <a:lnTo>
                  <a:pt x="24" y="26"/>
                </a:lnTo>
                <a:lnTo>
                  <a:pt x="26" y="26"/>
                </a:lnTo>
                <a:lnTo>
                  <a:pt x="26" y="28"/>
                </a:lnTo>
                <a:lnTo>
                  <a:pt x="28" y="32"/>
                </a:lnTo>
                <a:lnTo>
                  <a:pt x="30" y="32"/>
                </a:lnTo>
                <a:lnTo>
                  <a:pt x="32" y="30"/>
                </a:lnTo>
                <a:lnTo>
                  <a:pt x="32" y="28"/>
                </a:lnTo>
                <a:lnTo>
                  <a:pt x="28" y="26"/>
                </a:lnTo>
                <a:lnTo>
                  <a:pt x="24" y="24"/>
                </a:lnTo>
                <a:lnTo>
                  <a:pt x="24" y="20"/>
                </a:lnTo>
                <a:lnTo>
                  <a:pt x="22" y="22"/>
                </a:lnTo>
                <a:lnTo>
                  <a:pt x="24" y="18"/>
                </a:lnTo>
                <a:lnTo>
                  <a:pt x="26" y="16"/>
                </a:lnTo>
                <a:lnTo>
                  <a:pt x="26" y="14"/>
                </a:lnTo>
                <a:lnTo>
                  <a:pt x="24" y="12"/>
                </a:lnTo>
                <a:lnTo>
                  <a:pt x="22" y="12"/>
                </a:lnTo>
                <a:lnTo>
                  <a:pt x="18" y="14"/>
                </a:lnTo>
                <a:lnTo>
                  <a:pt x="14" y="18"/>
                </a:lnTo>
                <a:lnTo>
                  <a:pt x="16" y="12"/>
                </a:lnTo>
                <a:lnTo>
                  <a:pt x="20" y="10"/>
                </a:lnTo>
                <a:lnTo>
                  <a:pt x="26" y="8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373" name="Freeform 54">
            <a:extLst xmlns:a="http://schemas.openxmlformats.org/drawingml/2006/main">
              <a:ext uri="{FF2B5EF4-FFF2-40B4-BE49-F238E27FC236}">
                <a16:creationId xmlns:a16="http://schemas.microsoft.com/office/drawing/2014/main" id="{93DD332C-48C7-4C2F-B865-A96838470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0404" y="319318"/>
            <a:ext cx="3185" cy="4941"/>
          </a:xfrm>
          <a:custGeom xmlns:a="http://schemas.openxmlformats.org/drawingml/2006/main">
            <a:rect l="0" t="0" r="r" b="b"/>
            <a:pathLst>
              <a:path w="4" h="6">
                <a:moveTo>
                  <a:pt x="0" y="4"/>
                </a:moveTo>
                <a:lnTo>
                  <a:pt x="0" y="4"/>
                </a:lnTo>
                <a:lnTo>
                  <a:pt x="4" y="0"/>
                </a:lnTo>
                <a:lnTo>
                  <a:pt x="2" y="4"/>
                </a:lnTo>
                <a:lnTo>
                  <a:pt x="0" y="6"/>
                </a:lnTo>
                <a:lnTo>
                  <a:pt x="0" y="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374" name="Freeform 55">
            <a:extLst xmlns:a="http://schemas.openxmlformats.org/drawingml/2006/main">
              <a:ext uri="{FF2B5EF4-FFF2-40B4-BE49-F238E27FC236}">
                <a16:creationId xmlns:a16="http://schemas.microsoft.com/office/drawing/2014/main" id="{50D2249E-84F1-40AB-9699-6D7A643F6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3407" y="289672"/>
            <a:ext cx="12741" cy="37881"/>
          </a:xfrm>
          <a:custGeom xmlns:a="http://schemas.openxmlformats.org/drawingml/2006/main">
            <a:rect l="0" t="0" r="r" b="b"/>
            <a:pathLst>
              <a:path w="16" h="46">
                <a:moveTo>
                  <a:pt x="12" y="16"/>
                </a:moveTo>
                <a:lnTo>
                  <a:pt x="12" y="16"/>
                </a:lnTo>
                <a:lnTo>
                  <a:pt x="10" y="8"/>
                </a:lnTo>
                <a:lnTo>
                  <a:pt x="10" y="4"/>
                </a:lnTo>
                <a:lnTo>
                  <a:pt x="6" y="0"/>
                </a:lnTo>
                <a:lnTo>
                  <a:pt x="4" y="2"/>
                </a:lnTo>
                <a:lnTo>
                  <a:pt x="6" y="6"/>
                </a:lnTo>
                <a:lnTo>
                  <a:pt x="8" y="18"/>
                </a:lnTo>
                <a:lnTo>
                  <a:pt x="4" y="24"/>
                </a:lnTo>
                <a:lnTo>
                  <a:pt x="4" y="20"/>
                </a:lnTo>
                <a:lnTo>
                  <a:pt x="6" y="16"/>
                </a:lnTo>
                <a:lnTo>
                  <a:pt x="8" y="16"/>
                </a:lnTo>
                <a:lnTo>
                  <a:pt x="6" y="14"/>
                </a:lnTo>
                <a:lnTo>
                  <a:pt x="2" y="14"/>
                </a:lnTo>
                <a:lnTo>
                  <a:pt x="6" y="10"/>
                </a:lnTo>
                <a:lnTo>
                  <a:pt x="6" y="8"/>
                </a:lnTo>
                <a:lnTo>
                  <a:pt x="2" y="8"/>
                </a:lnTo>
                <a:lnTo>
                  <a:pt x="0" y="8"/>
                </a:lnTo>
                <a:lnTo>
                  <a:pt x="0" y="10"/>
                </a:lnTo>
                <a:lnTo>
                  <a:pt x="2" y="10"/>
                </a:lnTo>
                <a:lnTo>
                  <a:pt x="2" y="16"/>
                </a:lnTo>
                <a:lnTo>
                  <a:pt x="4" y="18"/>
                </a:lnTo>
                <a:lnTo>
                  <a:pt x="0" y="22"/>
                </a:lnTo>
                <a:lnTo>
                  <a:pt x="0" y="26"/>
                </a:lnTo>
                <a:lnTo>
                  <a:pt x="0" y="28"/>
                </a:lnTo>
                <a:lnTo>
                  <a:pt x="2" y="30"/>
                </a:lnTo>
                <a:lnTo>
                  <a:pt x="4" y="26"/>
                </a:lnTo>
                <a:lnTo>
                  <a:pt x="10" y="22"/>
                </a:lnTo>
                <a:lnTo>
                  <a:pt x="10" y="34"/>
                </a:lnTo>
                <a:lnTo>
                  <a:pt x="14" y="46"/>
                </a:lnTo>
                <a:lnTo>
                  <a:pt x="14" y="30"/>
                </a:lnTo>
                <a:lnTo>
                  <a:pt x="12" y="20"/>
                </a:lnTo>
                <a:lnTo>
                  <a:pt x="14" y="20"/>
                </a:lnTo>
                <a:lnTo>
                  <a:pt x="16" y="20"/>
                </a:lnTo>
                <a:lnTo>
                  <a:pt x="16" y="18"/>
                </a:lnTo>
                <a:lnTo>
                  <a:pt x="14" y="16"/>
                </a:lnTo>
                <a:lnTo>
                  <a:pt x="12" y="16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375" name="Freeform 56">
            <a:extLst xmlns:a="http://schemas.openxmlformats.org/drawingml/2006/main">
              <a:ext uri="{FF2B5EF4-FFF2-40B4-BE49-F238E27FC236}">
                <a16:creationId xmlns:a16="http://schemas.microsoft.com/office/drawing/2014/main" id="{4ED71AC6-4933-4438-A6B0-DA3A16842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3407" y="289672"/>
            <a:ext cx="12741" cy="37881"/>
          </a:xfrm>
          <a:custGeom xmlns:a="http://schemas.openxmlformats.org/drawingml/2006/main">
            <a:rect l="0" t="0" r="r" b="b"/>
            <a:pathLst>
              <a:path w="16" h="46">
                <a:moveTo>
                  <a:pt x="12" y="16"/>
                </a:moveTo>
                <a:lnTo>
                  <a:pt x="12" y="16"/>
                </a:lnTo>
                <a:lnTo>
                  <a:pt x="10" y="8"/>
                </a:lnTo>
                <a:lnTo>
                  <a:pt x="10" y="4"/>
                </a:lnTo>
                <a:lnTo>
                  <a:pt x="6" y="0"/>
                </a:lnTo>
                <a:lnTo>
                  <a:pt x="4" y="2"/>
                </a:lnTo>
                <a:lnTo>
                  <a:pt x="6" y="6"/>
                </a:lnTo>
                <a:lnTo>
                  <a:pt x="8" y="18"/>
                </a:lnTo>
                <a:lnTo>
                  <a:pt x="4" y="24"/>
                </a:lnTo>
                <a:lnTo>
                  <a:pt x="4" y="20"/>
                </a:lnTo>
                <a:lnTo>
                  <a:pt x="6" y="16"/>
                </a:lnTo>
                <a:lnTo>
                  <a:pt x="8" y="16"/>
                </a:lnTo>
                <a:lnTo>
                  <a:pt x="6" y="14"/>
                </a:lnTo>
                <a:lnTo>
                  <a:pt x="2" y="14"/>
                </a:lnTo>
                <a:lnTo>
                  <a:pt x="6" y="10"/>
                </a:lnTo>
                <a:lnTo>
                  <a:pt x="6" y="8"/>
                </a:lnTo>
                <a:lnTo>
                  <a:pt x="2" y="8"/>
                </a:lnTo>
                <a:lnTo>
                  <a:pt x="0" y="8"/>
                </a:lnTo>
                <a:lnTo>
                  <a:pt x="0" y="10"/>
                </a:lnTo>
                <a:lnTo>
                  <a:pt x="2" y="10"/>
                </a:lnTo>
                <a:lnTo>
                  <a:pt x="2" y="16"/>
                </a:lnTo>
                <a:lnTo>
                  <a:pt x="4" y="18"/>
                </a:lnTo>
                <a:lnTo>
                  <a:pt x="0" y="22"/>
                </a:lnTo>
                <a:lnTo>
                  <a:pt x="0" y="26"/>
                </a:lnTo>
                <a:lnTo>
                  <a:pt x="0" y="28"/>
                </a:lnTo>
                <a:lnTo>
                  <a:pt x="2" y="30"/>
                </a:lnTo>
                <a:lnTo>
                  <a:pt x="4" y="26"/>
                </a:lnTo>
                <a:lnTo>
                  <a:pt x="10" y="22"/>
                </a:lnTo>
                <a:lnTo>
                  <a:pt x="10" y="34"/>
                </a:lnTo>
                <a:lnTo>
                  <a:pt x="14" y="46"/>
                </a:lnTo>
                <a:lnTo>
                  <a:pt x="14" y="30"/>
                </a:lnTo>
                <a:lnTo>
                  <a:pt x="12" y="20"/>
                </a:lnTo>
                <a:lnTo>
                  <a:pt x="14" y="20"/>
                </a:lnTo>
                <a:lnTo>
                  <a:pt x="16" y="20"/>
                </a:lnTo>
                <a:lnTo>
                  <a:pt x="16" y="18"/>
                </a:lnTo>
                <a:lnTo>
                  <a:pt x="14" y="16"/>
                </a:lnTo>
                <a:lnTo>
                  <a:pt x="12" y="1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376" name="Freeform 57">
            <a:extLst xmlns:a="http://schemas.openxmlformats.org/drawingml/2006/main">
              <a:ext uri="{FF2B5EF4-FFF2-40B4-BE49-F238E27FC236}">
                <a16:creationId xmlns:a16="http://schemas.microsoft.com/office/drawing/2014/main" id="{97B669FF-7D48-4848-B74C-616972C5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7480" y="294613"/>
            <a:ext cx="17519" cy="26352"/>
          </a:xfrm>
          <a:custGeom xmlns:a="http://schemas.openxmlformats.org/drawingml/2006/main">
            <a:rect l="0" t="0" r="r" b="b"/>
            <a:pathLst>
              <a:path w="22" h="32">
                <a:moveTo>
                  <a:pt x="22" y="14"/>
                </a:moveTo>
                <a:lnTo>
                  <a:pt x="22" y="14"/>
                </a:lnTo>
                <a:lnTo>
                  <a:pt x="20" y="16"/>
                </a:lnTo>
                <a:lnTo>
                  <a:pt x="18" y="18"/>
                </a:lnTo>
                <a:lnTo>
                  <a:pt x="18" y="14"/>
                </a:lnTo>
                <a:lnTo>
                  <a:pt x="20" y="12"/>
                </a:lnTo>
                <a:lnTo>
                  <a:pt x="18" y="12"/>
                </a:lnTo>
                <a:lnTo>
                  <a:pt x="18" y="8"/>
                </a:lnTo>
                <a:lnTo>
                  <a:pt x="20" y="6"/>
                </a:lnTo>
                <a:lnTo>
                  <a:pt x="18" y="2"/>
                </a:lnTo>
                <a:lnTo>
                  <a:pt x="16" y="0"/>
                </a:lnTo>
                <a:lnTo>
                  <a:pt x="14" y="2"/>
                </a:lnTo>
                <a:lnTo>
                  <a:pt x="14" y="4"/>
                </a:lnTo>
                <a:lnTo>
                  <a:pt x="8" y="8"/>
                </a:lnTo>
                <a:lnTo>
                  <a:pt x="2" y="16"/>
                </a:lnTo>
                <a:lnTo>
                  <a:pt x="8" y="12"/>
                </a:lnTo>
                <a:lnTo>
                  <a:pt x="10" y="10"/>
                </a:lnTo>
                <a:lnTo>
                  <a:pt x="14" y="8"/>
                </a:lnTo>
                <a:lnTo>
                  <a:pt x="14" y="12"/>
                </a:lnTo>
                <a:lnTo>
                  <a:pt x="12" y="14"/>
                </a:lnTo>
                <a:lnTo>
                  <a:pt x="4" y="20"/>
                </a:lnTo>
                <a:lnTo>
                  <a:pt x="2" y="20"/>
                </a:lnTo>
                <a:lnTo>
                  <a:pt x="0" y="22"/>
                </a:lnTo>
                <a:lnTo>
                  <a:pt x="2" y="24"/>
                </a:lnTo>
                <a:lnTo>
                  <a:pt x="6" y="24"/>
                </a:lnTo>
                <a:lnTo>
                  <a:pt x="12" y="22"/>
                </a:lnTo>
                <a:lnTo>
                  <a:pt x="12" y="20"/>
                </a:lnTo>
                <a:lnTo>
                  <a:pt x="10" y="30"/>
                </a:lnTo>
                <a:lnTo>
                  <a:pt x="14" y="32"/>
                </a:lnTo>
                <a:lnTo>
                  <a:pt x="16" y="26"/>
                </a:lnTo>
                <a:lnTo>
                  <a:pt x="16" y="30"/>
                </a:lnTo>
                <a:lnTo>
                  <a:pt x="18" y="32"/>
                </a:lnTo>
                <a:lnTo>
                  <a:pt x="20" y="32"/>
                </a:lnTo>
                <a:lnTo>
                  <a:pt x="18" y="24"/>
                </a:lnTo>
                <a:lnTo>
                  <a:pt x="22" y="14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377" name="Freeform 58">
            <a:extLst xmlns:a="http://schemas.openxmlformats.org/drawingml/2006/main">
              <a:ext uri="{FF2B5EF4-FFF2-40B4-BE49-F238E27FC236}">
                <a16:creationId xmlns:a16="http://schemas.microsoft.com/office/drawing/2014/main" id="{6362AD79-F5E0-4CC2-9FFC-88DBD84C2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7480" y="294613"/>
            <a:ext cx="17519" cy="26352"/>
          </a:xfrm>
          <a:custGeom xmlns:a="http://schemas.openxmlformats.org/drawingml/2006/main">
            <a:rect l="0" t="0" r="r" b="b"/>
            <a:pathLst>
              <a:path w="22" h="32">
                <a:moveTo>
                  <a:pt x="22" y="14"/>
                </a:moveTo>
                <a:lnTo>
                  <a:pt x="22" y="14"/>
                </a:lnTo>
                <a:lnTo>
                  <a:pt x="20" y="16"/>
                </a:lnTo>
                <a:lnTo>
                  <a:pt x="18" y="18"/>
                </a:lnTo>
                <a:lnTo>
                  <a:pt x="18" y="14"/>
                </a:lnTo>
                <a:lnTo>
                  <a:pt x="20" y="12"/>
                </a:lnTo>
                <a:lnTo>
                  <a:pt x="18" y="12"/>
                </a:lnTo>
                <a:lnTo>
                  <a:pt x="18" y="8"/>
                </a:lnTo>
                <a:lnTo>
                  <a:pt x="20" y="6"/>
                </a:lnTo>
                <a:lnTo>
                  <a:pt x="18" y="2"/>
                </a:lnTo>
                <a:lnTo>
                  <a:pt x="16" y="0"/>
                </a:lnTo>
                <a:lnTo>
                  <a:pt x="14" y="2"/>
                </a:lnTo>
                <a:lnTo>
                  <a:pt x="14" y="4"/>
                </a:lnTo>
                <a:lnTo>
                  <a:pt x="8" y="8"/>
                </a:lnTo>
                <a:lnTo>
                  <a:pt x="2" y="16"/>
                </a:lnTo>
                <a:lnTo>
                  <a:pt x="8" y="12"/>
                </a:lnTo>
                <a:lnTo>
                  <a:pt x="10" y="10"/>
                </a:lnTo>
                <a:lnTo>
                  <a:pt x="14" y="8"/>
                </a:lnTo>
                <a:lnTo>
                  <a:pt x="14" y="12"/>
                </a:lnTo>
                <a:lnTo>
                  <a:pt x="12" y="14"/>
                </a:lnTo>
                <a:lnTo>
                  <a:pt x="4" y="20"/>
                </a:lnTo>
                <a:lnTo>
                  <a:pt x="2" y="20"/>
                </a:lnTo>
                <a:lnTo>
                  <a:pt x="0" y="22"/>
                </a:lnTo>
                <a:lnTo>
                  <a:pt x="2" y="24"/>
                </a:lnTo>
                <a:lnTo>
                  <a:pt x="6" y="24"/>
                </a:lnTo>
                <a:lnTo>
                  <a:pt x="12" y="22"/>
                </a:lnTo>
                <a:lnTo>
                  <a:pt x="12" y="20"/>
                </a:lnTo>
                <a:lnTo>
                  <a:pt x="10" y="30"/>
                </a:lnTo>
                <a:lnTo>
                  <a:pt x="14" y="32"/>
                </a:lnTo>
                <a:lnTo>
                  <a:pt x="16" y="26"/>
                </a:lnTo>
                <a:lnTo>
                  <a:pt x="16" y="30"/>
                </a:lnTo>
                <a:lnTo>
                  <a:pt x="18" y="32"/>
                </a:lnTo>
                <a:lnTo>
                  <a:pt x="20" y="32"/>
                </a:lnTo>
                <a:lnTo>
                  <a:pt x="18" y="24"/>
                </a:lnTo>
                <a:lnTo>
                  <a:pt x="22" y="1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378" name="Freeform 59">
            <a:extLst xmlns:a="http://schemas.openxmlformats.org/drawingml/2006/main">
              <a:ext uri="{FF2B5EF4-FFF2-40B4-BE49-F238E27FC236}">
                <a16:creationId xmlns:a16="http://schemas.microsoft.com/office/drawing/2014/main" id="{9E5AB0A0-1D07-433E-B8CF-6371B8BDB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8446" y="292966"/>
            <a:ext cx="17519" cy="29646"/>
          </a:xfrm>
          <a:custGeom xmlns:a="http://schemas.openxmlformats.org/drawingml/2006/main">
            <a:rect l="0" t="0" r="r" b="b"/>
            <a:pathLst>
              <a:path w="22" h="36">
                <a:moveTo>
                  <a:pt x="22" y="18"/>
                </a:moveTo>
                <a:lnTo>
                  <a:pt x="22" y="18"/>
                </a:lnTo>
                <a:lnTo>
                  <a:pt x="22" y="16"/>
                </a:lnTo>
                <a:lnTo>
                  <a:pt x="20" y="16"/>
                </a:lnTo>
                <a:lnTo>
                  <a:pt x="16" y="18"/>
                </a:lnTo>
                <a:lnTo>
                  <a:pt x="16" y="16"/>
                </a:lnTo>
                <a:lnTo>
                  <a:pt x="18" y="16"/>
                </a:lnTo>
                <a:lnTo>
                  <a:pt x="18" y="14"/>
                </a:lnTo>
                <a:lnTo>
                  <a:pt x="18" y="12"/>
                </a:lnTo>
                <a:lnTo>
                  <a:pt x="20" y="8"/>
                </a:lnTo>
                <a:lnTo>
                  <a:pt x="22" y="4"/>
                </a:lnTo>
                <a:lnTo>
                  <a:pt x="20" y="2"/>
                </a:lnTo>
                <a:lnTo>
                  <a:pt x="18" y="0"/>
                </a:lnTo>
                <a:lnTo>
                  <a:pt x="16" y="2"/>
                </a:lnTo>
                <a:lnTo>
                  <a:pt x="16" y="6"/>
                </a:lnTo>
                <a:lnTo>
                  <a:pt x="14" y="12"/>
                </a:lnTo>
                <a:lnTo>
                  <a:pt x="0" y="14"/>
                </a:lnTo>
                <a:lnTo>
                  <a:pt x="0" y="16"/>
                </a:lnTo>
                <a:lnTo>
                  <a:pt x="8" y="18"/>
                </a:lnTo>
                <a:lnTo>
                  <a:pt x="12" y="18"/>
                </a:lnTo>
                <a:lnTo>
                  <a:pt x="10" y="22"/>
                </a:lnTo>
                <a:lnTo>
                  <a:pt x="6" y="24"/>
                </a:lnTo>
                <a:lnTo>
                  <a:pt x="4" y="26"/>
                </a:lnTo>
                <a:lnTo>
                  <a:pt x="0" y="30"/>
                </a:lnTo>
                <a:lnTo>
                  <a:pt x="2" y="32"/>
                </a:lnTo>
                <a:lnTo>
                  <a:pt x="4" y="32"/>
                </a:lnTo>
                <a:lnTo>
                  <a:pt x="6" y="32"/>
                </a:lnTo>
                <a:lnTo>
                  <a:pt x="10" y="36"/>
                </a:lnTo>
                <a:lnTo>
                  <a:pt x="12" y="26"/>
                </a:lnTo>
                <a:lnTo>
                  <a:pt x="22" y="18"/>
                </a:lnTo>
                <a:close/>
                <a:moveTo>
                  <a:pt x="6" y="32"/>
                </a:moveTo>
                <a:lnTo>
                  <a:pt x="6" y="32"/>
                </a:lnTo>
                <a:lnTo>
                  <a:pt x="4" y="30"/>
                </a:lnTo>
                <a:lnTo>
                  <a:pt x="6" y="28"/>
                </a:lnTo>
                <a:lnTo>
                  <a:pt x="8" y="30"/>
                </a:lnTo>
                <a:lnTo>
                  <a:pt x="6" y="32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379" name="Freeform 60">
            <a:extLst xmlns:a="http://schemas.openxmlformats.org/drawingml/2006/main">
              <a:ext uri="{FF2B5EF4-FFF2-40B4-BE49-F238E27FC236}">
                <a16:creationId xmlns:a16="http://schemas.microsoft.com/office/drawing/2014/main" id="{613DB3FE-56FB-4A8E-9C6F-3929301FB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8446" y="292966"/>
            <a:ext cx="17519" cy="29646"/>
          </a:xfrm>
          <a:custGeom xmlns:a="http://schemas.openxmlformats.org/drawingml/2006/main">
            <a:rect l="0" t="0" r="r" b="b"/>
            <a:pathLst>
              <a:path w="22" h="36">
                <a:moveTo>
                  <a:pt x="22" y="18"/>
                </a:moveTo>
                <a:lnTo>
                  <a:pt x="22" y="18"/>
                </a:lnTo>
                <a:lnTo>
                  <a:pt x="22" y="16"/>
                </a:lnTo>
                <a:lnTo>
                  <a:pt x="20" y="16"/>
                </a:lnTo>
                <a:lnTo>
                  <a:pt x="16" y="18"/>
                </a:lnTo>
                <a:lnTo>
                  <a:pt x="16" y="16"/>
                </a:lnTo>
                <a:lnTo>
                  <a:pt x="18" y="16"/>
                </a:lnTo>
                <a:lnTo>
                  <a:pt x="18" y="14"/>
                </a:lnTo>
                <a:lnTo>
                  <a:pt x="18" y="12"/>
                </a:lnTo>
                <a:lnTo>
                  <a:pt x="20" y="8"/>
                </a:lnTo>
                <a:lnTo>
                  <a:pt x="22" y="4"/>
                </a:lnTo>
                <a:lnTo>
                  <a:pt x="20" y="2"/>
                </a:lnTo>
                <a:lnTo>
                  <a:pt x="18" y="0"/>
                </a:lnTo>
                <a:lnTo>
                  <a:pt x="16" y="2"/>
                </a:lnTo>
                <a:lnTo>
                  <a:pt x="16" y="6"/>
                </a:lnTo>
                <a:lnTo>
                  <a:pt x="14" y="12"/>
                </a:lnTo>
                <a:lnTo>
                  <a:pt x="0" y="14"/>
                </a:lnTo>
                <a:lnTo>
                  <a:pt x="0" y="16"/>
                </a:lnTo>
                <a:lnTo>
                  <a:pt x="8" y="18"/>
                </a:lnTo>
                <a:lnTo>
                  <a:pt x="12" y="18"/>
                </a:lnTo>
                <a:lnTo>
                  <a:pt x="10" y="22"/>
                </a:lnTo>
                <a:lnTo>
                  <a:pt x="6" y="24"/>
                </a:lnTo>
                <a:lnTo>
                  <a:pt x="4" y="26"/>
                </a:lnTo>
                <a:lnTo>
                  <a:pt x="0" y="30"/>
                </a:lnTo>
                <a:lnTo>
                  <a:pt x="2" y="32"/>
                </a:lnTo>
                <a:lnTo>
                  <a:pt x="4" y="32"/>
                </a:lnTo>
                <a:lnTo>
                  <a:pt x="6" y="32"/>
                </a:lnTo>
                <a:lnTo>
                  <a:pt x="10" y="36"/>
                </a:lnTo>
                <a:lnTo>
                  <a:pt x="12" y="26"/>
                </a:lnTo>
                <a:lnTo>
                  <a:pt x="22" y="18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380" name="Freeform 61">
            <a:extLst xmlns:a="http://schemas.openxmlformats.org/drawingml/2006/main">
              <a:ext uri="{FF2B5EF4-FFF2-40B4-BE49-F238E27FC236}">
                <a16:creationId xmlns:a16="http://schemas.microsoft.com/office/drawing/2014/main" id="{2594019B-399E-4132-8385-646DF5870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1632" y="316024"/>
            <a:ext cx="3185" cy="3294"/>
          </a:xfrm>
          <a:custGeom xmlns:a="http://schemas.openxmlformats.org/drawingml/2006/main">
            <a:rect l="0" t="0" r="r" b="b"/>
            <a:pathLst>
              <a:path w="4" h="4">
                <a:moveTo>
                  <a:pt x="2" y="4"/>
                </a:moveTo>
                <a:lnTo>
                  <a:pt x="2" y="4"/>
                </a:lnTo>
                <a:lnTo>
                  <a:pt x="0" y="2"/>
                </a:lnTo>
                <a:lnTo>
                  <a:pt x="2" y="0"/>
                </a:lnTo>
                <a:lnTo>
                  <a:pt x="4" y="2"/>
                </a:lnTo>
                <a:lnTo>
                  <a:pt x="2" y="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381" name="Freeform 62">
            <a:extLst xmlns:a="http://schemas.openxmlformats.org/drawingml/2006/main">
              <a:ext uri="{FF2B5EF4-FFF2-40B4-BE49-F238E27FC236}">
                <a16:creationId xmlns:a16="http://schemas.microsoft.com/office/drawing/2014/main" id="{0B03BB2F-52A3-4E2D-A0D7-14CD20D94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6410" y="292966"/>
            <a:ext cx="20705" cy="34587"/>
          </a:xfrm>
          <a:custGeom xmlns:a="http://schemas.openxmlformats.org/drawingml/2006/main">
            <a:rect l="0" t="0" r="r" b="b"/>
            <a:pathLst>
              <a:path w="26" h="42">
                <a:moveTo>
                  <a:pt x="10" y="16"/>
                </a:moveTo>
                <a:lnTo>
                  <a:pt x="10" y="16"/>
                </a:lnTo>
                <a:lnTo>
                  <a:pt x="14" y="18"/>
                </a:lnTo>
                <a:lnTo>
                  <a:pt x="12" y="20"/>
                </a:lnTo>
                <a:lnTo>
                  <a:pt x="12" y="24"/>
                </a:lnTo>
                <a:lnTo>
                  <a:pt x="12" y="26"/>
                </a:lnTo>
                <a:lnTo>
                  <a:pt x="16" y="24"/>
                </a:lnTo>
                <a:lnTo>
                  <a:pt x="14" y="30"/>
                </a:lnTo>
                <a:lnTo>
                  <a:pt x="10" y="26"/>
                </a:lnTo>
                <a:lnTo>
                  <a:pt x="8" y="24"/>
                </a:lnTo>
                <a:lnTo>
                  <a:pt x="4" y="22"/>
                </a:lnTo>
                <a:lnTo>
                  <a:pt x="4" y="24"/>
                </a:lnTo>
                <a:lnTo>
                  <a:pt x="6" y="24"/>
                </a:lnTo>
                <a:lnTo>
                  <a:pt x="10" y="26"/>
                </a:lnTo>
                <a:lnTo>
                  <a:pt x="12" y="32"/>
                </a:lnTo>
                <a:lnTo>
                  <a:pt x="8" y="34"/>
                </a:lnTo>
                <a:lnTo>
                  <a:pt x="4" y="34"/>
                </a:lnTo>
                <a:lnTo>
                  <a:pt x="0" y="34"/>
                </a:lnTo>
                <a:lnTo>
                  <a:pt x="4" y="36"/>
                </a:lnTo>
                <a:lnTo>
                  <a:pt x="14" y="34"/>
                </a:lnTo>
                <a:lnTo>
                  <a:pt x="16" y="38"/>
                </a:lnTo>
                <a:lnTo>
                  <a:pt x="18" y="40"/>
                </a:lnTo>
                <a:lnTo>
                  <a:pt x="22" y="42"/>
                </a:lnTo>
                <a:lnTo>
                  <a:pt x="26" y="42"/>
                </a:lnTo>
                <a:lnTo>
                  <a:pt x="22" y="36"/>
                </a:lnTo>
                <a:lnTo>
                  <a:pt x="18" y="34"/>
                </a:lnTo>
                <a:lnTo>
                  <a:pt x="16" y="32"/>
                </a:lnTo>
                <a:lnTo>
                  <a:pt x="20" y="24"/>
                </a:lnTo>
                <a:lnTo>
                  <a:pt x="18" y="22"/>
                </a:lnTo>
                <a:lnTo>
                  <a:pt x="16" y="20"/>
                </a:lnTo>
                <a:lnTo>
                  <a:pt x="18" y="18"/>
                </a:lnTo>
                <a:lnTo>
                  <a:pt x="20" y="18"/>
                </a:lnTo>
                <a:lnTo>
                  <a:pt x="22" y="16"/>
                </a:lnTo>
                <a:lnTo>
                  <a:pt x="24" y="14"/>
                </a:lnTo>
                <a:lnTo>
                  <a:pt x="22" y="10"/>
                </a:lnTo>
                <a:lnTo>
                  <a:pt x="24" y="4"/>
                </a:lnTo>
                <a:lnTo>
                  <a:pt x="24" y="2"/>
                </a:lnTo>
                <a:lnTo>
                  <a:pt x="20" y="0"/>
                </a:lnTo>
                <a:lnTo>
                  <a:pt x="20" y="2"/>
                </a:lnTo>
                <a:lnTo>
                  <a:pt x="20" y="8"/>
                </a:lnTo>
                <a:lnTo>
                  <a:pt x="18" y="10"/>
                </a:lnTo>
                <a:lnTo>
                  <a:pt x="16" y="12"/>
                </a:lnTo>
                <a:lnTo>
                  <a:pt x="10" y="12"/>
                </a:lnTo>
                <a:lnTo>
                  <a:pt x="10" y="14"/>
                </a:lnTo>
                <a:lnTo>
                  <a:pt x="10" y="16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382" name="Freeform 63">
            <a:extLst xmlns:a="http://schemas.openxmlformats.org/drawingml/2006/main">
              <a:ext uri="{FF2B5EF4-FFF2-40B4-BE49-F238E27FC236}">
                <a16:creationId xmlns:a16="http://schemas.microsoft.com/office/drawing/2014/main" id="{77AF59E3-857E-41B6-A168-CE5445DF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6410" y="292966"/>
            <a:ext cx="20705" cy="34587"/>
          </a:xfrm>
          <a:custGeom xmlns:a="http://schemas.openxmlformats.org/drawingml/2006/main">
            <a:rect l="0" t="0" r="r" b="b"/>
            <a:pathLst>
              <a:path w="26" h="42">
                <a:moveTo>
                  <a:pt x="10" y="16"/>
                </a:moveTo>
                <a:lnTo>
                  <a:pt x="10" y="16"/>
                </a:lnTo>
                <a:lnTo>
                  <a:pt x="14" y="18"/>
                </a:lnTo>
                <a:lnTo>
                  <a:pt x="12" y="20"/>
                </a:lnTo>
                <a:lnTo>
                  <a:pt x="12" y="24"/>
                </a:lnTo>
                <a:lnTo>
                  <a:pt x="12" y="26"/>
                </a:lnTo>
                <a:lnTo>
                  <a:pt x="16" y="24"/>
                </a:lnTo>
                <a:lnTo>
                  <a:pt x="14" y="30"/>
                </a:lnTo>
                <a:lnTo>
                  <a:pt x="10" y="26"/>
                </a:lnTo>
                <a:lnTo>
                  <a:pt x="8" y="24"/>
                </a:lnTo>
                <a:lnTo>
                  <a:pt x="4" y="22"/>
                </a:lnTo>
                <a:lnTo>
                  <a:pt x="4" y="24"/>
                </a:lnTo>
                <a:lnTo>
                  <a:pt x="6" y="24"/>
                </a:lnTo>
                <a:lnTo>
                  <a:pt x="10" y="26"/>
                </a:lnTo>
                <a:lnTo>
                  <a:pt x="12" y="32"/>
                </a:lnTo>
                <a:lnTo>
                  <a:pt x="8" y="34"/>
                </a:lnTo>
                <a:lnTo>
                  <a:pt x="4" y="34"/>
                </a:lnTo>
                <a:lnTo>
                  <a:pt x="0" y="34"/>
                </a:lnTo>
                <a:lnTo>
                  <a:pt x="4" y="36"/>
                </a:lnTo>
                <a:lnTo>
                  <a:pt x="14" y="34"/>
                </a:lnTo>
                <a:lnTo>
                  <a:pt x="16" y="38"/>
                </a:lnTo>
                <a:lnTo>
                  <a:pt x="18" y="40"/>
                </a:lnTo>
                <a:lnTo>
                  <a:pt x="22" y="42"/>
                </a:lnTo>
                <a:lnTo>
                  <a:pt x="26" y="42"/>
                </a:lnTo>
                <a:lnTo>
                  <a:pt x="22" y="36"/>
                </a:lnTo>
                <a:lnTo>
                  <a:pt x="18" y="34"/>
                </a:lnTo>
                <a:lnTo>
                  <a:pt x="16" y="32"/>
                </a:lnTo>
                <a:lnTo>
                  <a:pt x="20" y="24"/>
                </a:lnTo>
                <a:lnTo>
                  <a:pt x="18" y="22"/>
                </a:lnTo>
                <a:lnTo>
                  <a:pt x="16" y="20"/>
                </a:lnTo>
                <a:lnTo>
                  <a:pt x="18" y="18"/>
                </a:lnTo>
                <a:lnTo>
                  <a:pt x="20" y="18"/>
                </a:lnTo>
                <a:lnTo>
                  <a:pt x="22" y="16"/>
                </a:lnTo>
                <a:lnTo>
                  <a:pt x="24" y="14"/>
                </a:lnTo>
                <a:lnTo>
                  <a:pt x="22" y="10"/>
                </a:lnTo>
                <a:lnTo>
                  <a:pt x="24" y="4"/>
                </a:lnTo>
                <a:lnTo>
                  <a:pt x="24" y="2"/>
                </a:lnTo>
                <a:lnTo>
                  <a:pt x="20" y="0"/>
                </a:lnTo>
                <a:lnTo>
                  <a:pt x="20" y="2"/>
                </a:lnTo>
                <a:lnTo>
                  <a:pt x="20" y="8"/>
                </a:lnTo>
                <a:lnTo>
                  <a:pt x="18" y="10"/>
                </a:lnTo>
                <a:lnTo>
                  <a:pt x="16" y="12"/>
                </a:lnTo>
                <a:lnTo>
                  <a:pt x="10" y="12"/>
                </a:lnTo>
                <a:lnTo>
                  <a:pt x="10" y="14"/>
                </a:lnTo>
                <a:lnTo>
                  <a:pt x="10" y="1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383" name="Freeform 64">
            <a:extLst xmlns:a="http://schemas.openxmlformats.org/drawingml/2006/main">
              <a:ext uri="{FF2B5EF4-FFF2-40B4-BE49-F238E27FC236}">
                <a16:creationId xmlns:a16="http://schemas.microsoft.com/office/drawing/2014/main" id="{18F4E2A0-168C-4099-A8AD-736FE5384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820" y="309436"/>
            <a:ext cx="20705" cy="29646"/>
          </a:xfrm>
          <a:custGeom xmlns:a="http://schemas.openxmlformats.org/drawingml/2006/main">
            <a:rect l="0" t="0" r="r" b="b"/>
            <a:pathLst>
              <a:path w="26" h="36">
                <a:moveTo>
                  <a:pt x="14" y="18"/>
                </a:moveTo>
                <a:lnTo>
                  <a:pt x="14" y="18"/>
                </a:lnTo>
                <a:lnTo>
                  <a:pt x="14" y="16"/>
                </a:lnTo>
                <a:lnTo>
                  <a:pt x="20" y="16"/>
                </a:lnTo>
                <a:lnTo>
                  <a:pt x="22" y="16"/>
                </a:lnTo>
                <a:lnTo>
                  <a:pt x="24" y="16"/>
                </a:lnTo>
                <a:lnTo>
                  <a:pt x="26" y="12"/>
                </a:lnTo>
                <a:lnTo>
                  <a:pt x="24" y="10"/>
                </a:lnTo>
                <a:lnTo>
                  <a:pt x="24" y="8"/>
                </a:lnTo>
                <a:lnTo>
                  <a:pt x="24" y="4"/>
                </a:lnTo>
                <a:lnTo>
                  <a:pt x="24" y="2"/>
                </a:lnTo>
                <a:lnTo>
                  <a:pt x="24" y="0"/>
                </a:lnTo>
                <a:lnTo>
                  <a:pt x="20" y="4"/>
                </a:lnTo>
                <a:lnTo>
                  <a:pt x="14" y="8"/>
                </a:lnTo>
                <a:lnTo>
                  <a:pt x="8" y="6"/>
                </a:lnTo>
                <a:lnTo>
                  <a:pt x="4" y="6"/>
                </a:lnTo>
                <a:lnTo>
                  <a:pt x="4" y="10"/>
                </a:lnTo>
                <a:lnTo>
                  <a:pt x="8" y="14"/>
                </a:lnTo>
                <a:lnTo>
                  <a:pt x="4" y="16"/>
                </a:lnTo>
                <a:lnTo>
                  <a:pt x="0" y="20"/>
                </a:lnTo>
                <a:lnTo>
                  <a:pt x="2" y="22"/>
                </a:lnTo>
                <a:lnTo>
                  <a:pt x="4" y="26"/>
                </a:lnTo>
                <a:lnTo>
                  <a:pt x="6" y="24"/>
                </a:lnTo>
                <a:lnTo>
                  <a:pt x="8" y="24"/>
                </a:lnTo>
                <a:lnTo>
                  <a:pt x="10" y="18"/>
                </a:lnTo>
                <a:lnTo>
                  <a:pt x="12" y="18"/>
                </a:lnTo>
                <a:lnTo>
                  <a:pt x="16" y="22"/>
                </a:lnTo>
                <a:lnTo>
                  <a:pt x="14" y="26"/>
                </a:lnTo>
                <a:lnTo>
                  <a:pt x="12" y="30"/>
                </a:lnTo>
                <a:lnTo>
                  <a:pt x="12" y="36"/>
                </a:lnTo>
                <a:lnTo>
                  <a:pt x="14" y="36"/>
                </a:lnTo>
                <a:lnTo>
                  <a:pt x="18" y="34"/>
                </a:lnTo>
                <a:lnTo>
                  <a:pt x="20" y="32"/>
                </a:lnTo>
                <a:lnTo>
                  <a:pt x="20" y="26"/>
                </a:lnTo>
                <a:lnTo>
                  <a:pt x="18" y="22"/>
                </a:lnTo>
                <a:lnTo>
                  <a:pt x="14" y="18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384" name="Freeform 65">
            <a:extLst xmlns:a="http://schemas.openxmlformats.org/drawingml/2006/main">
              <a:ext uri="{FF2B5EF4-FFF2-40B4-BE49-F238E27FC236}">
                <a16:creationId xmlns:a16="http://schemas.microsoft.com/office/drawing/2014/main" id="{9EF493BE-33E5-4E98-9740-2CDA335A4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820" y="309436"/>
            <a:ext cx="20705" cy="29646"/>
          </a:xfrm>
          <a:custGeom xmlns:a="http://schemas.openxmlformats.org/drawingml/2006/main">
            <a:rect l="0" t="0" r="r" b="b"/>
            <a:pathLst>
              <a:path w="26" h="36">
                <a:moveTo>
                  <a:pt x="14" y="18"/>
                </a:moveTo>
                <a:lnTo>
                  <a:pt x="14" y="18"/>
                </a:lnTo>
                <a:lnTo>
                  <a:pt x="14" y="16"/>
                </a:lnTo>
                <a:lnTo>
                  <a:pt x="20" y="16"/>
                </a:lnTo>
                <a:lnTo>
                  <a:pt x="22" y="16"/>
                </a:lnTo>
                <a:lnTo>
                  <a:pt x="24" y="16"/>
                </a:lnTo>
                <a:lnTo>
                  <a:pt x="26" y="12"/>
                </a:lnTo>
                <a:lnTo>
                  <a:pt x="24" y="10"/>
                </a:lnTo>
                <a:lnTo>
                  <a:pt x="24" y="8"/>
                </a:lnTo>
                <a:lnTo>
                  <a:pt x="24" y="4"/>
                </a:lnTo>
                <a:lnTo>
                  <a:pt x="24" y="2"/>
                </a:lnTo>
                <a:lnTo>
                  <a:pt x="24" y="0"/>
                </a:lnTo>
                <a:lnTo>
                  <a:pt x="20" y="4"/>
                </a:lnTo>
                <a:lnTo>
                  <a:pt x="14" y="8"/>
                </a:lnTo>
                <a:lnTo>
                  <a:pt x="8" y="6"/>
                </a:lnTo>
                <a:lnTo>
                  <a:pt x="4" y="6"/>
                </a:lnTo>
                <a:lnTo>
                  <a:pt x="4" y="10"/>
                </a:lnTo>
                <a:lnTo>
                  <a:pt x="8" y="14"/>
                </a:lnTo>
                <a:lnTo>
                  <a:pt x="4" y="16"/>
                </a:lnTo>
                <a:lnTo>
                  <a:pt x="0" y="20"/>
                </a:lnTo>
                <a:lnTo>
                  <a:pt x="2" y="22"/>
                </a:lnTo>
                <a:lnTo>
                  <a:pt x="4" y="26"/>
                </a:lnTo>
                <a:lnTo>
                  <a:pt x="6" y="24"/>
                </a:lnTo>
                <a:lnTo>
                  <a:pt x="8" y="24"/>
                </a:lnTo>
                <a:lnTo>
                  <a:pt x="10" y="18"/>
                </a:lnTo>
                <a:lnTo>
                  <a:pt x="12" y="18"/>
                </a:lnTo>
                <a:lnTo>
                  <a:pt x="16" y="22"/>
                </a:lnTo>
                <a:lnTo>
                  <a:pt x="14" y="26"/>
                </a:lnTo>
                <a:lnTo>
                  <a:pt x="12" y="30"/>
                </a:lnTo>
                <a:lnTo>
                  <a:pt x="12" y="36"/>
                </a:lnTo>
                <a:lnTo>
                  <a:pt x="14" y="36"/>
                </a:lnTo>
                <a:lnTo>
                  <a:pt x="18" y="34"/>
                </a:lnTo>
                <a:lnTo>
                  <a:pt x="20" y="32"/>
                </a:lnTo>
                <a:lnTo>
                  <a:pt x="20" y="26"/>
                </a:lnTo>
                <a:lnTo>
                  <a:pt x="18" y="22"/>
                </a:lnTo>
                <a:lnTo>
                  <a:pt x="14" y="18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385" name="Freeform 66">
            <a:extLst xmlns:a="http://schemas.openxmlformats.org/drawingml/2006/main">
              <a:ext uri="{FF2B5EF4-FFF2-40B4-BE49-F238E27FC236}">
                <a16:creationId xmlns:a16="http://schemas.microsoft.com/office/drawing/2014/main" id="{529B9A69-2CB3-408A-8641-C6DD5F853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2859" y="334142"/>
            <a:ext cx="30261" cy="29646"/>
          </a:xfrm>
          <a:custGeom xmlns:a="http://schemas.openxmlformats.org/drawingml/2006/main">
            <a:rect l="0" t="0" r="r" b="b"/>
            <a:pathLst>
              <a:path w="38" h="36">
                <a:moveTo>
                  <a:pt x="32" y="26"/>
                </a:moveTo>
                <a:lnTo>
                  <a:pt x="32" y="26"/>
                </a:lnTo>
                <a:lnTo>
                  <a:pt x="32" y="22"/>
                </a:lnTo>
                <a:lnTo>
                  <a:pt x="30" y="20"/>
                </a:lnTo>
                <a:lnTo>
                  <a:pt x="28" y="18"/>
                </a:lnTo>
                <a:lnTo>
                  <a:pt x="30" y="16"/>
                </a:lnTo>
                <a:lnTo>
                  <a:pt x="34" y="18"/>
                </a:lnTo>
                <a:lnTo>
                  <a:pt x="38" y="16"/>
                </a:lnTo>
                <a:lnTo>
                  <a:pt x="38" y="12"/>
                </a:lnTo>
                <a:lnTo>
                  <a:pt x="36" y="10"/>
                </a:lnTo>
                <a:lnTo>
                  <a:pt x="32" y="8"/>
                </a:lnTo>
                <a:lnTo>
                  <a:pt x="30" y="4"/>
                </a:lnTo>
                <a:lnTo>
                  <a:pt x="26" y="6"/>
                </a:lnTo>
                <a:lnTo>
                  <a:pt x="24" y="6"/>
                </a:lnTo>
                <a:lnTo>
                  <a:pt x="26" y="4"/>
                </a:lnTo>
                <a:lnTo>
                  <a:pt x="28" y="2"/>
                </a:lnTo>
                <a:lnTo>
                  <a:pt x="28" y="0"/>
                </a:lnTo>
                <a:lnTo>
                  <a:pt x="24" y="2"/>
                </a:lnTo>
                <a:lnTo>
                  <a:pt x="20" y="4"/>
                </a:lnTo>
                <a:lnTo>
                  <a:pt x="18" y="6"/>
                </a:lnTo>
                <a:lnTo>
                  <a:pt x="20" y="10"/>
                </a:lnTo>
                <a:lnTo>
                  <a:pt x="22" y="10"/>
                </a:lnTo>
                <a:lnTo>
                  <a:pt x="22" y="8"/>
                </a:lnTo>
                <a:lnTo>
                  <a:pt x="24" y="8"/>
                </a:lnTo>
                <a:lnTo>
                  <a:pt x="26" y="6"/>
                </a:lnTo>
                <a:lnTo>
                  <a:pt x="28" y="6"/>
                </a:lnTo>
                <a:lnTo>
                  <a:pt x="26" y="10"/>
                </a:lnTo>
                <a:lnTo>
                  <a:pt x="26" y="14"/>
                </a:lnTo>
                <a:lnTo>
                  <a:pt x="22" y="12"/>
                </a:lnTo>
                <a:lnTo>
                  <a:pt x="16" y="10"/>
                </a:lnTo>
                <a:lnTo>
                  <a:pt x="10" y="10"/>
                </a:lnTo>
                <a:lnTo>
                  <a:pt x="8" y="10"/>
                </a:lnTo>
                <a:lnTo>
                  <a:pt x="10" y="8"/>
                </a:lnTo>
                <a:lnTo>
                  <a:pt x="12" y="6"/>
                </a:lnTo>
                <a:lnTo>
                  <a:pt x="8" y="8"/>
                </a:lnTo>
                <a:lnTo>
                  <a:pt x="0" y="10"/>
                </a:lnTo>
                <a:lnTo>
                  <a:pt x="0" y="14"/>
                </a:lnTo>
                <a:lnTo>
                  <a:pt x="0" y="16"/>
                </a:lnTo>
                <a:lnTo>
                  <a:pt x="6" y="12"/>
                </a:lnTo>
                <a:lnTo>
                  <a:pt x="12" y="12"/>
                </a:lnTo>
                <a:lnTo>
                  <a:pt x="18" y="14"/>
                </a:lnTo>
                <a:lnTo>
                  <a:pt x="14" y="14"/>
                </a:lnTo>
                <a:lnTo>
                  <a:pt x="10" y="16"/>
                </a:lnTo>
                <a:lnTo>
                  <a:pt x="10" y="18"/>
                </a:lnTo>
                <a:lnTo>
                  <a:pt x="10" y="20"/>
                </a:lnTo>
                <a:lnTo>
                  <a:pt x="12" y="18"/>
                </a:lnTo>
                <a:lnTo>
                  <a:pt x="16" y="18"/>
                </a:lnTo>
                <a:lnTo>
                  <a:pt x="20" y="20"/>
                </a:lnTo>
                <a:lnTo>
                  <a:pt x="18" y="20"/>
                </a:lnTo>
                <a:lnTo>
                  <a:pt x="16" y="20"/>
                </a:lnTo>
                <a:lnTo>
                  <a:pt x="16" y="22"/>
                </a:lnTo>
                <a:lnTo>
                  <a:pt x="16" y="24"/>
                </a:lnTo>
                <a:lnTo>
                  <a:pt x="10" y="20"/>
                </a:lnTo>
                <a:lnTo>
                  <a:pt x="6" y="18"/>
                </a:lnTo>
                <a:lnTo>
                  <a:pt x="4" y="18"/>
                </a:lnTo>
                <a:lnTo>
                  <a:pt x="4" y="22"/>
                </a:lnTo>
                <a:lnTo>
                  <a:pt x="8" y="24"/>
                </a:lnTo>
                <a:lnTo>
                  <a:pt x="10" y="26"/>
                </a:lnTo>
                <a:lnTo>
                  <a:pt x="14" y="28"/>
                </a:lnTo>
                <a:lnTo>
                  <a:pt x="8" y="32"/>
                </a:lnTo>
                <a:lnTo>
                  <a:pt x="6" y="30"/>
                </a:lnTo>
                <a:lnTo>
                  <a:pt x="2" y="28"/>
                </a:lnTo>
                <a:lnTo>
                  <a:pt x="0" y="28"/>
                </a:lnTo>
                <a:lnTo>
                  <a:pt x="4" y="36"/>
                </a:lnTo>
                <a:lnTo>
                  <a:pt x="6" y="36"/>
                </a:lnTo>
                <a:lnTo>
                  <a:pt x="10" y="34"/>
                </a:lnTo>
                <a:lnTo>
                  <a:pt x="16" y="28"/>
                </a:lnTo>
                <a:lnTo>
                  <a:pt x="18" y="32"/>
                </a:lnTo>
                <a:lnTo>
                  <a:pt x="20" y="32"/>
                </a:lnTo>
                <a:lnTo>
                  <a:pt x="22" y="28"/>
                </a:lnTo>
                <a:lnTo>
                  <a:pt x="20" y="26"/>
                </a:lnTo>
                <a:lnTo>
                  <a:pt x="18" y="24"/>
                </a:lnTo>
                <a:lnTo>
                  <a:pt x="22" y="24"/>
                </a:lnTo>
                <a:lnTo>
                  <a:pt x="24" y="22"/>
                </a:lnTo>
                <a:lnTo>
                  <a:pt x="28" y="28"/>
                </a:lnTo>
                <a:lnTo>
                  <a:pt x="30" y="28"/>
                </a:lnTo>
                <a:lnTo>
                  <a:pt x="32" y="26"/>
                </a:lnTo>
                <a:close/>
                <a:moveTo>
                  <a:pt x="32" y="10"/>
                </a:moveTo>
                <a:lnTo>
                  <a:pt x="32" y="10"/>
                </a:lnTo>
                <a:lnTo>
                  <a:pt x="36" y="10"/>
                </a:lnTo>
                <a:lnTo>
                  <a:pt x="36" y="12"/>
                </a:lnTo>
                <a:lnTo>
                  <a:pt x="28" y="14"/>
                </a:lnTo>
                <a:lnTo>
                  <a:pt x="28" y="12"/>
                </a:lnTo>
                <a:lnTo>
                  <a:pt x="30" y="10"/>
                </a:lnTo>
                <a:lnTo>
                  <a:pt x="32" y="10"/>
                </a:lnTo>
                <a:close/>
                <a:moveTo>
                  <a:pt x="26" y="20"/>
                </a:moveTo>
                <a:lnTo>
                  <a:pt x="26" y="20"/>
                </a:lnTo>
                <a:lnTo>
                  <a:pt x="20" y="16"/>
                </a:lnTo>
                <a:lnTo>
                  <a:pt x="18" y="16"/>
                </a:lnTo>
                <a:lnTo>
                  <a:pt x="20" y="16"/>
                </a:lnTo>
                <a:lnTo>
                  <a:pt x="22" y="16"/>
                </a:lnTo>
                <a:lnTo>
                  <a:pt x="26" y="16"/>
                </a:lnTo>
                <a:lnTo>
                  <a:pt x="30" y="22"/>
                </a:lnTo>
                <a:lnTo>
                  <a:pt x="28" y="22"/>
                </a:lnTo>
                <a:lnTo>
                  <a:pt x="26" y="20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386" name="Freeform 67">
            <a:extLst xmlns:a="http://schemas.openxmlformats.org/drawingml/2006/main">
              <a:ext uri="{FF2B5EF4-FFF2-40B4-BE49-F238E27FC236}">
                <a16:creationId xmlns:a16="http://schemas.microsoft.com/office/drawing/2014/main" id="{64E5AAD8-A1B8-4958-B7F1-7C7EE5D1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2859" y="334142"/>
            <a:ext cx="30261" cy="29646"/>
          </a:xfrm>
          <a:custGeom xmlns:a="http://schemas.openxmlformats.org/drawingml/2006/main">
            <a:rect l="0" t="0" r="r" b="b"/>
            <a:pathLst>
              <a:path w="38" h="36">
                <a:moveTo>
                  <a:pt x="32" y="26"/>
                </a:moveTo>
                <a:lnTo>
                  <a:pt x="32" y="26"/>
                </a:lnTo>
                <a:lnTo>
                  <a:pt x="32" y="22"/>
                </a:lnTo>
                <a:lnTo>
                  <a:pt x="30" y="20"/>
                </a:lnTo>
                <a:lnTo>
                  <a:pt x="28" y="18"/>
                </a:lnTo>
                <a:lnTo>
                  <a:pt x="30" y="16"/>
                </a:lnTo>
                <a:lnTo>
                  <a:pt x="34" y="18"/>
                </a:lnTo>
                <a:lnTo>
                  <a:pt x="38" y="16"/>
                </a:lnTo>
                <a:lnTo>
                  <a:pt x="38" y="12"/>
                </a:lnTo>
                <a:lnTo>
                  <a:pt x="36" y="10"/>
                </a:lnTo>
                <a:lnTo>
                  <a:pt x="32" y="8"/>
                </a:lnTo>
                <a:lnTo>
                  <a:pt x="30" y="4"/>
                </a:lnTo>
                <a:lnTo>
                  <a:pt x="26" y="6"/>
                </a:lnTo>
                <a:lnTo>
                  <a:pt x="24" y="6"/>
                </a:lnTo>
                <a:lnTo>
                  <a:pt x="26" y="4"/>
                </a:lnTo>
                <a:lnTo>
                  <a:pt x="28" y="2"/>
                </a:lnTo>
                <a:lnTo>
                  <a:pt x="28" y="0"/>
                </a:lnTo>
                <a:lnTo>
                  <a:pt x="24" y="2"/>
                </a:lnTo>
                <a:lnTo>
                  <a:pt x="20" y="4"/>
                </a:lnTo>
                <a:lnTo>
                  <a:pt x="18" y="6"/>
                </a:lnTo>
                <a:lnTo>
                  <a:pt x="20" y="10"/>
                </a:lnTo>
                <a:lnTo>
                  <a:pt x="22" y="10"/>
                </a:lnTo>
                <a:lnTo>
                  <a:pt x="22" y="8"/>
                </a:lnTo>
                <a:lnTo>
                  <a:pt x="24" y="8"/>
                </a:lnTo>
                <a:lnTo>
                  <a:pt x="26" y="6"/>
                </a:lnTo>
                <a:lnTo>
                  <a:pt x="28" y="6"/>
                </a:lnTo>
                <a:lnTo>
                  <a:pt x="26" y="10"/>
                </a:lnTo>
                <a:lnTo>
                  <a:pt x="26" y="14"/>
                </a:lnTo>
                <a:lnTo>
                  <a:pt x="22" y="12"/>
                </a:lnTo>
                <a:lnTo>
                  <a:pt x="16" y="10"/>
                </a:lnTo>
                <a:lnTo>
                  <a:pt x="10" y="10"/>
                </a:lnTo>
                <a:lnTo>
                  <a:pt x="8" y="10"/>
                </a:lnTo>
                <a:lnTo>
                  <a:pt x="10" y="8"/>
                </a:lnTo>
                <a:lnTo>
                  <a:pt x="12" y="6"/>
                </a:lnTo>
                <a:lnTo>
                  <a:pt x="8" y="8"/>
                </a:lnTo>
                <a:lnTo>
                  <a:pt x="0" y="10"/>
                </a:lnTo>
                <a:lnTo>
                  <a:pt x="0" y="14"/>
                </a:lnTo>
                <a:lnTo>
                  <a:pt x="0" y="16"/>
                </a:lnTo>
                <a:lnTo>
                  <a:pt x="6" y="12"/>
                </a:lnTo>
                <a:lnTo>
                  <a:pt x="12" y="12"/>
                </a:lnTo>
                <a:lnTo>
                  <a:pt x="18" y="14"/>
                </a:lnTo>
                <a:lnTo>
                  <a:pt x="14" y="14"/>
                </a:lnTo>
                <a:lnTo>
                  <a:pt x="10" y="16"/>
                </a:lnTo>
                <a:lnTo>
                  <a:pt x="10" y="18"/>
                </a:lnTo>
                <a:lnTo>
                  <a:pt x="10" y="20"/>
                </a:lnTo>
                <a:lnTo>
                  <a:pt x="12" y="18"/>
                </a:lnTo>
                <a:lnTo>
                  <a:pt x="16" y="18"/>
                </a:lnTo>
                <a:lnTo>
                  <a:pt x="20" y="20"/>
                </a:lnTo>
                <a:lnTo>
                  <a:pt x="18" y="20"/>
                </a:lnTo>
                <a:lnTo>
                  <a:pt x="16" y="20"/>
                </a:lnTo>
                <a:lnTo>
                  <a:pt x="16" y="22"/>
                </a:lnTo>
                <a:lnTo>
                  <a:pt x="16" y="24"/>
                </a:lnTo>
                <a:lnTo>
                  <a:pt x="10" y="20"/>
                </a:lnTo>
                <a:lnTo>
                  <a:pt x="6" y="18"/>
                </a:lnTo>
                <a:lnTo>
                  <a:pt x="4" y="18"/>
                </a:lnTo>
                <a:lnTo>
                  <a:pt x="4" y="22"/>
                </a:lnTo>
                <a:lnTo>
                  <a:pt x="8" y="24"/>
                </a:lnTo>
                <a:lnTo>
                  <a:pt x="10" y="26"/>
                </a:lnTo>
                <a:lnTo>
                  <a:pt x="14" y="28"/>
                </a:lnTo>
                <a:lnTo>
                  <a:pt x="8" y="32"/>
                </a:lnTo>
                <a:lnTo>
                  <a:pt x="6" y="30"/>
                </a:lnTo>
                <a:lnTo>
                  <a:pt x="2" y="28"/>
                </a:lnTo>
                <a:lnTo>
                  <a:pt x="0" y="28"/>
                </a:lnTo>
                <a:lnTo>
                  <a:pt x="4" y="36"/>
                </a:lnTo>
                <a:lnTo>
                  <a:pt x="6" y="36"/>
                </a:lnTo>
                <a:lnTo>
                  <a:pt x="10" y="34"/>
                </a:lnTo>
                <a:lnTo>
                  <a:pt x="16" y="28"/>
                </a:lnTo>
                <a:lnTo>
                  <a:pt x="18" y="32"/>
                </a:lnTo>
                <a:lnTo>
                  <a:pt x="20" y="32"/>
                </a:lnTo>
                <a:lnTo>
                  <a:pt x="22" y="28"/>
                </a:lnTo>
                <a:lnTo>
                  <a:pt x="20" y="26"/>
                </a:lnTo>
                <a:lnTo>
                  <a:pt x="18" y="24"/>
                </a:lnTo>
                <a:lnTo>
                  <a:pt x="22" y="24"/>
                </a:lnTo>
                <a:lnTo>
                  <a:pt x="24" y="22"/>
                </a:lnTo>
                <a:lnTo>
                  <a:pt x="28" y="28"/>
                </a:lnTo>
                <a:lnTo>
                  <a:pt x="30" y="28"/>
                </a:lnTo>
                <a:lnTo>
                  <a:pt x="32" y="2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387" name="Freeform 68">
            <a:extLst xmlns:a="http://schemas.openxmlformats.org/drawingml/2006/main">
              <a:ext uri="{FF2B5EF4-FFF2-40B4-BE49-F238E27FC236}">
                <a16:creationId xmlns:a16="http://schemas.microsoft.com/office/drawing/2014/main" id="{4962DA4A-8315-476F-8DB2-A4BA06011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157" y="342377"/>
            <a:ext cx="6370" cy="3294"/>
          </a:xfrm>
          <a:custGeom xmlns:a="http://schemas.openxmlformats.org/drawingml/2006/main">
            <a:rect l="0" t="0" r="r" b="b"/>
            <a:pathLst>
              <a:path w="8" h="4">
                <a:moveTo>
                  <a:pt x="4" y="0"/>
                </a:moveTo>
                <a:lnTo>
                  <a:pt x="4" y="0"/>
                </a:lnTo>
                <a:lnTo>
                  <a:pt x="8" y="0"/>
                </a:lnTo>
                <a:lnTo>
                  <a:pt x="8" y="2"/>
                </a:lnTo>
                <a:lnTo>
                  <a:pt x="0" y="4"/>
                </a:lnTo>
                <a:lnTo>
                  <a:pt x="0" y="2"/>
                </a:lnTo>
                <a:lnTo>
                  <a:pt x="2" y="0"/>
                </a:lnTo>
                <a:lnTo>
                  <a:pt x="4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388" name="Freeform 69">
            <a:extLst xmlns:a="http://schemas.openxmlformats.org/drawingml/2006/main">
              <a:ext uri="{FF2B5EF4-FFF2-40B4-BE49-F238E27FC236}">
                <a16:creationId xmlns:a16="http://schemas.microsoft.com/office/drawing/2014/main" id="{E0D4082F-F9A5-4955-930C-5F32E919F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7194" y="347318"/>
            <a:ext cx="9556" cy="4941"/>
          </a:xfrm>
          <a:custGeom xmlns:a="http://schemas.openxmlformats.org/drawingml/2006/main">
            <a:rect l="0" t="0" r="r" b="b"/>
            <a:pathLst>
              <a:path w="12" h="6">
                <a:moveTo>
                  <a:pt x="8" y="4"/>
                </a:moveTo>
                <a:lnTo>
                  <a:pt x="8" y="4"/>
                </a:lnTo>
                <a:lnTo>
                  <a:pt x="2" y="0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8" y="0"/>
                </a:lnTo>
                <a:lnTo>
                  <a:pt x="12" y="6"/>
                </a:lnTo>
                <a:lnTo>
                  <a:pt x="10" y="6"/>
                </a:lnTo>
                <a:lnTo>
                  <a:pt x="8" y="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389" name="Freeform 70">
            <a:extLst xmlns:a="http://schemas.openxmlformats.org/drawingml/2006/main">
              <a:ext uri="{FF2B5EF4-FFF2-40B4-BE49-F238E27FC236}">
                <a16:creationId xmlns:a16="http://schemas.microsoft.com/office/drawing/2014/main" id="{D0AB62A9-F395-42BF-A386-AE723B2FF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7219" y="456021"/>
            <a:ext cx="31853" cy="55998"/>
          </a:xfrm>
          <a:custGeom xmlns:a="http://schemas.openxmlformats.org/drawingml/2006/main">
            <a:rect l="0" t="0" r="r" b="b"/>
            <a:pathLst>
              <a:path w="40" h="68">
                <a:moveTo>
                  <a:pt x="2" y="24"/>
                </a:moveTo>
                <a:lnTo>
                  <a:pt x="2" y="24"/>
                </a:lnTo>
                <a:lnTo>
                  <a:pt x="8" y="24"/>
                </a:lnTo>
                <a:lnTo>
                  <a:pt x="18" y="24"/>
                </a:lnTo>
                <a:lnTo>
                  <a:pt x="18" y="28"/>
                </a:lnTo>
                <a:lnTo>
                  <a:pt x="14" y="28"/>
                </a:lnTo>
                <a:lnTo>
                  <a:pt x="10" y="30"/>
                </a:lnTo>
                <a:lnTo>
                  <a:pt x="6" y="34"/>
                </a:lnTo>
                <a:lnTo>
                  <a:pt x="2" y="40"/>
                </a:lnTo>
                <a:lnTo>
                  <a:pt x="2" y="42"/>
                </a:lnTo>
                <a:lnTo>
                  <a:pt x="4" y="42"/>
                </a:lnTo>
                <a:lnTo>
                  <a:pt x="6" y="38"/>
                </a:lnTo>
                <a:lnTo>
                  <a:pt x="14" y="32"/>
                </a:lnTo>
                <a:lnTo>
                  <a:pt x="18" y="30"/>
                </a:lnTo>
                <a:lnTo>
                  <a:pt x="18" y="34"/>
                </a:lnTo>
                <a:lnTo>
                  <a:pt x="18" y="38"/>
                </a:lnTo>
                <a:lnTo>
                  <a:pt x="14" y="40"/>
                </a:lnTo>
                <a:lnTo>
                  <a:pt x="10" y="44"/>
                </a:lnTo>
                <a:lnTo>
                  <a:pt x="6" y="52"/>
                </a:lnTo>
                <a:lnTo>
                  <a:pt x="4" y="58"/>
                </a:lnTo>
                <a:lnTo>
                  <a:pt x="4" y="62"/>
                </a:lnTo>
                <a:lnTo>
                  <a:pt x="6" y="62"/>
                </a:lnTo>
                <a:lnTo>
                  <a:pt x="8" y="54"/>
                </a:lnTo>
                <a:lnTo>
                  <a:pt x="10" y="50"/>
                </a:lnTo>
                <a:lnTo>
                  <a:pt x="14" y="46"/>
                </a:lnTo>
                <a:lnTo>
                  <a:pt x="18" y="42"/>
                </a:lnTo>
                <a:lnTo>
                  <a:pt x="18" y="50"/>
                </a:lnTo>
                <a:lnTo>
                  <a:pt x="18" y="68"/>
                </a:lnTo>
                <a:lnTo>
                  <a:pt x="20" y="68"/>
                </a:lnTo>
                <a:lnTo>
                  <a:pt x="22" y="66"/>
                </a:lnTo>
                <a:lnTo>
                  <a:pt x="22" y="50"/>
                </a:lnTo>
                <a:lnTo>
                  <a:pt x="22" y="42"/>
                </a:lnTo>
                <a:lnTo>
                  <a:pt x="26" y="44"/>
                </a:lnTo>
                <a:lnTo>
                  <a:pt x="30" y="52"/>
                </a:lnTo>
                <a:lnTo>
                  <a:pt x="34" y="60"/>
                </a:lnTo>
                <a:lnTo>
                  <a:pt x="36" y="60"/>
                </a:lnTo>
                <a:lnTo>
                  <a:pt x="36" y="54"/>
                </a:lnTo>
                <a:lnTo>
                  <a:pt x="34" y="50"/>
                </a:lnTo>
                <a:lnTo>
                  <a:pt x="30" y="44"/>
                </a:lnTo>
                <a:lnTo>
                  <a:pt x="22" y="38"/>
                </a:lnTo>
                <a:lnTo>
                  <a:pt x="22" y="30"/>
                </a:lnTo>
                <a:lnTo>
                  <a:pt x="26" y="32"/>
                </a:lnTo>
                <a:lnTo>
                  <a:pt x="30" y="34"/>
                </a:lnTo>
                <a:lnTo>
                  <a:pt x="36" y="42"/>
                </a:lnTo>
                <a:lnTo>
                  <a:pt x="38" y="42"/>
                </a:lnTo>
                <a:lnTo>
                  <a:pt x="40" y="40"/>
                </a:lnTo>
                <a:lnTo>
                  <a:pt x="30" y="30"/>
                </a:lnTo>
                <a:lnTo>
                  <a:pt x="22" y="28"/>
                </a:lnTo>
                <a:lnTo>
                  <a:pt x="22" y="24"/>
                </a:lnTo>
                <a:lnTo>
                  <a:pt x="24" y="24"/>
                </a:lnTo>
                <a:lnTo>
                  <a:pt x="32" y="20"/>
                </a:lnTo>
                <a:lnTo>
                  <a:pt x="36" y="16"/>
                </a:lnTo>
                <a:lnTo>
                  <a:pt x="34" y="10"/>
                </a:lnTo>
                <a:lnTo>
                  <a:pt x="30" y="6"/>
                </a:lnTo>
                <a:lnTo>
                  <a:pt x="24" y="2"/>
                </a:lnTo>
                <a:lnTo>
                  <a:pt x="16" y="0"/>
                </a:lnTo>
                <a:lnTo>
                  <a:pt x="14" y="2"/>
                </a:lnTo>
                <a:lnTo>
                  <a:pt x="14" y="4"/>
                </a:lnTo>
                <a:lnTo>
                  <a:pt x="18" y="6"/>
                </a:lnTo>
                <a:lnTo>
                  <a:pt x="24" y="6"/>
                </a:lnTo>
                <a:lnTo>
                  <a:pt x="28" y="10"/>
                </a:lnTo>
                <a:lnTo>
                  <a:pt x="32" y="14"/>
                </a:lnTo>
                <a:lnTo>
                  <a:pt x="30" y="16"/>
                </a:lnTo>
                <a:lnTo>
                  <a:pt x="22" y="20"/>
                </a:lnTo>
                <a:lnTo>
                  <a:pt x="22" y="18"/>
                </a:lnTo>
                <a:lnTo>
                  <a:pt x="22" y="14"/>
                </a:lnTo>
                <a:lnTo>
                  <a:pt x="20" y="10"/>
                </a:lnTo>
                <a:lnTo>
                  <a:pt x="12" y="8"/>
                </a:lnTo>
                <a:lnTo>
                  <a:pt x="2" y="8"/>
                </a:lnTo>
                <a:lnTo>
                  <a:pt x="0" y="10"/>
                </a:lnTo>
                <a:lnTo>
                  <a:pt x="0" y="12"/>
                </a:lnTo>
                <a:lnTo>
                  <a:pt x="2" y="12"/>
                </a:lnTo>
                <a:lnTo>
                  <a:pt x="8" y="12"/>
                </a:lnTo>
                <a:lnTo>
                  <a:pt x="16" y="12"/>
                </a:lnTo>
                <a:lnTo>
                  <a:pt x="18" y="16"/>
                </a:lnTo>
                <a:lnTo>
                  <a:pt x="18" y="20"/>
                </a:lnTo>
                <a:lnTo>
                  <a:pt x="2" y="20"/>
                </a:lnTo>
                <a:lnTo>
                  <a:pt x="0" y="20"/>
                </a:lnTo>
                <a:lnTo>
                  <a:pt x="2" y="24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390" name="Freeform 71">
            <a:extLst xmlns:a="http://schemas.openxmlformats.org/drawingml/2006/main">
              <a:ext uri="{FF2B5EF4-FFF2-40B4-BE49-F238E27FC236}">
                <a16:creationId xmlns:a16="http://schemas.microsoft.com/office/drawing/2014/main" id="{EF0BA02D-0BD8-4406-9118-752E9C366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7219" y="456021"/>
            <a:ext cx="31853" cy="55998"/>
          </a:xfrm>
          <a:custGeom xmlns:a="http://schemas.openxmlformats.org/drawingml/2006/main">
            <a:rect l="0" t="0" r="r" b="b"/>
            <a:pathLst>
              <a:path w="40" h="68">
                <a:moveTo>
                  <a:pt x="2" y="24"/>
                </a:moveTo>
                <a:lnTo>
                  <a:pt x="2" y="24"/>
                </a:lnTo>
                <a:lnTo>
                  <a:pt x="8" y="24"/>
                </a:lnTo>
                <a:lnTo>
                  <a:pt x="18" y="24"/>
                </a:lnTo>
                <a:lnTo>
                  <a:pt x="18" y="28"/>
                </a:lnTo>
                <a:lnTo>
                  <a:pt x="14" y="28"/>
                </a:lnTo>
                <a:lnTo>
                  <a:pt x="10" y="30"/>
                </a:lnTo>
                <a:lnTo>
                  <a:pt x="6" y="34"/>
                </a:lnTo>
                <a:lnTo>
                  <a:pt x="2" y="40"/>
                </a:lnTo>
                <a:lnTo>
                  <a:pt x="2" y="42"/>
                </a:lnTo>
                <a:lnTo>
                  <a:pt x="4" y="42"/>
                </a:lnTo>
                <a:lnTo>
                  <a:pt x="6" y="38"/>
                </a:lnTo>
                <a:lnTo>
                  <a:pt x="14" y="32"/>
                </a:lnTo>
                <a:lnTo>
                  <a:pt x="18" y="30"/>
                </a:lnTo>
                <a:lnTo>
                  <a:pt x="18" y="34"/>
                </a:lnTo>
                <a:lnTo>
                  <a:pt x="18" y="38"/>
                </a:lnTo>
                <a:lnTo>
                  <a:pt x="14" y="40"/>
                </a:lnTo>
                <a:lnTo>
                  <a:pt x="10" y="44"/>
                </a:lnTo>
                <a:lnTo>
                  <a:pt x="6" y="52"/>
                </a:lnTo>
                <a:lnTo>
                  <a:pt x="4" y="58"/>
                </a:lnTo>
                <a:lnTo>
                  <a:pt x="4" y="62"/>
                </a:lnTo>
                <a:lnTo>
                  <a:pt x="6" y="62"/>
                </a:lnTo>
                <a:lnTo>
                  <a:pt x="8" y="54"/>
                </a:lnTo>
                <a:lnTo>
                  <a:pt x="10" y="50"/>
                </a:lnTo>
                <a:lnTo>
                  <a:pt x="14" y="46"/>
                </a:lnTo>
                <a:lnTo>
                  <a:pt x="18" y="42"/>
                </a:lnTo>
                <a:lnTo>
                  <a:pt x="18" y="50"/>
                </a:lnTo>
                <a:lnTo>
                  <a:pt x="18" y="68"/>
                </a:lnTo>
                <a:lnTo>
                  <a:pt x="20" y="68"/>
                </a:lnTo>
                <a:lnTo>
                  <a:pt x="22" y="66"/>
                </a:lnTo>
                <a:lnTo>
                  <a:pt x="22" y="50"/>
                </a:lnTo>
                <a:lnTo>
                  <a:pt x="22" y="42"/>
                </a:lnTo>
                <a:lnTo>
                  <a:pt x="26" y="44"/>
                </a:lnTo>
                <a:lnTo>
                  <a:pt x="30" y="52"/>
                </a:lnTo>
                <a:lnTo>
                  <a:pt x="34" y="60"/>
                </a:lnTo>
                <a:lnTo>
                  <a:pt x="36" y="60"/>
                </a:lnTo>
                <a:lnTo>
                  <a:pt x="36" y="54"/>
                </a:lnTo>
                <a:lnTo>
                  <a:pt x="34" y="50"/>
                </a:lnTo>
                <a:lnTo>
                  <a:pt x="30" y="44"/>
                </a:lnTo>
                <a:lnTo>
                  <a:pt x="22" y="38"/>
                </a:lnTo>
                <a:lnTo>
                  <a:pt x="22" y="30"/>
                </a:lnTo>
                <a:lnTo>
                  <a:pt x="26" y="32"/>
                </a:lnTo>
                <a:lnTo>
                  <a:pt x="30" y="34"/>
                </a:lnTo>
                <a:lnTo>
                  <a:pt x="36" y="42"/>
                </a:lnTo>
                <a:lnTo>
                  <a:pt x="38" y="42"/>
                </a:lnTo>
                <a:lnTo>
                  <a:pt x="40" y="40"/>
                </a:lnTo>
                <a:lnTo>
                  <a:pt x="30" y="30"/>
                </a:lnTo>
                <a:lnTo>
                  <a:pt x="22" y="28"/>
                </a:lnTo>
                <a:lnTo>
                  <a:pt x="22" y="24"/>
                </a:lnTo>
                <a:lnTo>
                  <a:pt x="24" y="24"/>
                </a:lnTo>
                <a:lnTo>
                  <a:pt x="32" y="20"/>
                </a:lnTo>
                <a:lnTo>
                  <a:pt x="36" y="16"/>
                </a:lnTo>
                <a:lnTo>
                  <a:pt x="34" y="10"/>
                </a:lnTo>
                <a:lnTo>
                  <a:pt x="30" y="6"/>
                </a:lnTo>
                <a:lnTo>
                  <a:pt x="24" y="2"/>
                </a:lnTo>
                <a:lnTo>
                  <a:pt x="16" y="0"/>
                </a:lnTo>
                <a:lnTo>
                  <a:pt x="14" y="2"/>
                </a:lnTo>
                <a:lnTo>
                  <a:pt x="14" y="4"/>
                </a:lnTo>
                <a:lnTo>
                  <a:pt x="18" y="6"/>
                </a:lnTo>
                <a:lnTo>
                  <a:pt x="24" y="6"/>
                </a:lnTo>
                <a:lnTo>
                  <a:pt x="28" y="10"/>
                </a:lnTo>
                <a:lnTo>
                  <a:pt x="32" y="14"/>
                </a:lnTo>
                <a:lnTo>
                  <a:pt x="30" y="16"/>
                </a:lnTo>
                <a:lnTo>
                  <a:pt x="22" y="20"/>
                </a:lnTo>
                <a:lnTo>
                  <a:pt x="22" y="18"/>
                </a:lnTo>
                <a:lnTo>
                  <a:pt x="22" y="14"/>
                </a:lnTo>
                <a:lnTo>
                  <a:pt x="20" y="10"/>
                </a:lnTo>
                <a:lnTo>
                  <a:pt x="12" y="8"/>
                </a:lnTo>
                <a:lnTo>
                  <a:pt x="2" y="8"/>
                </a:lnTo>
                <a:lnTo>
                  <a:pt x="0" y="10"/>
                </a:lnTo>
                <a:lnTo>
                  <a:pt x="0" y="12"/>
                </a:lnTo>
                <a:lnTo>
                  <a:pt x="2" y="12"/>
                </a:lnTo>
                <a:lnTo>
                  <a:pt x="8" y="12"/>
                </a:lnTo>
                <a:lnTo>
                  <a:pt x="16" y="12"/>
                </a:lnTo>
                <a:lnTo>
                  <a:pt x="18" y="16"/>
                </a:lnTo>
                <a:lnTo>
                  <a:pt x="18" y="20"/>
                </a:lnTo>
                <a:lnTo>
                  <a:pt x="2" y="20"/>
                </a:lnTo>
                <a:lnTo>
                  <a:pt x="0" y="20"/>
                </a:lnTo>
                <a:lnTo>
                  <a:pt x="2" y="2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391" name="Freeform 72">
            <a:extLst xmlns:a="http://schemas.openxmlformats.org/drawingml/2006/main">
              <a:ext uri="{FF2B5EF4-FFF2-40B4-BE49-F238E27FC236}">
                <a16:creationId xmlns:a16="http://schemas.microsoft.com/office/drawing/2014/main" id="{3DCC2364-C5B4-4794-A7F0-21BB6279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5444" y="480726"/>
            <a:ext cx="22297" cy="31293"/>
          </a:xfrm>
          <a:custGeom xmlns:a="http://schemas.openxmlformats.org/drawingml/2006/main">
            <a:rect l="0" t="0" r="r" b="b"/>
            <a:pathLst>
              <a:path w="28" h="38">
                <a:moveTo>
                  <a:pt x="24" y="0"/>
                </a:moveTo>
                <a:lnTo>
                  <a:pt x="24" y="0"/>
                </a:lnTo>
                <a:lnTo>
                  <a:pt x="14" y="0"/>
                </a:lnTo>
                <a:lnTo>
                  <a:pt x="6" y="0"/>
                </a:lnTo>
                <a:lnTo>
                  <a:pt x="2" y="2"/>
                </a:lnTo>
                <a:lnTo>
                  <a:pt x="0" y="4"/>
                </a:lnTo>
                <a:lnTo>
                  <a:pt x="2" y="18"/>
                </a:lnTo>
                <a:lnTo>
                  <a:pt x="2" y="20"/>
                </a:lnTo>
                <a:lnTo>
                  <a:pt x="6" y="20"/>
                </a:lnTo>
                <a:lnTo>
                  <a:pt x="6" y="22"/>
                </a:lnTo>
                <a:lnTo>
                  <a:pt x="4" y="28"/>
                </a:lnTo>
                <a:lnTo>
                  <a:pt x="2" y="34"/>
                </a:lnTo>
                <a:lnTo>
                  <a:pt x="0" y="36"/>
                </a:lnTo>
                <a:lnTo>
                  <a:pt x="2" y="38"/>
                </a:lnTo>
                <a:lnTo>
                  <a:pt x="4" y="38"/>
                </a:lnTo>
                <a:lnTo>
                  <a:pt x="8" y="30"/>
                </a:lnTo>
                <a:lnTo>
                  <a:pt x="10" y="20"/>
                </a:lnTo>
                <a:lnTo>
                  <a:pt x="18" y="20"/>
                </a:lnTo>
                <a:lnTo>
                  <a:pt x="20" y="30"/>
                </a:lnTo>
                <a:lnTo>
                  <a:pt x="24" y="36"/>
                </a:lnTo>
                <a:lnTo>
                  <a:pt x="26" y="38"/>
                </a:lnTo>
                <a:lnTo>
                  <a:pt x="28" y="38"/>
                </a:lnTo>
                <a:lnTo>
                  <a:pt x="26" y="34"/>
                </a:lnTo>
                <a:lnTo>
                  <a:pt x="24" y="28"/>
                </a:lnTo>
                <a:lnTo>
                  <a:pt x="22" y="20"/>
                </a:lnTo>
                <a:lnTo>
                  <a:pt x="26" y="20"/>
                </a:lnTo>
                <a:lnTo>
                  <a:pt x="26" y="18"/>
                </a:lnTo>
                <a:lnTo>
                  <a:pt x="28" y="8"/>
                </a:lnTo>
                <a:lnTo>
                  <a:pt x="26" y="4"/>
                </a:lnTo>
                <a:lnTo>
                  <a:pt x="26" y="2"/>
                </a:lnTo>
                <a:lnTo>
                  <a:pt x="24" y="0"/>
                </a:lnTo>
                <a:close/>
                <a:moveTo>
                  <a:pt x="6" y="4"/>
                </a:moveTo>
                <a:lnTo>
                  <a:pt x="6" y="4"/>
                </a:lnTo>
                <a:lnTo>
                  <a:pt x="14" y="2"/>
                </a:lnTo>
                <a:lnTo>
                  <a:pt x="22" y="4"/>
                </a:lnTo>
                <a:lnTo>
                  <a:pt x="24" y="4"/>
                </a:lnTo>
                <a:lnTo>
                  <a:pt x="24" y="6"/>
                </a:lnTo>
                <a:lnTo>
                  <a:pt x="12" y="6"/>
                </a:lnTo>
                <a:lnTo>
                  <a:pt x="4" y="6"/>
                </a:lnTo>
                <a:lnTo>
                  <a:pt x="4" y="4"/>
                </a:lnTo>
                <a:lnTo>
                  <a:pt x="6" y="4"/>
                </a:lnTo>
                <a:close/>
                <a:moveTo>
                  <a:pt x="22" y="18"/>
                </a:moveTo>
                <a:lnTo>
                  <a:pt x="22" y="18"/>
                </a:lnTo>
                <a:lnTo>
                  <a:pt x="6" y="18"/>
                </a:lnTo>
                <a:lnTo>
                  <a:pt x="4" y="16"/>
                </a:lnTo>
                <a:lnTo>
                  <a:pt x="8" y="14"/>
                </a:lnTo>
                <a:lnTo>
                  <a:pt x="12" y="14"/>
                </a:lnTo>
                <a:lnTo>
                  <a:pt x="18" y="14"/>
                </a:lnTo>
                <a:lnTo>
                  <a:pt x="24" y="14"/>
                </a:lnTo>
                <a:lnTo>
                  <a:pt x="24" y="16"/>
                </a:lnTo>
                <a:lnTo>
                  <a:pt x="22" y="18"/>
                </a:lnTo>
                <a:close/>
                <a:moveTo>
                  <a:pt x="24" y="12"/>
                </a:moveTo>
                <a:lnTo>
                  <a:pt x="24" y="12"/>
                </a:lnTo>
                <a:lnTo>
                  <a:pt x="4" y="12"/>
                </a:lnTo>
                <a:lnTo>
                  <a:pt x="4" y="10"/>
                </a:lnTo>
                <a:lnTo>
                  <a:pt x="12" y="8"/>
                </a:lnTo>
                <a:lnTo>
                  <a:pt x="24" y="10"/>
                </a:lnTo>
                <a:lnTo>
                  <a:pt x="24" y="12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392" name="Freeform 73">
            <a:extLst xmlns:a="http://schemas.openxmlformats.org/drawingml/2006/main">
              <a:ext uri="{FF2B5EF4-FFF2-40B4-BE49-F238E27FC236}">
                <a16:creationId xmlns:a16="http://schemas.microsoft.com/office/drawing/2014/main" id="{5F66C961-488E-4DC1-8FE9-6810D082B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5444" y="480726"/>
            <a:ext cx="22297" cy="31293"/>
          </a:xfrm>
          <a:custGeom xmlns:a="http://schemas.openxmlformats.org/drawingml/2006/main">
            <a:rect l="0" t="0" r="r" b="b"/>
            <a:pathLst>
              <a:path w="28" h="38">
                <a:moveTo>
                  <a:pt x="24" y="0"/>
                </a:moveTo>
                <a:lnTo>
                  <a:pt x="24" y="0"/>
                </a:lnTo>
                <a:lnTo>
                  <a:pt x="14" y="0"/>
                </a:lnTo>
                <a:lnTo>
                  <a:pt x="6" y="0"/>
                </a:lnTo>
                <a:lnTo>
                  <a:pt x="2" y="2"/>
                </a:lnTo>
                <a:lnTo>
                  <a:pt x="0" y="4"/>
                </a:lnTo>
                <a:lnTo>
                  <a:pt x="2" y="18"/>
                </a:lnTo>
                <a:lnTo>
                  <a:pt x="2" y="20"/>
                </a:lnTo>
                <a:lnTo>
                  <a:pt x="6" y="20"/>
                </a:lnTo>
                <a:lnTo>
                  <a:pt x="6" y="22"/>
                </a:lnTo>
                <a:lnTo>
                  <a:pt x="4" y="28"/>
                </a:lnTo>
                <a:lnTo>
                  <a:pt x="2" y="34"/>
                </a:lnTo>
                <a:lnTo>
                  <a:pt x="0" y="36"/>
                </a:lnTo>
                <a:lnTo>
                  <a:pt x="2" y="38"/>
                </a:lnTo>
                <a:lnTo>
                  <a:pt x="4" y="38"/>
                </a:lnTo>
                <a:lnTo>
                  <a:pt x="8" y="30"/>
                </a:lnTo>
                <a:lnTo>
                  <a:pt x="10" y="20"/>
                </a:lnTo>
                <a:lnTo>
                  <a:pt x="18" y="20"/>
                </a:lnTo>
                <a:lnTo>
                  <a:pt x="20" y="30"/>
                </a:lnTo>
                <a:lnTo>
                  <a:pt x="24" y="36"/>
                </a:lnTo>
                <a:lnTo>
                  <a:pt x="26" y="38"/>
                </a:lnTo>
                <a:lnTo>
                  <a:pt x="28" y="38"/>
                </a:lnTo>
                <a:lnTo>
                  <a:pt x="26" y="34"/>
                </a:lnTo>
                <a:lnTo>
                  <a:pt x="24" y="28"/>
                </a:lnTo>
                <a:lnTo>
                  <a:pt x="22" y="20"/>
                </a:lnTo>
                <a:lnTo>
                  <a:pt x="26" y="20"/>
                </a:lnTo>
                <a:lnTo>
                  <a:pt x="26" y="18"/>
                </a:lnTo>
                <a:lnTo>
                  <a:pt x="28" y="8"/>
                </a:lnTo>
                <a:lnTo>
                  <a:pt x="26" y="4"/>
                </a:lnTo>
                <a:lnTo>
                  <a:pt x="26" y="2"/>
                </a:lnTo>
                <a:lnTo>
                  <a:pt x="24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393" name="Freeform 74">
            <a:extLst xmlns:a="http://schemas.openxmlformats.org/drawingml/2006/main">
              <a:ext uri="{FF2B5EF4-FFF2-40B4-BE49-F238E27FC236}">
                <a16:creationId xmlns:a16="http://schemas.microsoft.com/office/drawing/2014/main" id="{AF69F803-C97E-4B66-ACA8-6723188FF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8629" y="482373"/>
            <a:ext cx="15926" cy="3294"/>
          </a:xfrm>
          <a:custGeom xmlns:a="http://schemas.openxmlformats.org/drawingml/2006/main">
            <a:rect l="0" t="0" r="r" b="b"/>
            <a:pathLst>
              <a:path w="20" h="4">
                <a:moveTo>
                  <a:pt x="2" y="2"/>
                </a:moveTo>
                <a:lnTo>
                  <a:pt x="2" y="2"/>
                </a:lnTo>
                <a:lnTo>
                  <a:pt x="10" y="0"/>
                </a:lnTo>
                <a:lnTo>
                  <a:pt x="18" y="2"/>
                </a:lnTo>
                <a:lnTo>
                  <a:pt x="20" y="2"/>
                </a:lnTo>
                <a:lnTo>
                  <a:pt x="20" y="4"/>
                </a:lnTo>
                <a:lnTo>
                  <a:pt x="8" y="4"/>
                </a:lnTo>
                <a:lnTo>
                  <a:pt x="0" y="4"/>
                </a:lnTo>
                <a:lnTo>
                  <a:pt x="0" y="2"/>
                </a:lnTo>
                <a:lnTo>
                  <a:pt x="2" y="2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394" name="Freeform 75">
            <a:extLst xmlns:a="http://schemas.openxmlformats.org/drawingml/2006/main">
              <a:ext uri="{FF2B5EF4-FFF2-40B4-BE49-F238E27FC236}">
                <a16:creationId xmlns:a16="http://schemas.microsoft.com/office/drawing/2014/main" id="{CEACDA04-99B1-4D12-901A-09387A80D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8629" y="492256"/>
            <a:ext cx="15926" cy="3294"/>
          </a:xfrm>
          <a:custGeom xmlns:a="http://schemas.openxmlformats.org/drawingml/2006/main">
            <a:rect l="0" t="0" r="r" b="b"/>
            <a:pathLst>
              <a:path w="20" h="4">
                <a:moveTo>
                  <a:pt x="18" y="4"/>
                </a:moveTo>
                <a:lnTo>
                  <a:pt x="18" y="4"/>
                </a:lnTo>
                <a:lnTo>
                  <a:pt x="2" y="4"/>
                </a:lnTo>
                <a:lnTo>
                  <a:pt x="0" y="2"/>
                </a:lnTo>
                <a:lnTo>
                  <a:pt x="4" y="0"/>
                </a:lnTo>
                <a:lnTo>
                  <a:pt x="8" y="0"/>
                </a:lnTo>
                <a:lnTo>
                  <a:pt x="14" y="0"/>
                </a:lnTo>
                <a:lnTo>
                  <a:pt x="20" y="0"/>
                </a:lnTo>
                <a:lnTo>
                  <a:pt x="20" y="2"/>
                </a:lnTo>
                <a:lnTo>
                  <a:pt x="18" y="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395" name="Freeform 76">
            <a:extLst xmlns:a="http://schemas.openxmlformats.org/drawingml/2006/main">
              <a:ext uri="{FF2B5EF4-FFF2-40B4-BE49-F238E27FC236}">
                <a16:creationId xmlns:a16="http://schemas.microsoft.com/office/drawing/2014/main" id="{E1DA2774-CBDD-48F3-B491-C678C0478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8629" y="487315"/>
            <a:ext cx="15926" cy="3294"/>
          </a:xfrm>
          <a:custGeom xmlns:a="http://schemas.openxmlformats.org/drawingml/2006/main">
            <a:rect l="0" t="0" r="r" b="b"/>
            <a:pathLst>
              <a:path w="20" h="4">
                <a:moveTo>
                  <a:pt x="20" y="4"/>
                </a:moveTo>
                <a:lnTo>
                  <a:pt x="20" y="4"/>
                </a:lnTo>
                <a:lnTo>
                  <a:pt x="0" y="4"/>
                </a:lnTo>
                <a:lnTo>
                  <a:pt x="0" y="2"/>
                </a:lnTo>
                <a:lnTo>
                  <a:pt x="8" y="0"/>
                </a:lnTo>
                <a:lnTo>
                  <a:pt x="20" y="2"/>
                </a:lnTo>
                <a:lnTo>
                  <a:pt x="20" y="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396" name="Freeform 77">
            <a:extLst xmlns:a="http://schemas.openxmlformats.org/drawingml/2006/main">
              <a:ext uri="{FF2B5EF4-FFF2-40B4-BE49-F238E27FC236}">
                <a16:creationId xmlns:a16="http://schemas.microsoft.com/office/drawing/2014/main" id="{ABBB1C43-CE3F-46D7-8AB6-7211F89B6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9073" y="456021"/>
            <a:ext cx="36632" cy="55998"/>
          </a:xfrm>
          <a:custGeom xmlns:a="http://schemas.openxmlformats.org/drawingml/2006/main">
            <a:rect l="0" t="0" r="r" b="b"/>
            <a:pathLst>
              <a:path w="46" h="68">
                <a:moveTo>
                  <a:pt x="0" y="68"/>
                </a:moveTo>
                <a:lnTo>
                  <a:pt x="0" y="68"/>
                </a:lnTo>
                <a:lnTo>
                  <a:pt x="2" y="64"/>
                </a:lnTo>
                <a:lnTo>
                  <a:pt x="4" y="56"/>
                </a:lnTo>
                <a:lnTo>
                  <a:pt x="6" y="42"/>
                </a:lnTo>
                <a:lnTo>
                  <a:pt x="6" y="22"/>
                </a:lnTo>
                <a:lnTo>
                  <a:pt x="8" y="22"/>
                </a:lnTo>
                <a:lnTo>
                  <a:pt x="10" y="26"/>
                </a:lnTo>
                <a:lnTo>
                  <a:pt x="12" y="28"/>
                </a:lnTo>
                <a:lnTo>
                  <a:pt x="16" y="28"/>
                </a:lnTo>
                <a:lnTo>
                  <a:pt x="26" y="28"/>
                </a:lnTo>
                <a:lnTo>
                  <a:pt x="32" y="28"/>
                </a:lnTo>
                <a:lnTo>
                  <a:pt x="34" y="26"/>
                </a:lnTo>
                <a:lnTo>
                  <a:pt x="34" y="22"/>
                </a:lnTo>
                <a:lnTo>
                  <a:pt x="36" y="22"/>
                </a:lnTo>
                <a:lnTo>
                  <a:pt x="38" y="22"/>
                </a:lnTo>
                <a:lnTo>
                  <a:pt x="38" y="44"/>
                </a:lnTo>
                <a:lnTo>
                  <a:pt x="42" y="64"/>
                </a:lnTo>
                <a:lnTo>
                  <a:pt x="44" y="66"/>
                </a:lnTo>
                <a:lnTo>
                  <a:pt x="46" y="62"/>
                </a:lnTo>
                <a:lnTo>
                  <a:pt x="40" y="36"/>
                </a:lnTo>
                <a:lnTo>
                  <a:pt x="40" y="22"/>
                </a:lnTo>
                <a:lnTo>
                  <a:pt x="42" y="14"/>
                </a:lnTo>
                <a:lnTo>
                  <a:pt x="42" y="12"/>
                </a:lnTo>
                <a:lnTo>
                  <a:pt x="42" y="8"/>
                </a:lnTo>
                <a:lnTo>
                  <a:pt x="38" y="6"/>
                </a:lnTo>
                <a:lnTo>
                  <a:pt x="24" y="4"/>
                </a:lnTo>
                <a:lnTo>
                  <a:pt x="22" y="0"/>
                </a:lnTo>
                <a:lnTo>
                  <a:pt x="20" y="0"/>
                </a:lnTo>
                <a:lnTo>
                  <a:pt x="20" y="2"/>
                </a:lnTo>
                <a:lnTo>
                  <a:pt x="18" y="4"/>
                </a:lnTo>
                <a:lnTo>
                  <a:pt x="16" y="4"/>
                </a:lnTo>
                <a:lnTo>
                  <a:pt x="2" y="8"/>
                </a:lnTo>
                <a:lnTo>
                  <a:pt x="0" y="10"/>
                </a:lnTo>
                <a:lnTo>
                  <a:pt x="0" y="12"/>
                </a:lnTo>
                <a:lnTo>
                  <a:pt x="2" y="18"/>
                </a:lnTo>
                <a:lnTo>
                  <a:pt x="2" y="28"/>
                </a:lnTo>
                <a:lnTo>
                  <a:pt x="2" y="38"/>
                </a:lnTo>
                <a:lnTo>
                  <a:pt x="0" y="64"/>
                </a:lnTo>
                <a:lnTo>
                  <a:pt x="0" y="68"/>
                </a:lnTo>
                <a:close/>
                <a:moveTo>
                  <a:pt x="20" y="26"/>
                </a:moveTo>
                <a:lnTo>
                  <a:pt x="18" y="26"/>
                </a:lnTo>
                <a:lnTo>
                  <a:pt x="14" y="26"/>
                </a:lnTo>
                <a:lnTo>
                  <a:pt x="14" y="24"/>
                </a:lnTo>
                <a:lnTo>
                  <a:pt x="12" y="22"/>
                </a:lnTo>
                <a:lnTo>
                  <a:pt x="20" y="22"/>
                </a:lnTo>
                <a:lnTo>
                  <a:pt x="20" y="26"/>
                </a:lnTo>
                <a:close/>
                <a:moveTo>
                  <a:pt x="12" y="18"/>
                </a:moveTo>
                <a:lnTo>
                  <a:pt x="12" y="16"/>
                </a:lnTo>
                <a:lnTo>
                  <a:pt x="12" y="14"/>
                </a:lnTo>
                <a:lnTo>
                  <a:pt x="14" y="14"/>
                </a:lnTo>
                <a:lnTo>
                  <a:pt x="16" y="14"/>
                </a:lnTo>
                <a:lnTo>
                  <a:pt x="20" y="14"/>
                </a:lnTo>
                <a:lnTo>
                  <a:pt x="20" y="18"/>
                </a:lnTo>
                <a:lnTo>
                  <a:pt x="12" y="18"/>
                </a:lnTo>
                <a:close/>
                <a:moveTo>
                  <a:pt x="30" y="24"/>
                </a:moveTo>
                <a:lnTo>
                  <a:pt x="30" y="24"/>
                </a:lnTo>
                <a:lnTo>
                  <a:pt x="28" y="26"/>
                </a:lnTo>
                <a:lnTo>
                  <a:pt x="24" y="26"/>
                </a:lnTo>
                <a:lnTo>
                  <a:pt x="24" y="20"/>
                </a:lnTo>
                <a:lnTo>
                  <a:pt x="30" y="20"/>
                </a:lnTo>
                <a:lnTo>
                  <a:pt x="30" y="24"/>
                </a:lnTo>
                <a:close/>
                <a:moveTo>
                  <a:pt x="32" y="18"/>
                </a:moveTo>
                <a:lnTo>
                  <a:pt x="24" y="18"/>
                </a:lnTo>
                <a:lnTo>
                  <a:pt x="24" y="14"/>
                </a:lnTo>
                <a:lnTo>
                  <a:pt x="26" y="14"/>
                </a:lnTo>
                <a:lnTo>
                  <a:pt x="30" y="14"/>
                </a:lnTo>
                <a:lnTo>
                  <a:pt x="32" y="16"/>
                </a:lnTo>
                <a:lnTo>
                  <a:pt x="32" y="18"/>
                </a:lnTo>
                <a:close/>
                <a:moveTo>
                  <a:pt x="20" y="8"/>
                </a:moveTo>
                <a:lnTo>
                  <a:pt x="20" y="8"/>
                </a:lnTo>
                <a:lnTo>
                  <a:pt x="36" y="8"/>
                </a:lnTo>
                <a:lnTo>
                  <a:pt x="38" y="10"/>
                </a:lnTo>
                <a:lnTo>
                  <a:pt x="38" y="14"/>
                </a:lnTo>
                <a:lnTo>
                  <a:pt x="38" y="18"/>
                </a:lnTo>
                <a:lnTo>
                  <a:pt x="34" y="18"/>
                </a:lnTo>
                <a:lnTo>
                  <a:pt x="34" y="14"/>
                </a:lnTo>
                <a:lnTo>
                  <a:pt x="34" y="12"/>
                </a:lnTo>
                <a:lnTo>
                  <a:pt x="30" y="10"/>
                </a:lnTo>
                <a:lnTo>
                  <a:pt x="12" y="12"/>
                </a:lnTo>
                <a:lnTo>
                  <a:pt x="8" y="12"/>
                </a:lnTo>
                <a:lnTo>
                  <a:pt x="8" y="14"/>
                </a:lnTo>
                <a:lnTo>
                  <a:pt x="8" y="18"/>
                </a:lnTo>
                <a:lnTo>
                  <a:pt x="6" y="18"/>
                </a:lnTo>
                <a:lnTo>
                  <a:pt x="4" y="12"/>
                </a:lnTo>
                <a:lnTo>
                  <a:pt x="4" y="10"/>
                </a:lnTo>
                <a:lnTo>
                  <a:pt x="6" y="10"/>
                </a:lnTo>
                <a:lnTo>
                  <a:pt x="10" y="8"/>
                </a:lnTo>
                <a:lnTo>
                  <a:pt x="20" y="8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397" name="Freeform 78">
            <a:extLst xmlns:a="http://schemas.openxmlformats.org/drawingml/2006/main">
              <a:ext uri="{FF2B5EF4-FFF2-40B4-BE49-F238E27FC236}">
                <a16:creationId xmlns:a16="http://schemas.microsoft.com/office/drawing/2014/main" id="{88BA55CB-D427-4266-8F85-61370B808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9073" y="456021"/>
            <a:ext cx="36632" cy="55998"/>
          </a:xfrm>
          <a:custGeom xmlns:a="http://schemas.openxmlformats.org/drawingml/2006/main">
            <a:rect l="0" t="0" r="r" b="b"/>
            <a:pathLst>
              <a:path w="46" h="68">
                <a:moveTo>
                  <a:pt x="0" y="68"/>
                </a:moveTo>
                <a:lnTo>
                  <a:pt x="0" y="68"/>
                </a:lnTo>
                <a:lnTo>
                  <a:pt x="2" y="64"/>
                </a:lnTo>
                <a:lnTo>
                  <a:pt x="4" y="56"/>
                </a:lnTo>
                <a:lnTo>
                  <a:pt x="6" y="42"/>
                </a:lnTo>
                <a:lnTo>
                  <a:pt x="6" y="22"/>
                </a:lnTo>
                <a:lnTo>
                  <a:pt x="8" y="22"/>
                </a:lnTo>
                <a:lnTo>
                  <a:pt x="10" y="26"/>
                </a:lnTo>
                <a:lnTo>
                  <a:pt x="12" y="28"/>
                </a:lnTo>
                <a:lnTo>
                  <a:pt x="16" y="28"/>
                </a:lnTo>
                <a:lnTo>
                  <a:pt x="26" y="28"/>
                </a:lnTo>
                <a:lnTo>
                  <a:pt x="32" y="28"/>
                </a:lnTo>
                <a:lnTo>
                  <a:pt x="34" y="26"/>
                </a:lnTo>
                <a:lnTo>
                  <a:pt x="34" y="22"/>
                </a:lnTo>
                <a:lnTo>
                  <a:pt x="36" y="22"/>
                </a:lnTo>
                <a:lnTo>
                  <a:pt x="38" y="22"/>
                </a:lnTo>
                <a:lnTo>
                  <a:pt x="38" y="44"/>
                </a:lnTo>
                <a:lnTo>
                  <a:pt x="42" y="64"/>
                </a:lnTo>
                <a:lnTo>
                  <a:pt x="44" y="66"/>
                </a:lnTo>
                <a:lnTo>
                  <a:pt x="46" y="62"/>
                </a:lnTo>
                <a:lnTo>
                  <a:pt x="40" y="36"/>
                </a:lnTo>
                <a:lnTo>
                  <a:pt x="40" y="22"/>
                </a:lnTo>
                <a:lnTo>
                  <a:pt x="42" y="14"/>
                </a:lnTo>
                <a:lnTo>
                  <a:pt x="42" y="12"/>
                </a:lnTo>
                <a:lnTo>
                  <a:pt x="42" y="8"/>
                </a:lnTo>
                <a:lnTo>
                  <a:pt x="38" y="6"/>
                </a:lnTo>
                <a:lnTo>
                  <a:pt x="24" y="4"/>
                </a:lnTo>
                <a:lnTo>
                  <a:pt x="22" y="0"/>
                </a:lnTo>
                <a:lnTo>
                  <a:pt x="20" y="0"/>
                </a:lnTo>
                <a:lnTo>
                  <a:pt x="20" y="2"/>
                </a:lnTo>
                <a:lnTo>
                  <a:pt x="18" y="4"/>
                </a:lnTo>
                <a:lnTo>
                  <a:pt x="16" y="4"/>
                </a:lnTo>
                <a:lnTo>
                  <a:pt x="2" y="8"/>
                </a:lnTo>
                <a:lnTo>
                  <a:pt x="0" y="10"/>
                </a:lnTo>
                <a:lnTo>
                  <a:pt x="0" y="12"/>
                </a:lnTo>
                <a:lnTo>
                  <a:pt x="2" y="18"/>
                </a:lnTo>
                <a:lnTo>
                  <a:pt x="2" y="28"/>
                </a:lnTo>
                <a:lnTo>
                  <a:pt x="2" y="38"/>
                </a:lnTo>
                <a:lnTo>
                  <a:pt x="0" y="64"/>
                </a:lnTo>
                <a:lnTo>
                  <a:pt x="0" y="68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398" name="Freeform 79">
            <a:extLst xmlns:a="http://schemas.openxmlformats.org/drawingml/2006/main">
              <a:ext uri="{FF2B5EF4-FFF2-40B4-BE49-F238E27FC236}">
                <a16:creationId xmlns:a16="http://schemas.microsoft.com/office/drawing/2014/main" id="{DEEBB5BF-D4E2-482A-82E0-8B2EE5F55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8629" y="474138"/>
            <a:ext cx="6370" cy="3294"/>
          </a:xfrm>
          <a:custGeom xmlns:a="http://schemas.openxmlformats.org/drawingml/2006/main">
            <a:rect l="0" t="0" r="r" b="b"/>
            <a:pathLst>
              <a:path w="8" h="4">
                <a:moveTo>
                  <a:pt x="8" y="4"/>
                </a:moveTo>
                <a:lnTo>
                  <a:pt x="6" y="4"/>
                </a:lnTo>
                <a:lnTo>
                  <a:pt x="2" y="4"/>
                </a:lnTo>
                <a:lnTo>
                  <a:pt x="2" y="2"/>
                </a:lnTo>
                <a:lnTo>
                  <a:pt x="0" y="0"/>
                </a:lnTo>
                <a:lnTo>
                  <a:pt x="8" y="0"/>
                </a:lnTo>
                <a:lnTo>
                  <a:pt x="8" y="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399" name="Freeform 80">
            <a:extLst xmlns:a="http://schemas.openxmlformats.org/drawingml/2006/main">
              <a:ext uri="{FF2B5EF4-FFF2-40B4-BE49-F238E27FC236}">
                <a16:creationId xmlns:a16="http://schemas.microsoft.com/office/drawing/2014/main" id="{94D337B0-71C1-433F-BDFD-DE19065BB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8629" y="467550"/>
            <a:ext cx="6370" cy="3294"/>
          </a:xfrm>
          <a:custGeom xmlns:a="http://schemas.openxmlformats.org/drawingml/2006/main">
            <a:rect l="0" t="0" r="r" b="b"/>
            <a:pathLst>
              <a:path w="8" h="4">
                <a:moveTo>
                  <a:pt x="0" y="4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8" y="0"/>
                </a:lnTo>
                <a:lnTo>
                  <a:pt x="8" y="4"/>
                </a:lnTo>
                <a:lnTo>
                  <a:pt x="0" y="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400" name="Freeform 81">
            <a:extLst xmlns:a="http://schemas.openxmlformats.org/drawingml/2006/main">
              <a:ext uri="{FF2B5EF4-FFF2-40B4-BE49-F238E27FC236}">
                <a16:creationId xmlns:a16="http://schemas.microsoft.com/office/drawing/2014/main" id="{2CA54DFD-DD4C-4B1D-8F19-B658A92C0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185" y="472491"/>
            <a:ext cx="4778" cy="4941"/>
          </a:xfrm>
          <a:custGeom xmlns:a="http://schemas.openxmlformats.org/drawingml/2006/main">
            <a:rect l="0" t="0" r="r" b="b"/>
            <a:pathLst>
              <a:path w="6" h="6">
                <a:moveTo>
                  <a:pt x="6" y="4"/>
                </a:moveTo>
                <a:lnTo>
                  <a:pt x="6" y="4"/>
                </a:lnTo>
                <a:lnTo>
                  <a:pt x="4" y="6"/>
                </a:lnTo>
                <a:lnTo>
                  <a:pt x="0" y="6"/>
                </a:lnTo>
                <a:lnTo>
                  <a:pt x="0" y="0"/>
                </a:lnTo>
                <a:lnTo>
                  <a:pt x="6" y="0"/>
                </a:lnTo>
                <a:lnTo>
                  <a:pt x="6" y="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401" name="Freeform 82">
            <a:extLst xmlns:a="http://schemas.openxmlformats.org/drawingml/2006/main">
              <a:ext uri="{FF2B5EF4-FFF2-40B4-BE49-F238E27FC236}">
                <a16:creationId xmlns:a16="http://schemas.microsoft.com/office/drawing/2014/main" id="{DF7F263E-35FB-4DA3-B013-8E3ABC8E8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185" y="467550"/>
            <a:ext cx="6370" cy="3294"/>
          </a:xfrm>
          <a:custGeom xmlns:a="http://schemas.openxmlformats.org/drawingml/2006/main">
            <a:rect l="0" t="0" r="r" b="b"/>
            <a:pathLst>
              <a:path w="8" h="4">
                <a:moveTo>
                  <a:pt x="8" y="4"/>
                </a:moveTo>
                <a:lnTo>
                  <a:pt x="0" y="4"/>
                </a:lnTo>
                <a:lnTo>
                  <a:pt x="0" y="0"/>
                </a:lnTo>
                <a:lnTo>
                  <a:pt x="2" y="0"/>
                </a:lnTo>
                <a:lnTo>
                  <a:pt x="6" y="0"/>
                </a:lnTo>
                <a:lnTo>
                  <a:pt x="8" y="2"/>
                </a:lnTo>
                <a:lnTo>
                  <a:pt x="8" y="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402" name="Freeform 83">
            <a:extLst xmlns:a="http://schemas.openxmlformats.org/drawingml/2006/main">
              <a:ext uri="{FF2B5EF4-FFF2-40B4-BE49-F238E27FC236}">
                <a16:creationId xmlns:a16="http://schemas.microsoft.com/office/drawing/2014/main" id="{D8EEA292-5AC4-414F-9658-716927AAC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2258" y="462609"/>
            <a:ext cx="27075" cy="8235"/>
          </a:xfrm>
          <a:custGeom xmlns:a="http://schemas.openxmlformats.org/drawingml/2006/main">
            <a:rect l="0" t="0" r="r" b="b"/>
            <a:pathLst>
              <a:path w="34" h="10">
                <a:moveTo>
                  <a:pt x="16" y="0"/>
                </a:moveTo>
                <a:lnTo>
                  <a:pt x="16" y="0"/>
                </a:lnTo>
                <a:lnTo>
                  <a:pt x="32" y="0"/>
                </a:lnTo>
                <a:lnTo>
                  <a:pt x="34" y="2"/>
                </a:lnTo>
                <a:lnTo>
                  <a:pt x="34" y="6"/>
                </a:lnTo>
                <a:lnTo>
                  <a:pt x="34" y="10"/>
                </a:lnTo>
                <a:lnTo>
                  <a:pt x="30" y="10"/>
                </a:lnTo>
                <a:lnTo>
                  <a:pt x="30" y="6"/>
                </a:lnTo>
                <a:lnTo>
                  <a:pt x="30" y="4"/>
                </a:lnTo>
                <a:lnTo>
                  <a:pt x="26" y="2"/>
                </a:lnTo>
                <a:lnTo>
                  <a:pt x="8" y="4"/>
                </a:lnTo>
                <a:lnTo>
                  <a:pt x="4" y="4"/>
                </a:lnTo>
                <a:lnTo>
                  <a:pt x="4" y="6"/>
                </a:lnTo>
                <a:lnTo>
                  <a:pt x="4" y="10"/>
                </a:lnTo>
                <a:lnTo>
                  <a:pt x="2" y="10"/>
                </a:lnTo>
                <a:lnTo>
                  <a:pt x="0" y="4"/>
                </a:lnTo>
                <a:lnTo>
                  <a:pt x="0" y="2"/>
                </a:lnTo>
                <a:lnTo>
                  <a:pt x="2" y="2"/>
                </a:lnTo>
                <a:lnTo>
                  <a:pt x="6" y="0"/>
                </a:lnTo>
                <a:lnTo>
                  <a:pt x="16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403" name="Freeform 84">
            <a:extLst xmlns:a="http://schemas.openxmlformats.org/drawingml/2006/main">
              <a:ext uri="{FF2B5EF4-FFF2-40B4-BE49-F238E27FC236}">
                <a16:creationId xmlns:a16="http://schemas.microsoft.com/office/drawing/2014/main" id="{C3F2A1A9-BDAA-48F0-AF0E-5AE17D311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744" y="465903"/>
            <a:ext cx="22297" cy="46116"/>
          </a:xfrm>
          <a:custGeom xmlns:a="http://schemas.openxmlformats.org/drawingml/2006/main">
            <a:rect l="0" t="0" r="r" b="b"/>
            <a:pathLst>
              <a:path w="28" h="56">
                <a:moveTo>
                  <a:pt x="4" y="2"/>
                </a:moveTo>
                <a:lnTo>
                  <a:pt x="4" y="2"/>
                </a:lnTo>
                <a:lnTo>
                  <a:pt x="6" y="2"/>
                </a:lnTo>
                <a:lnTo>
                  <a:pt x="6" y="8"/>
                </a:lnTo>
                <a:lnTo>
                  <a:pt x="8" y="10"/>
                </a:lnTo>
                <a:lnTo>
                  <a:pt x="12" y="14"/>
                </a:lnTo>
                <a:lnTo>
                  <a:pt x="12" y="18"/>
                </a:lnTo>
                <a:lnTo>
                  <a:pt x="10" y="18"/>
                </a:lnTo>
                <a:lnTo>
                  <a:pt x="6" y="14"/>
                </a:lnTo>
                <a:lnTo>
                  <a:pt x="2" y="8"/>
                </a:lnTo>
                <a:lnTo>
                  <a:pt x="2" y="6"/>
                </a:lnTo>
                <a:lnTo>
                  <a:pt x="0" y="8"/>
                </a:lnTo>
                <a:lnTo>
                  <a:pt x="0" y="10"/>
                </a:lnTo>
                <a:lnTo>
                  <a:pt x="2" y="12"/>
                </a:lnTo>
                <a:lnTo>
                  <a:pt x="4" y="18"/>
                </a:lnTo>
                <a:lnTo>
                  <a:pt x="8" y="20"/>
                </a:lnTo>
                <a:lnTo>
                  <a:pt x="12" y="22"/>
                </a:lnTo>
                <a:lnTo>
                  <a:pt x="12" y="24"/>
                </a:lnTo>
                <a:lnTo>
                  <a:pt x="8" y="24"/>
                </a:lnTo>
                <a:lnTo>
                  <a:pt x="4" y="24"/>
                </a:lnTo>
                <a:lnTo>
                  <a:pt x="0" y="26"/>
                </a:lnTo>
                <a:lnTo>
                  <a:pt x="2" y="28"/>
                </a:lnTo>
                <a:lnTo>
                  <a:pt x="6" y="28"/>
                </a:lnTo>
                <a:lnTo>
                  <a:pt x="12" y="28"/>
                </a:lnTo>
                <a:lnTo>
                  <a:pt x="12" y="30"/>
                </a:lnTo>
                <a:lnTo>
                  <a:pt x="6" y="34"/>
                </a:lnTo>
                <a:lnTo>
                  <a:pt x="4" y="36"/>
                </a:lnTo>
                <a:lnTo>
                  <a:pt x="2" y="42"/>
                </a:lnTo>
                <a:lnTo>
                  <a:pt x="0" y="50"/>
                </a:lnTo>
                <a:lnTo>
                  <a:pt x="0" y="52"/>
                </a:lnTo>
                <a:lnTo>
                  <a:pt x="2" y="52"/>
                </a:lnTo>
                <a:lnTo>
                  <a:pt x="4" y="52"/>
                </a:lnTo>
                <a:lnTo>
                  <a:pt x="4" y="50"/>
                </a:lnTo>
                <a:lnTo>
                  <a:pt x="6" y="42"/>
                </a:lnTo>
                <a:lnTo>
                  <a:pt x="8" y="38"/>
                </a:lnTo>
                <a:lnTo>
                  <a:pt x="10" y="34"/>
                </a:lnTo>
                <a:lnTo>
                  <a:pt x="12" y="34"/>
                </a:lnTo>
                <a:lnTo>
                  <a:pt x="12" y="40"/>
                </a:lnTo>
                <a:lnTo>
                  <a:pt x="12" y="54"/>
                </a:lnTo>
                <a:lnTo>
                  <a:pt x="14" y="56"/>
                </a:lnTo>
                <a:lnTo>
                  <a:pt x="16" y="54"/>
                </a:lnTo>
                <a:lnTo>
                  <a:pt x="16" y="46"/>
                </a:lnTo>
                <a:lnTo>
                  <a:pt x="16" y="34"/>
                </a:lnTo>
                <a:lnTo>
                  <a:pt x="18" y="34"/>
                </a:lnTo>
                <a:lnTo>
                  <a:pt x="22" y="42"/>
                </a:lnTo>
                <a:lnTo>
                  <a:pt x="24" y="48"/>
                </a:lnTo>
                <a:lnTo>
                  <a:pt x="24" y="50"/>
                </a:lnTo>
                <a:lnTo>
                  <a:pt x="26" y="52"/>
                </a:lnTo>
                <a:lnTo>
                  <a:pt x="28" y="52"/>
                </a:lnTo>
                <a:lnTo>
                  <a:pt x="28" y="46"/>
                </a:lnTo>
                <a:lnTo>
                  <a:pt x="26" y="40"/>
                </a:lnTo>
                <a:lnTo>
                  <a:pt x="22" y="34"/>
                </a:lnTo>
                <a:lnTo>
                  <a:pt x="20" y="32"/>
                </a:lnTo>
                <a:lnTo>
                  <a:pt x="16" y="30"/>
                </a:lnTo>
                <a:lnTo>
                  <a:pt x="16" y="28"/>
                </a:lnTo>
                <a:lnTo>
                  <a:pt x="24" y="28"/>
                </a:lnTo>
                <a:lnTo>
                  <a:pt x="26" y="28"/>
                </a:lnTo>
                <a:lnTo>
                  <a:pt x="28" y="26"/>
                </a:lnTo>
                <a:lnTo>
                  <a:pt x="26" y="24"/>
                </a:lnTo>
                <a:lnTo>
                  <a:pt x="22" y="24"/>
                </a:lnTo>
                <a:lnTo>
                  <a:pt x="16" y="24"/>
                </a:lnTo>
                <a:lnTo>
                  <a:pt x="16" y="22"/>
                </a:lnTo>
                <a:lnTo>
                  <a:pt x="20" y="20"/>
                </a:lnTo>
                <a:lnTo>
                  <a:pt x="24" y="14"/>
                </a:lnTo>
                <a:lnTo>
                  <a:pt x="26" y="8"/>
                </a:lnTo>
                <a:lnTo>
                  <a:pt x="24" y="8"/>
                </a:lnTo>
                <a:lnTo>
                  <a:pt x="22" y="14"/>
                </a:lnTo>
                <a:lnTo>
                  <a:pt x="18" y="18"/>
                </a:lnTo>
                <a:lnTo>
                  <a:pt x="16" y="18"/>
                </a:lnTo>
                <a:lnTo>
                  <a:pt x="16" y="14"/>
                </a:lnTo>
                <a:lnTo>
                  <a:pt x="18" y="10"/>
                </a:lnTo>
                <a:lnTo>
                  <a:pt x="22" y="2"/>
                </a:lnTo>
                <a:lnTo>
                  <a:pt x="24" y="2"/>
                </a:lnTo>
                <a:lnTo>
                  <a:pt x="26" y="2"/>
                </a:lnTo>
                <a:lnTo>
                  <a:pt x="26" y="0"/>
                </a:lnTo>
                <a:lnTo>
                  <a:pt x="24" y="0"/>
                </a:lnTo>
                <a:lnTo>
                  <a:pt x="6" y="0"/>
                </a:lnTo>
                <a:lnTo>
                  <a:pt x="2" y="0"/>
                </a:lnTo>
                <a:lnTo>
                  <a:pt x="0" y="0"/>
                </a:lnTo>
                <a:lnTo>
                  <a:pt x="0" y="2"/>
                </a:lnTo>
                <a:lnTo>
                  <a:pt x="4" y="2"/>
                </a:lnTo>
                <a:close/>
                <a:moveTo>
                  <a:pt x="18" y="2"/>
                </a:moveTo>
                <a:lnTo>
                  <a:pt x="18" y="2"/>
                </a:lnTo>
                <a:lnTo>
                  <a:pt x="18" y="6"/>
                </a:lnTo>
                <a:lnTo>
                  <a:pt x="16" y="10"/>
                </a:lnTo>
                <a:lnTo>
                  <a:pt x="14" y="12"/>
                </a:lnTo>
                <a:lnTo>
                  <a:pt x="12" y="10"/>
                </a:lnTo>
                <a:lnTo>
                  <a:pt x="10" y="6"/>
                </a:lnTo>
                <a:lnTo>
                  <a:pt x="10" y="2"/>
                </a:lnTo>
                <a:lnTo>
                  <a:pt x="18" y="2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404" name="Freeform 85">
            <a:extLst xmlns:a="http://schemas.openxmlformats.org/drawingml/2006/main">
              <a:ext uri="{FF2B5EF4-FFF2-40B4-BE49-F238E27FC236}">
                <a16:creationId xmlns:a16="http://schemas.microsoft.com/office/drawing/2014/main" id="{AA1B2AFD-7351-4A55-AAC1-59653245D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744" y="465903"/>
            <a:ext cx="22297" cy="46116"/>
          </a:xfrm>
          <a:custGeom xmlns:a="http://schemas.openxmlformats.org/drawingml/2006/main">
            <a:rect l="0" t="0" r="r" b="b"/>
            <a:pathLst>
              <a:path w="28" h="56">
                <a:moveTo>
                  <a:pt x="4" y="2"/>
                </a:moveTo>
                <a:lnTo>
                  <a:pt x="4" y="2"/>
                </a:lnTo>
                <a:lnTo>
                  <a:pt x="6" y="2"/>
                </a:lnTo>
                <a:lnTo>
                  <a:pt x="6" y="8"/>
                </a:lnTo>
                <a:lnTo>
                  <a:pt x="8" y="10"/>
                </a:lnTo>
                <a:lnTo>
                  <a:pt x="12" y="14"/>
                </a:lnTo>
                <a:lnTo>
                  <a:pt x="12" y="18"/>
                </a:lnTo>
                <a:lnTo>
                  <a:pt x="10" y="18"/>
                </a:lnTo>
                <a:lnTo>
                  <a:pt x="6" y="14"/>
                </a:lnTo>
                <a:lnTo>
                  <a:pt x="2" y="8"/>
                </a:lnTo>
                <a:lnTo>
                  <a:pt x="2" y="6"/>
                </a:lnTo>
                <a:lnTo>
                  <a:pt x="0" y="8"/>
                </a:lnTo>
                <a:lnTo>
                  <a:pt x="0" y="10"/>
                </a:lnTo>
                <a:lnTo>
                  <a:pt x="2" y="12"/>
                </a:lnTo>
                <a:lnTo>
                  <a:pt x="4" y="18"/>
                </a:lnTo>
                <a:lnTo>
                  <a:pt x="8" y="20"/>
                </a:lnTo>
                <a:lnTo>
                  <a:pt x="12" y="22"/>
                </a:lnTo>
                <a:lnTo>
                  <a:pt x="12" y="24"/>
                </a:lnTo>
                <a:lnTo>
                  <a:pt x="8" y="24"/>
                </a:lnTo>
                <a:lnTo>
                  <a:pt x="4" y="24"/>
                </a:lnTo>
                <a:lnTo>
                  <a:pt x="0" y="26"/>
                </a:lnTo>
                <a:lnTo>
                  <a:pt x="2" y="28"/>
                </a:lnTo>
                <a:lnTo>
                  <a:pt x="6" y="28"/>
                </a:lnTo>
                <a:lnTo>
                  <a:pt x="12" y="28"/>
                </a:lnTo>
                <a:lnTo>
                  <a:pt x="12" y="30"/>
                </a:lnTo>
                <a:lnTo>
                  <a:pt x="6" y="34"/>
                </a:lnTo>
                <a:lnTo>
                  <a:pt x="4" y="36"/>
                </a:lnTo>
                <a:lnTo>
                  <a:pt x="2" y="42"/>
                </a:lnTo>
                <a:lnTo>
                  <a:pt x="0" y="50"/>
                </a:lnTo>
                <a:lnTo>
                  <a:pt x="0" y="52"/>
                </a:lnTo>
                <a:lnTo>
                  <a:pt x="2" y="52"/>
                </a:lnTo>
                <a:lnTo>
                  <a:pt x="4" y="52"/>
                </a:lnTo>
                <a:lnTo>
                  <a:pt x="4" y="50"/>
                </a:lnTo>
                <a:lnTo>
                  <a:pt x="6" y="42"/>
                </a:lnTo>
                <a:lnTo>
                  <a:pt x="8" y="38"/>
                </a:lnTo>
                <a:lnTo>
                  <a:pt x="10" y="34"/>
                </a:lnTo>
                <a:lnTo>
                  <a:pt x="12" y="34"/>
                </a:lnTo>
                <a:lnTo>
                  <a:pt x="12" y="40"/>
                </a:lnTo>
                <a:lnTo>
                  <a:pt x="12" y="54"/>
                </a:lnTo>
                <a:lnTo>
                  <a:pt x="14" y="56"/>
                </a:lnTo>
                <a:lnTo>
                  <a:pt x="16" y="54"/>
                </a:lnTo>
                <a:lnTo>
                  <a:pt x="16" y="46"/>
                </a:lnTo>
                <a:lnTo>
                  <a:pt x="16" y="34"/>
                </a:lnTo>
                <a:lnTo>
                  <a:pt x="18" y="34"/>
                </a:lnTo>
                <a:lnTo>
                  <a:pt x="22" y="42"/>
                </a:lnTo>
                <a:lnTo>
                  <a:pt x="24" y="48"/>
                </a:lnTo>
                <a:lnTo>
                  <a:pt x="24" y="50"/>
                </a:lnTo>
                <a:lnTo>
                  <a:pt x="26" y="52"/>
                </a:lnTo>
                <a:lnTo>
                  <a:pt x="28" y="52"/>
                </a:lnTo>
                <a:lnTo>
                  <a:pt x="28" y="46"/>
                </a:lnTo>
                <a:lnTo>
                  <a:pt x="26" y="40"/>
                </a:lnTo>
                <a:lnTo>
                  <a:pt x="22" y="34"/>
                </a:lnTo>
                <a:lnTo>
                  <a:pt x="20" y="32"/>
                </a:lnTo>
                <a:lnTo>
                  <a:pt x="16" y="30"/>
                </a:lnTo>
                <a:lnTo>
                  <a:pt x="16" y="28"/>
                </a:lnTo>
                <a:lnTo>
                  <a:pt x="24" y="28"/>
                </a:lnTo>
                <a:lnTo>
                  <a:pt x="26" y="28"/>
                </a:lnTo>
                <a:lnTo>
                  <a:pt x="28" y="26"/>
                </a:lnTo>
                <a:lnTo>
                  <a:pt x="26" y="24"/>
                </a:lnTo>
                <a:lnTo>
                  <a:pt x="22" y="24"/>
                </a:lnTo>
                <a:lnTo>
                  <a:pt x="16" y="24"/>
                </a:lnTo>
                <a:lnTo>
                  <a:pt x="16" y="22"/>
                </a:lnTo>
                <a:lnTo>
                  <a:pt x="20" y="20"/>
                </a:lnTo>
                <a:lnTo>
                  <a:pt x="24" y="14"/>
                </a:lnTo>
                <a:lnTo>
                  <a:pt x="26" y="8"/>
                </a:lnTo>
                <a:lnTo>
                  <a:pt x="24" y="8"/>
                </a:lnTo>
                <a:lnTo>
                  <a:pt x="22" y="14"/>
                </a:lnTo>
                <a:lnTo>
                  <a:pt x="18" y="18"/>
                </a:lnTo>
                <a:lnTo>
                  <a:pt x="16" y="18"/>
                </a:lnTo>
                <a:lnTo>
                  <a:pt x="16" y="14"/>
                </a:lnTo>
                <a:lnTo>
                  <a:pt x="18" y="10"/>
                </a:lnTo>
                <a:lnTo>
                  <a:pt x="22" y="2"/>
                </a:lnTo>
                <a:lnTo>
                  <a:pt x="24" y="2"/>
                </a:lnTo>
                <a:lnTo>
                  <a:pt x="26" y="2"/>
                </a:lnTo>
                <a:lnTo>
                  <a:pt x="26" y="0"/>
                </a:lnTo>
                <a:lnTo>
                  <a:pt x="24" y="0"/>
                </a:lnTo>
                <a:lnTo>
                  <a:pt x="6" y="0"/>
                </a:lnTo>
                <a:lnTo>
                  <a:pt x="2" y="0"/>
                </a:lnTo>
                <a:lnTo>
                  <a:pt x="0" y="0"/>
                </a:lnTo>
                <a:lnTo>
                  <a:pt x="0" y="2"/>
                </a:lnTo>
                <a:lnTo>
                  <a:pt x="4" y="2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405" name="Freeform 86">
            <a:extLst xmlns:a="http://schemas.openxmlformats.org/drawingml/2006/main">
              <a:ext uri="{FF2B5EF4-FFF2-40B4-BE49-F238E27FC236}">
                <a16:creationId xmlns:a16="http://schemas.microsoft.com/office/drawing/2014/main" id="{EE2E536E-619B-4853-AB67-367721CC4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8708" y="467550"/>
            <a:ext cx="6370" cy="8235"/>
          </a:xfrm>
          <a:custGeom xmlns:a="http://schemas.openxmlformats.org/drawingml/2006/main">
            <a:rect l="0" t="0" r="r" b="b"/>
            <a:pathLst>
              <a:path w="8" h="10">
                <a:moveTo>
                  <a:pt x="8" y="0"/>
                </a:moveTo>
                <a:lnTo>
                  <a:pt x="8" y="0"/>
                </a:lnTo>
                <a:lnTo>
                  <a:pt x="8" y="4"/>
                </a:lnTo>
                <a:lnTo>
                  <a:pt x="6" y="8"/>
                </a:lnTo>
                <a:lnTo>
                  <a:pt x="4" y="10"/>
                </a:lnTo>
                <a:lnTo>
                  <a:pt x="2" y="8"/>
                </a:lnTo>
                <a:lnTo>
                  <a:pt x="0" y="4"/>
                </a:lnTo>
                <a:lnTo>
                  <a:pt x="0" y="0"/>
                </a:lnTo>
                <a:lnTo>
                  <a:pt x="8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406" name="Freeform 87">
            <a:extLst xmlns:a="http://schemas.openxmlformats.org/drawingml/2006/main">
              <a:ext uri="{FF2B5EF4-FFF2-40B4-BE49-F238E27FC236}">
                <a16:creationId xmlns:a16="http://schemas.microsoft.com/office/drawing/2014/main" id="{366595F4-4CE6-404D-882A-5DEA45BAF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9413" y="475785"/>
            <a:ext cx="7963" cy="34587"/>
          </a:xfrm>
          <a:custGeom xmlns:a="http://schemas.openxmlformats.org/drawingml/2006/main">
            <a:rect l="0" t="0" r="r" b="b"/>
            <a:pathLst>
              <a:path w="10" h="42">
                <a:moveTo>
                  <a:pt x="10" y="8"/>
                </a:moveTo>
                <a:lnTo>
                  <a:pt x="10" y="8"/>
                </a:lnTo>
                <a:lnTo>
                  <a:pt x="10" y="10"/>
                </a:lnTo>
                <a:lnTo>
                  <a:pt x="10" y="12"/>
                </a:lnTo>
                <a:lnTo>
                  <a:pt x="8" y="10"/>
                </a:lnTo>
                <a:lnTo>
                  <a:pt x="4" y="6"/>
                </a:lnTo>
                <a:lnTo>
                  <a:pt x="2" y="6"/>
                </a:lnTo>
                <a:lnTo>
                  <a:pt x="4" y="22"/>
                </a:lnTo>
                <a:lnTo>
                  <a:pt x="6" y="34"/>
                </a:lnTo>
                <a:lnTo>
                  <a:pt x="8" y="38"/>
                </a:lnTo>
                <a:lnTo>
                  <a:pt x="8" y="40"/>
                </a:lnTo>
                <a:lnTo>
                  <a:pt x="8" y="42"/>
                </a:lnTo>
                <a:lnTo>
                  <a:pt x="6" y="40"/>
                </a:lnTo>
                <a:lnTo>
                  <a:pt x="0" y="26"/>
                </a:lnTo>
                <a:lnTo>
                  <a:pt x="0" y="8"/>
                </a:lnTo>
                <a:lnTo>
                  <a:pt x="0" y="0"/>
                </a:lnTo>
                <a:lnTo>
                  <a:pt x="2" y="0"/>
                </a:lnTo>
                <a:lnTo>
                  <a:pt x="10" y="8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407" name="Freeform 88">
            <a:extLst xmlns:a="http://schemas.openxmlformats.org/drawingml/2006/main">
              <a:ext uri="{FF2B5EF4-FFF2-40B4-BE49-F238E27FC236}">
                <a16:creationId xmlns:a16="http://schemas.microsoft.com/office/drawing/2014/main" id="{E5ED9486-C886-494B-8704-964D16085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2337" y="459315"/>
            <a:ext cx="17519" cy="1647"/>
          </a:xfrm>
          <a:custGeom xmlns:a="http://schemas.openxmlformats.org/drawingml/2006/main">
            <a:rect l="0" t="0" r="r" b="b"/>
            <a:pathLst>
              <a:path w="22" h="2">
                <a:moveTo>
                  <a:pt x="0" y="2"/>
                </a:moveTo>
                <a:lnTo>
                  <a:pt x="0" y="2"/>
                </a:lnTo>
                <a:lnTo>
                  <a:pt x="6" y="2"/>
                </a:lnTo>
                <a:lnTo>
                  <a:pt x="18" y="2"/>
                </a:lnTo>
                <a:lnTo>
                  <a:pt x="20" y="2"/>
                </a:lnTo>
                <a:lnTo>
                  <a:pt x="22" y="0"/>
                </a:lnTo>
                <a:lnTo>
                  <a:pt x="20" y="0"/>
                </a:lnTo>
                <a:lnTo>
                  <a:pt x="8" y="0"/>
                </a:lnTo>
                <a:lnTo>
                  <a:pt x="2" y="0"/>
                </a:lnTo>
                <a:lnTo>
                  <a:pt x="0" y="0"/>
                </a:lnTo>
                <a:lnTo>
                  <a:pt x="0" y="2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408" name="Freeform 89">
            <a:extLst xmlns:a="http://schemas.openxmlformats.org/drawingml/2006/main">
              <a:ext uri="{FF2B5EF4-FFF2-40B4-BE49-F238E27FC236}">
                <a16:creationId xmlns:a16="http://schemas.microsoft.com/office/drawing/2014/main" id="{5532D79E-A489-46A5-B47E-3E8C77458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3042" y="457668"/>
            <a:ext cx="14334" cy="54351"/>
          </a:xfrm>
          <a:custGeom xmlns:a="http://schemas.openxmlformats.org/drawingml/2006/main">
            <a:rect l="0" t="0" r="r" b="b"/>
            <a:pathLst>
              <a:path w="18" h="66">
                <a:moveTo>
                  <a:pt x="0" y="6"/>
                </a:moveTo>
                <a:lnTo>
                  <a:pt x="0" y="6"/>
                </a:lnTo>
                <a:lnTo>
                  <a:pt x="0" y="8"/>
                </a:lnTo>
                <a:lnTo>
                  <a:pt x="2" y="8"/>
                </a:lnTo>
                <a:lnTo>
                  <a:pt x="4" y="8"/>
                </a:lnTo>
                <a:lnTo>
                  <a:pt x="12" y="8"/>
                </a:lnTo>
                <a:lnTo>
                  <a:pt x="14" y="8"/>
                </a:lnTo>
                <a:lnTo>
                  <a:pt x="14" y="12"/>
                </a:lnTo>
                <a:lnTo>
                  <a:pt x="14" y="14"/>
                </a:lnTo>
                <a:lnTo>
                  <a:pt x="12" y="16"/>
                </a:lnTo>
                <a:lnTo>
                  <a:pt x="4" y="16"/>
                </a:lnTo>
                <a:lnTo>
                  <a:pt x="2" y="16"/>
                </a:lnTo>
                <a:lnTo>
                  <a:pt x="0" y="20"/>
                </a:lnTo>
                <a:lnTo>
                  <a:pt x="2" y="24"/>
                </a:lnTo>
                <a:lnTo>
                  <a:pt x="2" y="58"/>
                </a:lnTo>
                <a:lnTo>
                  <a:pt x="4" y="66"/>
                </a:lnTo>
                <a:lnTo>
                  <a:pt x="4" y="64"/>
                </a:lnTo>
                <a:lnTo>
                  <a:pt x="4" y="48"/>
                </a:lnTo>
                <a:lnTo>
                  <a:pt x="4" y="22"/>
                </a:lnTo>
                <a:lnTo>
                  <a:pt x="6" y="20"/>
                </a:lnTo>
                <a:lnTo>
                  <a:pt x="10" y="20"/>
                </a:lnTo>
                <a:lnTo>
                  <a:pt x="12" y="20"/>
                </a:lnTo>
                <a:lnTo>
                  <a:pt x="14" y="18"/>
                </a:lnTo>
                <a:lnTo>
                  <a:pt x="16" y="18"/>
                </a:lnTo>
                <a:lnTo>
                  <a:pt x="18" y="14"/>
                </a:lnTo>
                <a:lnTo>
                  <a:pt x="18" y="8"/>
                </a:lnTo>
                <a:lnTo>
                  <a:pt x="16" y="6"/>
                </a:lnTo>
                <a:lnTo>
                  <a:pt x="14" y="6"/>
                </a:lnTo>
                <a:lnTo>
                  <a:pt x="6" y="6"/>
                </a:lnTo>
                <a:lnTo>
                  <a:pt x="2" y="4"/>
                </a:lnTo>
                <a:lnTo>
                  <a:pt x="2" y="0"/>
                </a:lnTo>
                <a:lnTo>
                  <a:pt x="0" y="0"/>
                </a:lnTo>
                <a:lnTo>
                  <a:pt x="0" y="6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409" name="Freeform 90">
            <a:extLst xmlns:a="http://schemas.openxmlformats.org/drawingml/2006/main">
              <a:ext uri="{FF2B5EF4-FFF2-40B4-BE49-F238E27FC236}">
                <a16:creationId xmlns:a16="http://schemas.microsoft.com/office/drawing/2014/main" id="{18F86551-0B21-4608-8E9D-3D1A550A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3042" y="457668"/>
            <a:ext cx="14334" cy="54351"/>
          </a:xfrm>
          <a:custGeom xmlns:a="http://schemas.openxmlformats.org/drawingml/2006/main">
            <a:rect l="0" t="0" r="r" b="b"/>
            <a:pathLst>
              <a:path w="18" h="66">
                <a:moveTo>
                  <a:pt x="0" y="6"/>
                </a:moveTo>
                <a:lnTo>
                  <a:pt x="0" y="6"/>
                </a:lnTo>
                <a:lnTo>
                  <a:pt x="0" y="8"/>
                </a:lnTo>
                <a:lnTo>
                  <a:pt x="2" y="8"/>
                </a:lnTo>
                <a:lnTo>
                  <a:pt x="4" y="8"/>
                </a:lnTo>
                <a:lnTo>
                  <a:pt x="12" y="8"/>
                </a:lnTo>
                <a:lnTo>
                  <a:pt x="14" y="8"/>
                </a:lnTo>
                <a:lnTo>
                  <a:pt x="14" y="12"/>
                </a:lnTo>
                <a:lnTo>
                  <a:pt x="14" y="14"/>
                </a:lnTo>
                <a:lnTo>
                  <a:pt x="12" y="16"/>
                </a:lnTo>
                <a:lnTo>
                  <a:pt x="4" y="16"/>
                </a:lnTo>
                <a:lnTo>
                  <a:pt x="2" y="16"/>
                </a:lnTo>
                <a:lnTo>
                  <a:pt x="0" y="20"/>
                </a:lnTo>
                <a:lnTo>
                  <a:pt x="2" y="24"/>
                </a:lnTo>
                <a:lnTo>
                  <a:pt x="2" y="58"/>
                </a:lnTo>
                <a:lnTo>
                  <a:pt x="4" y="66"/>
                </a:lnTo>
                <a:lnTo>
                  <a:pt x="4" y="64"/>
                </a:lnTo>
                <a:lnTo>
                  <a:pt x="4" y="48"/>
                </a:lnTo>
                <a:lnTo>
                  <a:pt x="4" y="22"/>
                </a:lnTo>
                <a:lnTo>
                  <a:pt x="6" y="20"/>
                </a:lnTo>
                <a:lnTo>
                  <a:pt x="10" y="20"/>
                </a:lnTo>
                <a:lnTo>
                  <a:pt x="12" y="20"/>
                </a:lnTo>
                <a:lnTo>
                  <a:pt x="14" y="18"/>
                </a:lnTo>
                <a:lnTo>
                  <a:pt x="16" y="18"/>
                </a:lnTo>
                <a:lnTo>
                  <a:pt x="18" y="14"/>
                </a:lnTo>
                <a:lnTo>
                  <a:pt x="18" y="8"/>
                </a:lnTo>
                <a:lnTo>
                  <a:pt x="16" y="6"/>
                </a:lnTo>
                <a:lnTo>
                  <a:pt x="14" y="6"/>
                </a:lnTo>
                <a:lnTo>
                  <a:pt x="6" y="6"/>
                </a:lnTo>
                <a:lnTo>
                  <a:pt x="2" y="4"/>
                </a:lnTo>
                <a:lnTo>
                  <a:pt x="2" y="0"/>
                </a:lnTo>
                <a:lnTo>
                  <a:pt x="0" y="0"/>
                </a:lnTo>
                <a:lnTo>
                  <a:pt x="0" y="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410" name="Freeform 91">
            <a:extLst xmlns:a="http://schemas.openxmlformats.org/drawingml/2006/main">
              <a:ext uri="{FF2B5EF4-FFF2-40B4-BE49-F238E27FC236}">
                <a16:creationId xmlns:a16="http://schemas.microsoft.com/office/drawing/2014/main" id="{D904AFA1-9573-4443-B851-788225DE6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2076" y="457668"/>
            <a:ext cx="20705" cy="24705"/>
          </a:xfrm>
          <a:custGeom xmlns:a="http://schemas.openxmlformats.org/drawingml/2006/main">
            <a:rect l="0" t="0" r="r" b="b"/>
            <a:pathLst>
              <a:path w="26" h="30">
                <a:moveTo>
                  <a:pt x="10" y="30"/>
                </a:moveTo>
                <a:lnTo>
                  <a:pt x="10" y="30"/>
                </a:lnTo>
                <a:lnTo>
                  <a:pt x="18" y="30"/>
                </a:lnTo>
                <a:lnTo>
                  <a:pt x="22" y="28"/>
                </a:lnTo>
                <a:lnTo>
                  <a:pt x="24" y="24"/>
                </a:lnTo>
                <a:lnTo>
                  <a:pt x="26" y="16"/>
                </a:lnTo>
                <a:lnTo>
                  <a:pt x="26" y="6"/>
                </a:lnTo>
                <a:lnTo>
                  <a:pt x="24" y="2"/>
                </a:lnTo>
                <a:lnTo>
                  <a:pt x="22" y="0"/>
                </a:lnTo>
                <a:lnTo>
                  <a:pt x="14" y="0"/>
                </a:lnTo>
                <a:lnTo>
                  <a:pt x="6" y="0"/>
                </a:lnTo>
                <a:lnTo>
                  <a:pt x="2" y="2"/>
                </a:lnTo>
                <a:lnTo>
                  <a:pt x="0" y="6"/>
                </a:lnTo>
                <a:lnTo>
                  <a:pt x="0" y="16"/>
                </a:lnTo>
                <a:lnTo>
                  <a:pt x="2" y="26"/>
                </a:lnTo>
                <a:lnTo>
                  <a:pt x="4" y="28"/>
                </a:lnTo>
                <a:lnTo>
                  <a:pt x="10" y="30"/>
                </a:lnTo>
                <a:close/>
                <a:moveTo>
                  <a:pt x="10" y="26"/>
                </a:moveTo>
                <a:lnTo>
                  <a:pt x="10" y="26"/>
                </a:lnTo>
                <a:lnTo>
                  <a:pt x="6" y="26"/>
                </a:lnTo>
                <a:lnTo>
                  <a:pt x="6" y="24"/>
                </a:lnTo>
                <a:lnTo>
                  <a:pt x="6" y="20"/>
                </a:lnTo>
                <a:lnTo>
                  <a:pt x="22" y="20"/>
                </a:lnTo>
                <a:lnTo>
                  <a:pt x="22" y="22"/>
                </a:lnTo>
                <a:lnTo>
                  <a:pt x="20" y="24"/>
                </a:lnTo>
                <a:lnTo>
                  <a:pt x="18" y="26"/>
                </a:lnTo>
                <a:lnTo>
                  <a:pt x="10" y="26"/>
                </a:lnTo>
                <a:close/>
                <a:moveTo>
                  <a:pt x="4" y="8"/>
                </a:moveTo>
                <a:lnTo>
                  <a:pt x="4" y="8"/>
                </a:lnTo>
                <a:lnTo>
                  <a:pt x="6" y="6"/>
                </a:lnTo>
                <a:lnTo>
                  <a:pt x="8" y="4"/>
                </a:lnTo>
                <a:lnTo>
                  <a:pt x="18" y="4"/>
                </a:lnTo>
                <a:lnTo>
                  <a:pt x="20" y="4"/>
                </a:lnTo>
                <a:lnTo>
                  <a:pt x="22" y="8"/>
                </a:lnTo>
                <a:lnTo>
                  <a:pt x="22" y="10"/>
                </a:lnTo>
                <a:lnTo>
                  <a:pt x="4" y="10"/>
                </a:lnTo>
                <a:lnTo>
                  <a:pt x="4" y="8"/>
                </a:lnTo>
                <a:close/>
                <a:moveTo>
                  <a:pt x="4" y="12"/>
                </a:moveTo>
                <a:lnTo>
                  <a:pt x="4" y="12"/>
                </a:lnTo>
                <a:lnTo>
                  <a:pt x="22" y="12"/>
                </a:lnTo>
                <a:lnTo>
                  <a:pt x="22" y="16"/>
                </a:lnTo>
                <a:lnTo>
                  <a:pt x="4" y="16"/>
                </a:lnTo>
                <a:lnTo>
                  <a:pt x="4" y="12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411" name="Freeform 92">
            <a:extLst xmlns:a="http://schemas.openxmlformats.org/drawingml/2006/main">
              <a:ext uri="{FF2B5EF4-FFF2-40B4-BE49-F238E27FC236}">
                <a16:creationId xmlns:a16="http://schemas.microsoft.com/office/drawing/2014/main" id="{955AFFE5-2E43-4C4E-A810-6C46EB14F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2076" y="457668"/>
            <a:ext cx="20705" cy="24705"/>
          </a:xfrm>
          <a:custGeom xmlns:a="http://schemas.openxmlformats.org/drawingml/2006/main">
            <a:rect l="0" t="0" r="r" b="b"/>
            <a:pathLst>
              <a:path w="26" h="30">
                <a:moveTo>
                  <a:pt x="10" y="30"/>
                </a:moveTo>
                <a:lnTo>
                  <a:pt x="10" y="30"/>
                </a:lnTo>
                <a:lnTo>
                  <a:pt x="18" y="30"/>
                </a:lnTo>
                <a:lnTo>
                  <a:pt x="22" y="28"/>
                </a:lnTo>
                <a:lnTo>
                  <a:pt x="24" y="24"/>
                </a:lnTo>
                <a:lnTo>
                  <a:pt x="26" y="16"/>
                </a:lnTo>
                <a:lnTo>
                  <a:pt x="26" y="6"/>
                </a:lnTo>
                <a:lnTo>
                  <a:pt x="24" y="2"/>
                </a:lnTo>
                <a:lnTo>
                  <a:pt x="22" y="0"/>
                </a:lnTo>
                <a:lnTo>
                  <a:pt x="14" y="0"/>
                </a:lnTo>
                <a:lnTo>
                  <a:pt x="6" y="0"/>
                </a:lnTo>
                <a:lnTo>
                  <a:pt x="2" y="2"/>
                </a:lnTo>
                <a:lnTo>
                  <a:pt x="0" y="6"/>
                </a:lnTo>
                <a:lnTo>
                  <a:pt x="0" y="16"/>
                </a:lnTo>
                <a:lnTo>
                  <a:pt x="2" y="26"/>
                </a:lnTo>
                <a:lnTo>
                  <a:pt x="4" y="28"/>
                </a:lnTo>
                <a:lnTo>
                  <a:pt x="10" y="3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412" name="Freeform 93">
            <a:extLst xmlns:a="http://schemas.openxmlformats.org/drawingml/2006/main">
              <a:ext uri="{FF2B5EF4-FFF2-40B4-BE49-F238E27FC236}">
                <a16:creationId xmlns:a16="http://schemas.microsoft.com/office/drawing/2014/main" id="{51DBB935-6905-476A-841C-FE64C9DC5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6854" y="474138"/>
            <a:ext cx="12741" cy="4941"/>
          </a:xfrm>
          <a:custGeom xmlns:a="http://schemas.openxmlformats.org/drawingml/2006/main">
            <a:rect l="0" t="0" r="r" b="b"/>
            <a:pathLst>
              <a:path w="16" h="6">
                <a:moveTo>
                  <a:pt x="4" y="6"/>
                </a:moveTo>
                <a:lnTo>
                  <a:pt x="4" y="6"/>
                </a:lnTo>
                <a:lnTo>
                  <a:pt x="0" y="6"/>
                </a:lnTo>
                <a:lnTo>
                  <a:pt x="0" y="4"/>
                </a:lnTo>
                <a:lnTo>
                  <a:pt x="0" y="0"/>
                </a:lnTo>
                <a:lnTo>
                  <a:pt x="16" y="0"/>
                </a:lnTo>
                <a:lnTo>
                  <a:pt x="16" y="2"/>
                </a:lnTo>
                <a:lnTo>
                  <a:pt x="14" y="4"/>
                </a:lnTo>
                <a:lnTo>
                  <a:pt x="12" y="6"/>
                </a:lnTo>
                <a:lnTo>
                  <a:pt x="4" y="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413" name="Freeform 94">
            <a:extLst xmlns:a="http://schemas.openxmlformats.org/drawingml/2006/main">
              <a:ext uri="{FF2B5EF4-FFF2-40B4-BE49-F238E27FC236}">
                <a16:creationId xmlns:a16="http://schemas.microsoft.com/office/drawing/2014/main" id="{F7789AD1-5BF7-42B9-AEC3-4479BB764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5261" y="460962"/>
            <a:ext cx="14334" cy="4941"/>
          </a:xfrm>
          <a:custGeom xmlns:a="http://schemas.openxmlformats.org/drawingml/2006/main">
            <a:rect l="0" t="0" r="r" b="b"/>
            <a:pathLst>
              <a:path w="18" h="6">
                <a:moveTo>
                  <a:pt x="0" y="4"/>
                </a:moveTo>
                <a:lnTo>
                  <a:pt x="0" y="4"/>
                </a:lnTo>
                <a:lnTo>
                  <a:pt x="2" y="2"/>
                </a:lnTo>
                <a:lnTo>
                  <a:pt x="4" y="0"/>
                </a:lnTo>
                <a:lnTo>
                  <a:pt x="14" y="0"/>
                </a:lnTo>
                <a:lnTo>
                  <a:pt x="16" y="0"/>
                </a:lnTo>
                <a:lnTo>
                  <a:pt x="18" y="4"/>
                </a:lnTo>
                <a:lnTo>
                  <a:pt x="18" y="6"/>
                </a:lnTo>
                <a:lnTo>
                  <a:pt x="0" y="6"/>
                </a:lnTo>
                <a:lnTo>
                  <a:pt x="0" y="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414" name="Freeform 95">
            <a:extLst xmlns:a="http://schemas.openxmlformats.org/drawingml/2006/main">
              <a:ext uri="{FF2B5EF4-FFF2-40B4-BE49-F238E27FC236}">
                <a16:creationId xmlns:a16="http://schemas.microsoft.com/office/drawing/2014/main" id="{74FD4206-EFF2-48C1-B862-A565F7FB1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5261" y="467550"/>
            <a:ext cx="14334" cy="3294"/>
          </a:xfrm>
          <a:custGeom xmlns:a="http://schemas.openxmlformats.org/drawingml/2006/main">
            <a:rect l="0" t="0" r="r" b="b"/>
            <a:pathLst>
              <a:path w="18" h="4">
                <a:moveTo>
                  <a:pt x="0" y="0"/>
                </a:moveTo>
                <a:lnTo>
                  <a:pt x="0" y="0"/>
                </a:lnTo>
                <a:lnTo>
                  <a:pt x="18" y="0"/>
                </a:lnTo>
                <a:lnTo>
                  <a:pt x="18" y="4"/>
                </a:lnTo>
                <a:lnTo>
                  <a:pt x="0" y="4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415" name="Freeform 96">
            <a:extLst xmlns:a="http://schemas.openxmlformats.org/drawingml/2006/main">
              <a:ext uri="{FF2B5EF4-FFF2-40B4-BE49-F238E27FC236}">
                <a16:creationId xmlns:a16="http://schemas.microsoft.com/office/drawing/2014/main" id="{0B4B1911-97EE-4AF1-B44E-30F385DE0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4817" y="457668"/>
            <a:ext cx="14334" cy="54351"/>
          </a:xfrm>
          <a:custGeom xmlns:a="http://schemas.openxmlformats.org/drawingml/2006/main">
            <a:rect l="0" t="0" r="r" b="b"/>
            <a:pathLst>
              <a:path w="18" h="66">
                <a:moveTo>
                  <a:pt x="4" y="34"/>
                </a:moveTo>
                <a:lnTo>
                  <a:pt x="0" y="32"/>
                </a:lnTo>
                <a:lnTo>
                  <a:pt x="0" y="42"/>
                </a:lnTo>
                <a:lnTo>
                  <a:pt x="0" y="64"/>
                </a:lnTo>
                <a:lnTo>
                  <a:pt x="0" y="66"/>
                </a:lnTo>
                <a:lnTo>
                  <a:pt x="2" y="66"/>
                </a:lnTo>
                <a:lnTo>
                  <a:pt x="2" y="64"/>
                </a:lnTo>
                <a:lnTo>
                  <a:pt x="2" y="42"/>
                </a:lnTo>
                <a:lnTo>
                  <a:pt x="8" y="44"/>
                </a:lnTo>
                <a:lnTo>
                  <a:pt x="10" y="48"/>
                </a:lnTo>
                <a:lnTo>
                  <a:pt x="12" y="56"/>
                </a:lnTo>
                <a:lnTo>
                  <a:pt x="12" y="62"/>
                </a:lnTo>
                <a:lnTo>
                  <a:pt x="12" y="64"/>
                </a:lnTo>
                <a:lnTo>
                  <a:pt x="14" y="64"/>
                </a:lnTo>
                <a:lnTo>
                  <a:pt x="16" y="62"/>
                </a:lnTo>
                <a:lnTo>
                  <a:pt x="16" y="54"/>
                </a:lnTo>
                <a:lnTo>
                  <a:pt x="14" y="48"/>
                </a:lnTo>
                <a:lnTo>
                  <a:pt x="12" y="44"/>
                </a:lnTo>
                <a:lnTo>
                  <a:pt x="10" y="42"/>
                </a:lnTo>
                <a:lnTo>
                  <a:pt x="2" y="40"/>
                </a:lnTo>
                <a:lnTo>
                  <a:pt x="2" y="36"/>
                </a:lnTo>
                <a:lnTo>
                  <a:pt x="8" y="36"/>
                </a:lnTo>
                <a:lnTo>
                  <a:pt x="14" y="34"/>
                </a:lnTo>
                <a:lnTo>
                  <a:pt x="16" y="32"/>
                </a:lnTo>
                <a:lnTo>
                  <a:pt x="16" y="30"/>
                </a:lnTo>
                <a:lnTo>
                  <a:pt x="18" y="8"/>
                </a:lnTo>
                <a:lnTo>
                  <a:pt x="18" y="0"/>
                </a:lnTo>
                <a:lnTo>
                  <a:pt x="16" y="0"/>
                </a:lnTo>
                <a:lnTo>
                  <a:pt x="14" y="0"/>
                </a:lnTo>
                <a:lnTo>
                  <a:pt x="14" y="4"/>
                </a:lnTo>
                <a:lnTo>
                  <a:pt x="12" y="30"/>
                </a:lnTo>
                <a:lnTo>
                  <a:pt x="12" y="32"/>
                </a:lnTo>
                <a:lnTo>
                  <a:pt x="10" y="32"/>
                </a:lnTo>
                <a:lnTo>
                  <a:pt x="4" y="34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416" name="Freeform 97">
            <a:extLst xmlns:a="http://schemas.openxmlformats.org/drawingml/2006/main">
              <a:ext uri="{FF2B5EF4-FFF2-40B4-BE49-F238E27FC236}">
                <a16:creationId xmlns:a16="http://schemas.microsoft.com/office/drawing/2014/main" id="{74A88138-ADDE-45B3-BF64-4B02D02B9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4817" y="457668"/>
            <a:ext cx="14334" cy="54351"/>
          </a:xfrm>
          <a:custGeom xmlns:a="http://schemas.openxmlformats.org/drawingml/2006/main">
            <a:rect l="0" t="0" r="r" b="b"/>
            <a:pathLst>
              <a:path w="18" h="66">
                <a:moveTo>
                  <a:pt x="4" y="34"/>
                </a:moveTo>
                <a:lnTo>
                  <a:pt x="0" y="32"/>
                </a:lnTo>
                <a:lnTo>
                  <a:pt x="0" y="42"/>
                </a:lnTo>
                <a:lnTo>
                  <a:pt x="0" y="64"/>
                </a:lnTo>
                <a:lnTo>
                  <a:pt x="0" y="66"/>
                </a:lnTo>
                <a:lnTo>
                  <a:pt x="2" y="66"/>
                </a:lnTo>
                <a:lnTo>
                  <a:pt x="2" y="64"/>
                </a:lnTo>
                <a:lnTo>
                  <a:pt x="2" y="42"/>
                </a:lnTo>
                <a:lnTo>
                  <a:pt x="8" y="44"/>
                </a:lnTo>
                <a:lnTo>
                  <a:pt x="10" y="48"/>
                </a:lnTo>
                <a:lnTo>
                  <a:pt x="12" y="56"/>
                </a:lnTo>
                <a:lnTo>
                  <a:pt x="12" y="62"/>
                </a:lnTo>
                <a:lnTo>
                  <a:pt x="12" y="64"/>
                </a:lnTo>
                <a:lnTo>
                  <a:pt x="14" y="64"/>
                </a:lnTo>
                <a:lnTo>
                  <a:pt x="16" y="62"/>
                </a:lnTo>
                <a:lnTo>
                  <a:pt x="16" y="54"/>
                </a:lnTo>
                <a:lnTo>
                  <a:pt x="14" y="48"/>
                </a:lnTo>
                <a:lnTo>
                  <a:pt x="12" y="44"/>
                </a:lnTo>
                <a:lnTo>
                  <a:pt x="10" y="42"/>
                </a:lnTo>
                <a:lnTo>
                  <a:pt x="2" y="40"/>
                </a:lnTo>
                <a:lnTo>
                  <a:pt x="2" y="36"/>
                </a:lnTo>
                <a:lnTo>
                  <a:pt x="8" y="36"/>
                </a:lnTo>
                <a:lnTo>
                  <a:pt x="14" y="34"/>
                </a:lnTo>
                <a:lnTo>
                  <a:pt x="16" y="32"/>
                </a:lnTo>
                <a:lnTo>
                  <a:pt x="16" y="30"/>
                </a:lnTo>
                <a:lnTo>
                  <a:pt x="18" y="8"/>
                </a:lnTo>
                <a:lnTo>
                  <a:pt x="18" y="0"/>
                </a:lnTo>
                <a:lnTo>
                  <a:pt x="16" y="0"/>
                </a:lnTo>
                <a:lnTo>
                  <a:pt x="14" y="0"/>
                </a:lnTo>
                <a:lnTo>
                  <a:pt x="14" y="4"/>
                </a:lnTo>
                <a:lnTo>
                  <a:pt x="12" y="30"/>
                </a:lnTo>
                <a:lnTo>
                  <a:pt x="12" y="32"/>
                </a:lnTo>
                <a:lnTo>
                  <a:pt x="10" y="32"/>
                </a:lnTo>
                <a:lnTo>
                  <a:pt x="4" y="3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417" name="Freeform 98">
            <a:extLst xmlns:a="http://schemas.openxmlformats.org/drawingml/2006/main">
              <a:ext uri="{FF2B5EF4-FFF2-40B4-BE49-F238E27FC236}">
                <a16:creationId xmlns:a16="http://schemas.microsoft.com/office/drawing/2014/main" id="{86918E8F-3E81-4E07-9954-84CD74E8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5705" y="457668"/>
            <a:ext cx="15926" cy="54351"/>
          </a:xfrm>
          <a:custGeom xmlns:a="http://schemas.openxmlformats.org/drawingml/2006/main">
            <a:rect l="0" t="0" r="r" b="b"/>
            <a:pathLst>
              <a:path w="20" h="66">
                <a:moveTo>
                  <a:pt x="14" y="34"/>
                </a:moveTo>
                <a:lnTo>
                  <a:pt x="20" y="34"/>
                </a:lnTo>
                <a:lnTo>
                  <a:pt x="18" y="42"/>
                </a:lnTo>
                <a:lnTo>
                  <a:pt x="18" y="64"/>
                </a:lnTo>
                <a:lnTo>
                  <a:pt x="18" y="66"/>
                </a:lnTo>
                <a:lnTo>
                  <a:pt x="16" y="66"/>
                </a:lnTo>
                <a:lnTo>
                  <a:pt x="16" y="64"/>
                </a:lnTo>
                <a:lnTo>
                  <a:pt x="16" y="44"/>
                </a:lnTo>
                <a:lnTo>
                  <a:pt x="10" y="44"/>
                </a:lnTo>
                <a:lnTo>
                  <a:pt x="8" y="48"/>
                </a:lnTo>
                <a:lnTo>
                  <a:pt x="6" y="56"/>
                </a:lnTo>
                <a:lnTo>
                  <a:pt x="6" y="62"/>
                </a:lnTo>
                <a:lnTo>
                  <a:pt x="6" y="64"/>
                </a:lnTo>
                <a:lnTo>
                  <a:pt x="4" y="64"/>
                </a:lnTo>
                <a:lnTo>
                  <a:pt x="2" y="62"/>
                </a:lnTo>
                <a:lnTo>
                  <a:pt x="4" y="54"/>
                </a:lnTo>
                <a:lnTo>
                  <a:pt x="4" y="48"/>
                </a:lnTo>
                <a:lnTo>
                  <a:pt x="6" y="44"/>
                </a:lnTo>
                <a:lnTo>
                  <a:pt x="8" y="42"/>
                </a:lnTo>
                <a:lnTo>
                  <a:pt x="16" y="40"/>
                </a:lnTo>
                <a:lnTo>
                  <a:pt x="16" y="36"/>
                </a:lnTo>
                <a:lnTo>
                  <a:pt x="12" y="36"/>
                </a:lnTo>
                <a:lnTo>
                  <a:pt x="6" y="34"/>
                </a:lnTo>
                <a:lnTo>
                  <a:pt x="4" y="32"/>
                </a:lnTo>
                <a:lnTo>
                  <a:pt x="2" y="30"/>
                </a:lnTo>
                <a:lnTo>
                  <a:pt x="0" y="8"/>
                </a:lnTo>
                <a:lnTo>
                  <a:pt x="0" y="2"/>
                </a:lnTo>
                <a:lnTo>
                  <a:pt x="2" y="0"/>
                </a:lnTo>
                <a:lnTo>
                  <a:pt x="4" y="0"/>
                </a:lnTo>
                <a:lnTo>
                  <a:pt x="4" y="4"/>
                </a:lnTo>
                <a:lnTo>
                  <a:pt x="6" y="30"/>
                </a:lnTo>
                <a:lnTo>
                  <a:pt x="6" y="32"/>
                </a:lnTo>
                <a:lnTo>
                  <a:pt x="10" y="32"/>
                </a:lnTo>
                <a:lnTo>
                  <a:pt x="14" y="34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418" name="Freeform 99">
            <a:extLst xmlns:a="http://schemas.openxmlformats.org/drawingml/2006/main">
              <a:ext uri="{FF2B5EF4-FFF2-40B4-BE49-F238E27FC236}">
                <a16:creationId xmlns:a16="http://schemas.microsoft.com/office/drawing/2014/main" id="{9A071474-172A-4587-ABFA-B1DF36B9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5705" y="457668"/>
            <a:ext cx="15926" cy="54351"/>
          </a:xfrm>
          <a:custGeom xmlns:a="http://schemas.openxmlformats.org/drawingml/2006/main">
            <a:rect l="0" t="0" r="r" b="b"/>
            <a:pathLst>
              <a:path w="20" h="66">
                <a:moveTo>
                  <a:pt x="14" y="34"/>
                </a:moveTo>
                <a:lnTo>
                  <a:pt x="20" y="34"/>
                </a:lnTo>
                <a:lnTo>
                  <a:pt x="18" y="42"/>
                </a:lnTo>
                <a:lnTo>
                  <a:pt x="18" y="64"/>
                </a:lnTo>
                <a:lnTo>
                  <a:pt x="18" y="66"/>
                </a:lnTo>
                <a:lnTo>
                  <a:pt x="16" y="66"/>
                </a:lnTo>
                <a:lnTo>
                  <a:pt x="16" y="64"/>
                </a:lnTo>
                <a:lnTo>
                  <a:pt x="16" y="44"/>
                </a:lnTo>
                <a:lnTo>
                  <a:pt x="10" y="44"/>
                </a:lnTo>
                <a:lnTo>
                  <a:pt x="8" y="48"/>
                </a:lnTo>
                <a:lnTo>
                  <a:pt x="6" y="56"/>
                </a:lnTo>
                <a:lnTo>
                  <a:pt x="6" y="62"/>
                </a:lnTo>
                <a:lnTo>
                  <a:pt x="6" y="64"/>
                </a:lnTo>
                <a:lnTo>
                  <a:pt x="4" y="64"/>
                </a:lnTo>
                <a:lnTo>
                  <a:pt x="2" y="62"/>
                </a:lnTo>
                <a:lnTo>
                  <a:pt x="4" y="54"/>
                </a:lnTo>
                <a:lnTo>
                  <a:pt x="4" y="48"/>
                </a:lnTo>
                <a:lnTo>
                  <a:pt x="6" y="44"/>
                </a:lnTo>
                <a:lnTo>
                  <a:pt x="8" y="42"/>
                </a:lnTo>
                <a:lnTo>
                  <a:pt x="16" y="40"/>
                </a:lnTo>
                <a:lnTo>
                  <a:pt x="16" y="36"/>
                </a:lnTo>
                <a:lnTo>
                  <a:pt x="12" y="36"/>
                </a:lnTo>
                <a:lnTo>
                  <a:pt x="6" y="34"/>
                </a:lnTo>
                <a:lnTo>
                  <a:pt x="4" y="32"/>
                </a:lnTo>
                <a:lnTo>
                  <a:pt x="2" y="30"/>
                </a:lnTo>
                <a:lnTo>
                  <a:pt x="0" y="8"/>
                </a:lnTo>
                <a:lnTo>
                  <a:pt x="0" y="2"/>
                </a:lnTo>
                <a:lnTo>
                  <a:pt x="2" y="0"/>
                </a:lnTo>
                <a:lnTo>
                  <a:pt x="4" y="0"/>
                </a:lnTo>
                <a:lnTo>
                  <a:pt x="4" y="4"/>
                </a:lnTo>
                <a:lnTo>
                  <a:pt x="6" y="30"/>
                </a:lnTo>
                <a:lnTo>
                  <a:pt x="6" y="32"/>
                </a:lnTo>
                <a:lnTo>
                  <a:pt x="10" y="32"/>
                </a:lnTo>
                <a:lnTo>
                  <a:pt x="14" y="3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419" name="Freeform 100">
            <a:extLst xmlns:a="http://schemas.openxmlformats.org/drawingml/2006/main">
              <a:ext uri="{FF2B5EF4-FFF2-40B4-BE49-F238E27FC236}">
                <a16:creationId xmlns:a16="http://schemas.microsoft.com/office/drawing/2014/main" id="{E692BFDE-BAB2-4213-9FB2-4ABCD1DE8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3590" y="431316"/>
            <a:ext cx="129008" cy="6588"/>
          </a:xfrm>
          <a:custGeom xmlns:a="http://schemas.openxmlformats.org/drawingml/2006/main">
            <a:rect l="0" t="0" r="r" b="b"/>
            <a:pathLst>
              <a:path w="162" h="8">
                <a:moveTo>
                  <a:pt x="0" y="8"/>
                </a:moveTo>
                <a:lnTo>
                  <a:pt x="160" y="8"/>
                </a:lnTo>
                <a:lnTo>
                  <a:pt x="162" y="0"/>
                </a:ln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420" name="Freeform 101">
            <a:extLst xmlns:a="http://schemas.openxmlformats.org/drawingml/2006/main">
              <a:ext uri="{FF2B5EF4-FFF2-40B4-BE49-F238E27FC236}">
                <a16:creationId xmlns:a16="http://schemas.microsoft.com/office/drawing/2014/main" id="{E52BF785-2B91-42C0-8B33-38D4D4F3F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0143" y="380258"/>
            <a:ext cx="195901" cy="210818"/>
          </a:xfrm>
          <a:custGeom xmlns:a="http://schemas.openxmlformats.org/drawingml/2006/main">
            <a:rect l="0" t="0" r="r" b="b"/>
            <a:pathLst>
              <a:path w="246" h="256">
                <a:moveTo>
                  <a:pt x="238" y="70"/>
                </a:moveTo>
                <a:lnTo>
                  <a:pt x="246" y="10"/>
                </a:lnTo>
                <a:lnTo>
                  <a:pt x="242" y="6"/>
                </a:lnTo>
                <a:lnTo>
                  <a:pt x="234" y="2"/>
                </a:lnTo>
                <a:lnTo>
                  <a:pt x="224" y="0"/>
                </a:lnTo>
                <a:lnTo>
                  <a:pt x="216" y="0"/>
                </a:lnTo>
                <a:lnTo>
                  <a:pt x="210" y="2"/>
                </a:lnTo>
                <a:lnTo>
                  <a:pt x="206" y="6"/>
                </a:lnTo>
                <a:lnTo>
                  <a:pt x="202" y="12"/>
                </a:lnTo>
                <a:lnTo>
                  <a:pt x="196" y="46"/>
                </a:lnTo>
                <a:lnTo>
                  <a:pt x="198" y="46"/>
                </a:lnTo>
                <a:lnTo>
                  <a:pt x="204" y="46"/>
                </a:lnTo>
                <a:lnTo>
                  <a:pt x="208" y="44"/>
                </a:lnTo>
                <a:lnTo>
                  <a:pt x="212" y="40"/>
                </a:lnTo>
                <a:lnTo>
                  <a:pt x="212" y="36"/>
                </a:lnTo>
                <a:lnTo>
                  <a:pt x="218" y="14"/>
                </a:lnTo>
                <a:lnTo>
                  <a:pt x="218" y="12"/>
                </a:lnTo>
                <a:lnTo>
                  <a:pt x="222" y="12"/>
                </a:lnTo>
                <a:lnTo>
                  <a:pt x="228" y="12"/>
                </a:lnTo>
                <a:lnTo>
                  <a:pt x="228" y="14"/>
                </a:lnTo>
                <a:lnTo>
                  <a:pt x="224" y="42"/>
                </a:lnTo>
                <a:lnTo>
                  <a:pt x="22" y="42"/>
                </a:lnTo>
                <a:lnTo>
                  <a:pt x="18" y="14"/>
                </a:lnTo>
                <a:lnTo>
                  <a:pt x="20" y="12"/>
                </a:lnTo>
                <a:lnTo>
                  <a:pt x="24" y="12"/>
                </a:lnTo>
                <a:lnTo>
                  <a:pt x="28" y="12"/>
                </a:lnTo>
                <a:lnTo>
                  <a:pt x="30" y="14"/>
                </a:lnTo>
                <a:lnTo>
                  <a:pt x="34" y="36"/>
                </a:lnTo>
                <a:lnTo>
                  <a:pt x="36" y="40"/>
                </a:lnTo>
                <a:lnTo>
                  <a:pt x="38" y="44"/>
                </a:lnTo>
                <a:lnTo>
                  <a:pt x="44" y="46"/>
                </a:lnTo>
                <a:lnTo>
                  <a:pt x="48" y="46"/>
                </a:lnTo>
                <a:lnTo>
                  <a:pt x="50" y="46"/>
                </a:lnTo>
                <a:lnTo>
                  <a:pt x="46" y="12"/>
                </a:lnTo>
                <a:lnTo>
                  <a:pt x="40" y="6"/>
                </a:lnTo>
                <a:lnTo>
                  <a:pt x="36" y="2"/>
                </a:lnTo>
                <a:lnTo>
                  <a:pt x="30" y="0"/>
                </a:lnTo>
                <a:lnTo>
                  <a:pt x="22" y="0"/>
                </a:lnTo>
                <a:lnTo>
                  <a:pt x="12" y="2"/>
                </a:lnTo>
                <a:lnTo>
                  <a:pt x="6" y="6"/>
                </a:lnTo>
                <a:lnTo>
                  <a:pt x="0" y="10"/>
                </a:lnTo>
                <a:lnTo>
                  <a:pt x="8" y="70"/>
                </a:lnTo>
                <a:lnTo>
                  <a:pt x="26" y="70"/>
                </a:lnTo>
                <a:lnTo>
                  <a:pt x="28" y="78"/>
                </a:lnTo>
                <a:lnTo>
                  <a:pt x="8" y="78"/>
                </a:lnTo>
                <a:lnTo>
                  <a:pt x="16" y="172"/>
                </a:lnTo>
                <a:lnTo>
                  <a:pt x="18" y="180"/>
                </a:lnTo>
                <a:lnTo>
                  <a:pt x="22" y="184"/>
                </a:lnTo>
                <a:lnTo>
                  <a:pt x="26" y="186"/>
                </a:lnTo>
                <a:lnTo>
                  <a:pt x="30" y="186"/>
                </a:lnTo>
                <a:lnTo>
                  <a:pt x="36" y="186"/>
                </a:lnTo>
                <a:lnTo>
                  <a:pt x="36" y="192"/>
                </a:lnTo>
                <a:lnTo>
                  <a:pt x="22" y="192"/>
                </a:lnTo>
                <a:lnTo>
                  <a:pt x="22" y="210"/>
                </a:lnTo>
                <a:lnTo>
                  <a:pt x="22" y="216"/>
                </a:lnTo>
                <a:lnTo>
                  <a:pt x="26" y="220"/>
                </a:lnTo>
                <a:lnTo>
                  <a:pt x="32" y="222"/>
                </a:lnTo>
                <a:lnTo>
                  <a:pt x="34" y="222"/>
                </a:lnTo>
                <a:lnTo>
                  <a:pt x="34" y="246"/>
                </a:lnTo>
                <a:lnTo>
                  <a:pt x="36" y="250"/>
                </a:lnTo>
                <a:lnTo>
                  <a:pt x="40" y="254"/>
                </a:lnTo>
                <a:lnTo>
                  <a:pt x="44" y="256"/>
                </a:lnTo>
                <a:lnTo>
                  <a:pt x="86" y="256"/>
                </a:lnTo>
                <a:lnTo>
                  <a:pt x="86" y="194"/>
                </a:lnTo>
                <a:lnTo>
                  <a:pt x="88" y="190"/>
                </a:lnTo>
                <a:lnTo>
                  <a:pt x="90" y="188"/>
                </a:lnTo>
                <a:lnTo>
                  <a:pt x="94" y="184"/>
                </a:lnTo>
                <a:lnTo>
                  <a:pt x="102" y="184"/>
                </a:lnTo>
                <a:lnTo>
                  <a:pt x="114" y="184"/>
                </a:lnTo>
                <a:lnTo>
                  <a:pt x="132" y="184"/>
                </a:lnTo>
                <a:lnTo>
                  <a:pt x="146" y="184"/>
                </a:lnTo>
                <a:lnTo>
                  <a:pt x="152" y="184"/>
                </a:lnTo>
                <a:lnTo>
                  <a:pt x="156" y="188"/>
                </a:lnTo>
                <a:lnTo>
                  <a:pt x="160" y="190"/>
                </a:lnTo>
                <a:lnTo>
                  <a:pt x="160" y="194"/>
                </a:lnTo>
                <a:lnTo>
                  <a:pt x="160" y="256"/>
                </a:lnTo>
                <a:lnTo>
                  <a:pt x="204" y="256"/>
                </a:lnTo>
                <a:lnTo>
                  <a:pt x="208" y="254"/>
                </a:lnTo>
                <a:lnTo>
                  <a:pt x="210" y="250"/>
                </a:lnTo>
                <a:lnTo>
                  <a:pt x="212" y="246"/>
                </a:lnTo>
                <a:lnTo>
                  <a:pt x="212" y="222"/>
                </a:lnTo>
                <a:lnTo>
                  <a:pt x="216" y="222"/>
                </a:lnTo>
                <a:lnTo>
                  <a:pt x="220" y="220"/>
                </a:lnTo>
                <a:lnTo>
                  <a:pt x="224" y="216"/>
                </a:lnTo>
                <a:lnTo>
                  <a:pt x="226" y="210"/>
                </a:lnTo>
                <a:lnTo>
                  <a:pt x="226" y="192"/>
                </a:lnTo>
                <a:lnTo>
                  <a:pt x="212" y="192"/>
                </a:lnTo>
                <a:lnTo>
                  <a:pt x="212" y="186"/>
                </a:lnTo>
                <a:lnTo>
                  <a:pt x="216" y="186"/>
                </a:lnTo>
                <a:lnTo>
                  <a:pt x="220" y="186"/>
                </a:lnTo>
                <a:lnTo>
                  <a:pt x="224" y="184"/>
                </a:lnTo>
                <a:lnTo>
                  <a:pt x="228" y="180"/>
                </a:lnTo>
                <a:lnTo>
                  <a:pt x="230" y="172"/>
                </a:lnTo>
                <a:lnTo>
                  <a:pt x="238" y="78"/>
                </a:lnTo>
                <a:lnTo>
                  <a:pt x="218" y="78"/>
                </a:lnTo>
                <a:lnTo>
                  <a:pt x="220" y="70"/>
                </a:lnTo>
                <a:lnTo>
                  <a:pt x="238" y="70"/>
                </a:lnTo>
                <a:close/>
                <a:moveTo>
                  <a:pt x="72" y="242"/>
                </a:moveTo>
                <a:lnTo>
                  <a:pt x="56" y="242"/>
                </a:lnTo>
                <a:lnTo>
                  <a:pt x="54" y="242"/>
                </a:lnTo>
                <a:lnTo>
                  <a:pt x="54" y="240"/>
                </a:lnTo>
                <a:lnTo>
                  <a:pt x="52" y="180"/>
                </a:lnTo>
                <a:lnTo>
                  <a:pt x="72" y="180"/>
                </a:lnTo>
                <a:lnTo>
                  <a:pt x="72" y="242"/>
                </a:lnTo>
                <a:close/>
                <a:moveTo>
                  <a:pt x="194" y="240"/>
                </a:moveTo>
                <a:lnTo>
                  <a:pt x="194" y="240"/>
                </a:lnTo>
                <a:lnTo>
                  <a:pt x="192" y="242"/>
                </a:lnTo>
                <a:lnTo>
                  <a:pt x="190" y="242"/>
                </a:lnTo>
                <a:lnTo>
                  <a:pt x="174" y="242"/>
                </a:lnTo>
                <a:lnTo>
                  <a:pt x="174" y="180"/>
                </a:lnTo>
                <a:lnTo>
                  <a:pt x="194" y="180"/>
                </a:lnTo>
                <a:lnTo>
                  <a:pt x="194" y="240"/>
                </a:lnTo>
                <a:close/>
                <a:moveTo>
                  <a:pt x="220" y="86"/>
                </a:moveTo>
                <a:lnTo>
                  <a:pt x="220" y="86"/>
                </a:lnTo>
                <a:lnTo>
                  <a:pt x="216" y="162"/>
                </a:lnTo>
                <a:lnTo>
                  <a:pt x="214" y="166"/>
                </a:lnTo>
                <a:lnTo>
                  <a:pt x="208" y="168"/>
                </a:lnTo>
                <a:lnTo>
                  <a:pt x="200" y="170"/>
                </a:lnTo>
                <a:lnTo>
                  <a:pt x="48" y="170"/>
                </a:lnTo>
                <a:lnTo>
                  <a:pt x="38" y="168"/>
                </a:lnTo>
                <a:lnTo>
                  <a:pt x="34" y="166"/>
                </a:lnTo>
                <a:lnTo>
                  <a:pt x="30" y="162"/>
                </a:lnTo>
                <a:lnTo>
                  <a:pt x="26" y="86"/>
                </a:lnTo>
                <a:lnTo>
                  <a:pt x="220" y="86"/>
                </a:lnTo>
                <a:close/>
                <a:moveTo>
                  <a:pt x="208" y="62"/>
                </a:moveTo>
                <a:lnTo>
                  <a:pt x="208" y="78"/>
                </a:lnTo>
                <a:lnTo>
                  <a:pt x="38" y="78"/>
                </a:lnTo>
                <a:lnTo>
                  <a:pt x="38" y="62"/>
                </a:lnTo>
                <a:lnTo>
                  <a:pt x="24" y="62"/>
                </a:lnTo>
                <a:lnTo>
                  <a:pt x="24" y="54"/>
                </a:lnTo>
                <a:lnTo>
                  <a:pt x="224" y="54"/>
                </a:lnTo>
                <a:lnTo>
                  <a:pt x="222" y="62"/>
                </a:lnTo>
                <a:lnTo>
                  <a:pt x="208" y="62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421" name="Freeform 102">
            <a:extLst xmlns:a="http://schemas.openxmlformats.org/drawingml/2006/main">
              <a:ext uri="{FF2B5EF4-FFF2-40B4-BE49-F238E27FC236}">
                <a16:creationId xmlns:a16="http://schemas.microsoft.com/office/drawing/2014/main" id="{2674F676-587C-489C-A48E-3107AF884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7140" y="327553"/>
            <a:ext cx="281907" cy="291522"/>
          </a:xfrm>
          <a:custGeom xmlns:a="http://schemas.openxmlformats.org/drawingml/2006/main">
            <a:rect l="0" t="0" r="r" b="b"/>
            <a:pathLst>
              <a:path w="354" h="354">
                <a:moveTo>
                  <a:pt x="178" y="354"/>
                </a:moveTo>
                <a:lnTo>
                  <a:pt x="178" y="354"/>
                </a:lnTo>
                <a:lnTo>
                  <a:pt x="160" y="354"/>
                </a:lnTo>
                <a:lnTo>
                  <a:pt x="142" y="350"/>
                </a:lnTo>
                <a:lnTo>
                  <a:pt x="126" y="346"/>
                </a:lnTo>
                <a:lnTo>
                  <a:pt x="108" y="340"/>
                </a:lnTo>
                <a:lnTo>
                  <a:pt x="94" y="332"/>
                </a:lnTo>
                <a:lnTo>
                  <a:pt x="78" y="324"/>
                </a:lnTo>
                <a:lnTo>
                  <a:pt x="66" y="314"/>
                </a:lnTo>
                <a:lnTo>
                  <a:pt x="52" y="302"/>
                </a:lnTo>
                <a:lnTo>
                  <a:pt x="42" y="290"/>
                </a:lnTo>
                <a:lnTo>
                  <a:pt x="30" y="276"/>
                </a:lnTo>
                <a:lnTo>
                  <a:pt x="22" y="262"/>
                </a:lnTo>
                <a:lnTo>
                  <a:pt x="14" y="246"/>
                </a:lnTo>
                <a:lnTo>
                  <a:pt x="8" y="230"/>
                </a:lnTo>
                <a:lnTo>
                  <a:pt x="4" y="212"/>
                </a:lnTo>
                <a:lnTo>
                  <a:pt x="2" y="196"/>
                </a:lnTo>
                <a:lnTo>
                  <a:pt x="0" y="178"/>
                </a:lnTo>
                <a:lnTo>
                  <a:pt x="2" y="160"/>
                </a:lnTo>
                <a:lnTo>
                  <a:pt x="4" y="142"/>
                </a:lnTo>
                <a:lnTo>
                  <a:pt x="8" y="124"/>
                </a:lnTo>
                <a:lnTo>
                  <a:pt x="14" y="108"/>
                </a:lnTo>
                <a:lnTo>
                  <a:pt x="22" y="94"/>
                </a:lnTo>
                <a:lnTo>
                  <a:pt x="30" y="78"/>
                </a:lnTo>
                <a:lnTo>
                  <a:pt x="42" y="64"/>
                </a:lnTo>
                <a:lnTo>
                  <a:pt x="52" y="52"/>
                </a:lnTo>
                <a:lnTo>
                  <a:pt x="66" y="40"/>
                </a:lnTo>
                <a:lnTo>
                  <a:pt x="78" y="30"/>
                </a:lnTo>
                <a:lnTo>
                  <a:pt x="94" y="22"/>
                </a:lnTo>
                <a:lnTo>
                  <a:pt x="108" y="14"/>
                </a:lnTo>
                <a:lnTo>
                  <a:pt x="126" y="8"/>
                </a:lnTo>
                <a:lnTo>
                  <a:pt x="142" y="4"/>
                </a:lnTo>
                <a:lnTo>
                  <a:pt x="160" y="2"/>
                </a:lnTo>
                <a:lnTo>
                  <a:pt x="178" y="0"/>
                </a:lnTo>
                <a:lnTo>
                  <a:pt x="196" y="2"/>
                </a:lnTo>
                <a:lnTo>
                  <a:pt x="214" y="4"/>
                </a:lnTo>
                <a:lnTo>
                  <a:pt x="230" y="8"/>
                </a:lnTo>
                <a:lnTo>
                  <a:pt x="246" y="14"/>
                </a:lnTo>
                <a:lnTo>
                  <a:pt x="262" y="22"/>
                </a:lnTo>
                <a:lnTo>
                  <a:pt x="276" y="30"/>
                </a:lnTo>
                <a:lnTo>
                  <a:pt x="290" y="40"/>
                </a:lnTo>
                <a:lnTo>
                  <a:pt x="302" y="52"/>
                </a:lnTo>
                <a:lnTo>
                  <a:pt x="314" y="64"/>
                </a:lnTo>
                <a:lnTo>
                  <a:pt x="324" y="78"/>
                </a:lnTo>
                <a:lnTo>
                  <a:pt x="334" y="94"/>
                </a:lnTo>
                <a:lnTo>
                  <a:pt x="340" y="108"/>
                </a:lnTo>
                <a:lnTo>
                  <a:pt x="346" y="124"/>
                </a:lnTo>
                <a:lnTo>
                  <a:pt x="350" y="142"/>
                </a:lnTo>
                <a:lnTo>
                  <a:pt x="354" y="160"/>
                </a:lnTo>
                <a:lnTo>
                  <a:pt x="354" y="178"/>
                </a:lnTo>
                <a:lnTo>
                  <a:pt x="354" y="196"/>
                </a:lnTo>
                <a:lnTo>
                  <a:pt x="350" y="212"/>
                </a:lnTo>
                <a:lnTo>
                  <a:pt x="346" y="230"/>
                </a:lnTo>
                <a:lnTo>
                  <a:pt x="340" y="246"/>
                </a:lnTo>
                <a:lnTo>
                  <a:pt x="334" y="262"/>
                </a:lnTo>
                <a:lnTo>
                  <a:pt x="324" y="276"/>
                </a:lnTo>
                <a:lnTo>
                  <a:pt x="314" y="290"/>
                </a:lnTo>
                <a:lnTo>
                  <a:pt x="302" y="302"/>
                </a:lnTo>
                <a:lnTo>
                  <a:pt x="290" y="314"/>
                </a:lnTo>
                <a:lnTo>
                  <a:pt x="276" y="324"/>
                </a:lnTo>
                <a:lnTo>
                  <a:pt x="262" y="332"/>
                </a:lnTo>
                <a:lnTo>
                  <a:pt x="246" y="340"/>
                </a:lnTo>
                <a:lnTo>
                  <a:pt x="230" y="346"/>
                </a:lnTo>
                <a:lnTo>
                  <a:pt x="214" y="350"/>
                </a:lnTo>
                <a:lnTo>
                  <a:pt x="196" y="354"/>
                </a:lnTo>
                <a:lnTo>
                  <a:pt x="178" y="354"/>
                </a:lnTo>
                <a:close/>
                <a:moveTo>
                  <a:pt x="178" y="4"/>
                </a:moveTo>
                <a:lnTo>
                  <a:pt x="178" y="4"/>
                </a:lnTo>
                <a:lnTo>
                  <a:pt x="160" y="6"/>
                </a:lnTo>
                <a:lnTo>
                  <a:pt x="142" y="8"/>
                </a:lnTo>
                <a:lnTo>
                  <a:pt x="126" y="12"/>
                </a:lnTo>
                <a:lnTo>
                  <a:pt x="110" y="18"/>
                </a:lnTo>
                <a:lnTo>
                  <a:pt x="96" y="26"/>
                </a:lnTo>
                <a:lnTo>
                  <a:pt x="82" y="34"/>
                </a:lnTo>
                <a:lnTo>
                  <a:pt x="68" y="44"/>
                </a:lnTo>
                <a:lnTo>
                  <a:pt x="56" y="56"/>
                </a:lnTo>
                <a:lnTo>
                  <a:pt x="44" y="68"/>
                </a:lnTo>
                <a:lnTo>
                  <a:pt x="34" y="80"/>
                </a:lnTo>
                <a:lnTo>
                  <a:pt x="26" y="96"/>
                </a:lnTo>
                <a:lnTo>
                  <a:pt x="18" y="110"/>
                </a:lnTo>
                <a:lnTo>
                  <a:pt x="12" y="126"/>
                </a:lnTo>
                <a:lnTo>
                  <a:pt x="8" y="142"/>
                </a:lnTo>
                <a:lnTo>
                  <a:pt x="6" y="160"/>
                </a:lnTo>
                <a:lnTo>
                  <a:pt x="4" y="178"/>
                </a:lnTo>
                <a:lnTo>
                  <a:pt x="6" y="194"/>
                </a:lnTo>
                <a:lnTo>
                  <a:pt x="8" y="212"/>
                </a:lnTo>
                <a:lnTo>
                  <a:pt x="12" y="228"/>
                </a:lnTo>
                <a:lnTo>
                  <a:pt x="18" y="244"/>
                </a:lnTo>
                <a:lnTo>
                  <a:pt x="26" y="260"/>
                </a:lnTo>
                <a:lnTo>
                  <a:pt x="34" y="274"/>
                </a:lnTo>
                <a:lnTo>
                  <a:pt x="44" y="288"/>
                </a:lnTo>
                <a:lnTo>
                  <a:pt x="56" y="300"/>
                </a:lnTo>
                <a:lnTo>
                  <a:pt x="68" y="310"/>
                </a:lnTo>
                <a:lnTo>
                  <a:pt x="82" y="320"/>
                </a:lnTo>
                <a:lnTo>
                  <a:pt x="96" y="330"/>
                </a:lnTo>
                <a:lnTo>
                  <a:pt x="110" y="336"/>
                </a:lnTo>
                <a:lnTo>
                  <a:pt x="126" y="342"/>
                </a:lnTo>
                <a:lnTo>
                  <a:pt x="142" y="346"/>
                </a:lnTo>
                <a:lnTo>
                  <a:pt x="160" y="350"/>
                </a:lnTo>
                <a:lnTo>
                  <a:pt x="178" y="350"/>
                </a:lnTo>
                <a:lnTo>
                  <a:pt x="196" y="350"/>
                </a:lnTo>
                <a:lnTo>
                  <a:pt x="212" y="346"/>
                </a:lnTo>
                <a:lnTo>
                  <a:pt x="228" y="342"/>
                </a:lnTo>
                <a:lnTo>
                  <a:pt x="244" y="336"/>
                </a:lnTo>
                <a:lnTo>
                  <a:pt x="260" y="330"/>
                </a:lnTo>
                <a:lnTo>
                  <a:pt x="274" y="320"/>
                </a:lnTo>
                <a:lnTo>
                  <a:pt x="288" y="310"/>
                </a:lnTo>
                <a:lnTo>
                  <a:pt x="300" y="300"/>
                </a:lnTo>
                <a:lnTo>
                  <a:pt x="310" y="288"/>
                </a:lnTo>
                <a:lnTo>
                  <a:pt x="320" y="274"/>
                </a:lnTo>
                <a:lnTo>
                  <a:pt x="330" y="260"/>
                </a:lnTo>
                <a:lnTo>
                  <a:pt x="336" y="244"/>
                </a:lnTo>
                <a:lnTo>
                  <a:pt x="342" y="228"/>
                </a:lnTo>
                <a:lnTo>
                  <a:pt x="346" y="212"/>
                </a:lnTo>
                <a:lnTo>
                  <a:pt x="350" y="194"/>
                </a:lnTo>
                <a:lnTo>
                  <a:pt x="350" y="178"/>
                </a:lnTo>
                <a:lnTo>
                  <a:pt x="350" y="160"/>
                </a:lnTo>
                <a:lnTo>
                  <a:pt x="346" y="142"/>
                </a:lnTo>
                <a:lnTo>
                  <a:pt x="342" y="126"/>
                </a:lnTo>
                <a:lnTo>
                  <a:pt x="336" y="110"/>
                </a:lnTo>
                <a:lnTo>
                  <a:pt x="330" y="96"/>
                </a:lnTo>
                <a:lnTo>
                  <a:pt x="320" y="80"/>
                </a:lnTo>
                <a:lnTo>
                  <a:pt x="310" y="68"/>
                </a:lnTo>
                <a:lnTo>
                  <a:pt x="300" y="56"/>
                </a:lnTo>
                <a:lnTo>
                  <a:pt x="288" y="44"/>
                </a:lnTo>
                <a:lnTo>
                  <a:pt x="274" y="34"/>
                </a:lnTo>
                <a:lnTo>
                  <a:pt x="260" y="26"/>
                </a:lnTo>
                <a:lnTo>
                  <a:pt x="244" y="18"/>
                </a:lnTo>
                <a:lnTo>
                  <a:pt x="228" y="12"/>
                </a:lnTo>
                <a:lnTo>
                  <a:pt x="212" y="8"/>
                </a:lnTo>
                <a:lnTo>
                  <a:pt x="196" y="6"/>
                </a:lnTo>
                <a:lnTo>
                  <a:pt x="178" y="4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422" name="Freeform 103">
            <a:extLst xmlns:a="http://schemas.openxmlformats.org/drawingml/2006/main">
              <a:ext uri="{FF2B5EF4-FFF2-40B4-BE49-F238E27FC236}">
                <a16:creationId xmlns:a16="http://schemas.microsoft.com/office/drawing/2014/main" id="{F5939623-F2C0-4EC5-A8EC-B077D821E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7140" y="327553"/>
            <a:ext cx="281907" cy="291522"/>
          </a:xfrm>
          <a:custGeom xmlns:a="http://schemas.openxmlformats.org/drawingml/2006/main">
            <a:rect l="0" t="0" r="r" b="b"/>
            <a:pathLst>
              <a:path w="354" h="354">
                <a:moveTo>
                  <a:pt x="178" y="354"/>
                </a:moveTo>
                <a:lnTo>
                  <a:pt x="178" y="354"/>
                </a:lnTo>
                <a:lnTo>
                  <a:pt x="160" y="354"/>
                </a:lnTo>
                <a:lnTo>
                  <a:pt x="142" y="350"/>
                </a:lnTo>
                <a:lnTo>
                  <a:pt x="126" y="346"/>
                </a:lnTo>
                <a:lnTo>
                  <a:pt x="108" y="340"/>
                </a:lnTo>
                <a:lnTo>
                  <a:pt x="94" y="332"/>
                </a:lnTo>
                <a:lnTo>
                  <a:pt x="78" y="324"/>
                </a:lnTo>
                <a:lnTo>
                  <a:pt x="66" y="314"/>
                </a:lnTo>
                <a:lnTo>
                  <a:pt x="52" y="302"/>
                </a:lnTo>
                <a:lnTo>
                  <a:pt x="42" y="290"/>
                </a:lnTo>
                <a:lnTo>
                  <a:pt x="30" y="276"/>
                </a:lnTo>
                <a:lnTo>
                  <a:pt x="22" y="262"/>
                </a:lnTo>
                <a:lnTo>
                  <a:pt x="14" y="246"/>
                </a:lnTo>
                <a:lnTo>
                  <a:pt x="8" y="230"/>
                </a:lnTo>
                <a:lnTo>
                  <a:pt x="4" y="212"/>
                </a:lnTo>
                <a:lnTo>
                  <a:pt x="2" y="196"/>
                </a:lnTo>
                <a:lnTo>
                  <a:pt x="0" y="178"/>
                </a:lnTo>
                <a:lnTo>
                  <a:pt x="2" y="160"/>
                </a:lnTo>
                <a:lnTo>
                  <a:pt x="4" y="142"/>
                </a:lnTo>
                <a:lnTo>
                  <a:pt x="8" y="124"/>
                </a:lnTo>
                <a:lnTo>
                  <a:pt x="14" y="108"/>
                </a:lnTo>
                <a:lnTo>
                  <a:pt x="22" y="94"/>
                </a:lnTo>
                <a:lnTo>
                  <a:pt x="30" y="78"/>
                </a:lnTo>
                <a:lnTo>
                  <a:pt x="42" y="64"/>
                </a:lnTo>
                <a:lnTo>
                  <a:pt x="52" y="52"/>
                </a:lnTo>
                <a:lnTo>
                  <a:pt x="66" y="40"/>
                </a:lnTo>
                <a:lnTo>
                  <a:pt x="78" y="30"/>
                </a:lnTo>
                <a:lnTo>
                  <a:pt x="94" y="22"/>
                </a:lnTo>
                <a:lnTo>
                  <a:pt x="108" y="14"/>
                </a:lnTo>
                <a:lnTo>
                  <a:pt x="126" y="8"/>
                </a:lnTo>
                <a:lnTo>
                  <a:pt x="142" y="4"/>
                </a:lnTo>
                <a:lnTo>
                  <a:pt x="160" y="2"/>
                </a:lnTo>
                <a:lnTo>
                  <a:pt x="178" y="0"/>
                </a:lnTo>
                <a:lnTo>
                  <a:pt x="196" y="2"/>
                </a:lnTo>
                <a:lnTo>
                  <a:pt x="214" y="4"/>
                </a:lnTo>
                <a:lnTo>
                  <a:pt x="230" y="8"/>
                </a:lnTo>
                <a:lnTo>
                  <a:pt x="246" y="14"/>
                </a:lnTo>
                <a:lnTo>
                  <a:pt x="262" y="22"/>
                </a:lnTo>
                <a:lnTo>
                  <a:pt x="276" y="30"/>
                </a:lnTo>
                <a:lnTo>
                  <a:pt x="290" y="40"/>
                </a:lnTo>
                <a:lnTo>
                  <a:pt x="302" y="52"/>
                </a:lnTo>
                <a:lnTo>
                  <a:pt x="314" y="64"/>
                </a:lnTo>
                <a:lnTo>
                  <a:pt x="324" y="78"/>
                </a:lnTo>
                <a:lnTo>
                  <a:pt x="334" y="94"/>
                </a:lnTo>
                <a:lnTo>
                  <a:pt x="340" y="108"/>
                </a:lnTo>
                <a:lnTo>
                  <a:pt x="346" y="124"/>
                </a:lnTo>
                <a:lnTo>
                  <a:pt x="350" y="142"/>
                </a:lnTo>
                <a:lnTo>
                  <a:pt x="354" y="160"/>
                </a:lnTo>
                <a:lnTo>
                  <a:pt x="354" y="178"/>
                </a:lnTo>
                <a:lnTo>
                  <a:pt x="354" y="196"/>
                </a:lnTo>
                <a:lnTo>
                  <a:pt x="350" y="212"/>
                </a:lnTo>
                <a:lnTo>
                  <a:pt x="346" y="230"/>
                </a:lnTo>
                <a:lnTo>
                  <a:pt x="340" y="246"/>
                </a:lnTo>
                <a:lnTo>
                  <a:pt x="334" y="262"/>
                </a:lnTo>
                <a:lnTo>
                  <a:pt x="324" y="276"/>
                </a:lnTo>
                <a:lnTo>
                  <a:pt x="314" y="290"/>
                </a:lnTo>
                <a:lnTo>
                  <a:pt x="302" y="302"/>
                </a:lnTo>
                <a:lnTo>
                  <a:pt x="290" y="314"/>
                </a:lnTo>
                <a:lnTo>
                  <a:pt x="276" y="324"/>
                </a:lnTo>
                <a:lnTo>
                  <a:pt x="262" y="332"/>
                </a:lnTo>
                <a:lnTo>
                  <a:pt x="246" y="340"/>
                </a:lnTo>
                <a:lnTo>
                  <a:pt x="230" y="346"/>
                </a:lnTo>
                <a:lnTo>
                  <a:pt x="214" y="350"/>
                </a:lnTo>
                <a:lnTo>
                  <a:pt x="196" y="354"/>
                </a:lnTo>
                <a:lnTo>
                  <a:pt x="178" y="35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423" name="Freeform 104">
            <a:extLst xmlns:a="http://schemas.openxmlformats.org/drawingml/2006/main">
              <a:ext uri="{FF2B5EF4-FFF2-40B4-BE49-F238E27FC236}">
                <a16:creationId xmlns:a16="http://schemas.microsoft.com/office/drawing/2014/main" id="{46388B01-D24F-4EBA-8B86-21F20C32D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0325" y="330848"/>
            <a:ext cx="275536" cy="284934"/>
          </a:xfrm>
          <a:custGeom xmlns:a="http://schemas.openxmlformats.org/drawingml/2006/main">
            <a:rect l="0" t="0" r="r" b="b"/>
            <a:pathLst>
              <a:path w="346" h="346">
                <a:moveTo>
                  <a:pt x="174" y="0"/>
                </a:moveTo>
                <a:lnTo>
                  <a:pt x="174" y="0"/>
                </a:lnTo>
                <a:lnTo>
                  <a:pt x="156" y="2"/>
                </a:lnTo>
                <a:lnTo>
                  <a:pt x="138" y="4"/>
                </a:lnTo>
                <a:lnTo>
                  <a:pt x="122" y="8"/>
                </a:lnTo>
                <a:lnTo>
                  <a:pt x="106" y="14"/>
                </a:lnTo>
                <a:lnTo>
                  <a:pt x="92" y="22"/>
                </a:lnTo>
                <a:lnTo>
                  <a:pt x="78" y="30"/>
                </a:lnTo>
                <a:lnTo>
                  <a:pt x="64" y="40"/>
                </a:lnTo>
                <a:lnTo>
                  <a:pt x="52" y="52"/>
                </a:lnTo>
                <a:lnTo>
                  <a:pt x="40" y="64"/>
                </a:lnTo>
                <a:lnTo>
                  <a:pt x="30" y="76"/>
                </a:lnTo>
                <a:lnTo>
                  <a:pt x="22" y="92"/>
                </a:lnTo>
                <a:lnTo>
                  <a:pt x="14" y="106"/>
                </a:lnTo>
                <a:lnTo>
                  <a:pt x="8" y="122"/>
                </a:lnTo>
                <a:lnTo>
                  <a:pt x="4" y="138"/>
                </a:lnTo>
                <a:lnTo>
                  <a:pt x="2" y="156"/>
                </a:lnTo>
                <a:lnTo>
                  <a:pt x="0" y="174"/>
                </a:lnTo>
                <a:lnTo>
                  <a:pt x="2" y="190"/>
                </a:lnTo>
                <a:lnTo>
                  <a:pt x="4" y="208"/>
                </a:lnTo>
                <a:lnTo>
                  <a:pt x="8" y="224"/>
                </a:lnTo>
                <a:lnTo>
                  <a:pt x="14" y="240"/>
                </a:lnTo>
                <a:lnTo>
                  <a:pt x="22" y="256"/>
                </a:lnTo>
                <a:lnTo>
                  <a:pt x="30" y="270"/>
                </a:lnTo>
                <a:lnTo>
                  <a:pt x="40" y="284"/>
                </a:lnTo>
                <a:lnTo>
                  <a:pt x="52" y="296"/>
                </a:lnTo>
                <a:lnTo>
                  <a:pt x="64" y="306"/>
                </a:lnTo>
                <a:lnTo>
                  <a:pt x="78" y="316"/>
                </a:lnTo>
                <a:lnTo>
                  <a:pt x="92" y="326"/>
                </a:lnTo>
                <a:lnTo>
                  <a:pt x="106" y="332"/>
                </a:lnTo>
                <a:lnTo>
                  <a:pt x="122" y="338"/>
                </a:lnTo>
                <a:lnTo>
                  <a:pt x="138" y="342"/>
                </a:lnTo>
                <a:lnTo>
                  <a:pt x="156" y="346"/>
                </a:lnTo>
                <a:lnTo>
                  <a:pt x="174" y="346"/>
                </a:lnTo>
                <a:lnTo>
                  <a:pt x="192" y="346"/>
                </a:lnTo>
                <a:lnTo>
                  <a:pt x="208" y="342"/>
                </a:lnTo>
                <a:lnTo>
                  <a:pt x="224" y="338"/>
                </a:lnTo>
                <a:lnTo>
                  <a:pt x="240" y="332"/>
                </a:lnTo>
                <a:lnTo>
                  <a:pt x="256" y="326"/>
                </a:lnTo>
                <a:lnTo>
                  <a:pt x="270" y="316"/>
                </a:lnTo>
                <a:lnTo>
                  <a:pt x="284" y="306"/>
                </a:lnTo>
                <a:lnTo>
                  <a:pt x="296" y="296"/>
                </a:lnTo>
                <a:lnTo>
                  <a:pt x="306" y="284"/>
                </a:lnTo>
                <a:lnTo>
                  <a:pt x="316" y="270"/>
                </a:lnTo>
                <a:lnTo>
                  <a:pt x="326" y="256"/>
                </a:lnTo>
                <a:lnTo>
                  <a:pt x="332" y="240"/>
                </a:lnTo>
                <a:lnTo>
                  <a:pt x="338" y="224"/>
                </a:lnTo>
                <a:lnTo>
                  <a:pt x="342" y="208"/>
                </a:lnTo>
                <a:lnTo>
                  <a:pt x="346" y="190"/>
                </a:lnTo>
                <a:lnTo>
                  <a:pt x="346" y="174"/>
                </a:lnTo>
                <a:lnTo>
                  <a:pt x="346" y="156"/>
                </a:lnTo>
                <a:lnTo>
                  <a:pt x="342" y="138"/>
                </a:lnTo>
                <a:lnTo>
                  <a:pt x="338" y="122"/>
                </a:lnTo>
                <a:lnTo>
                  <a:pt x="332" y="106"/>
                </a:lnTo>
                <a:lnTo>
                  <a:pt x="326" y="92"/>
                </a:lnTo>
                <a:lnTo>
                  <a:pt x="316" y="76"/>
                </a:lnTo>
                <a:lnTo>
                  <a:pt x="306" y="64"/>
                </a:lnTo>
                <a:lnTo>
                  <a:pt x="296" y="52"/>
                </a:lnTo>
                <a:lnTo>
                  <a:pt x="284" y="40"/>
                </a:lnTo>
                <a:lnTo>
                  <a:pt x="270" y="30"/>
                </a:lnTo>
                <a:lnTo>
                  <a:pt x="256" y="22"/>
                </a:lnTo>
                <a:lnTo>
                  <a:pt x="240" y="14"/>
                </a:lnTo>
                <a:lnTo>
                  <a:pt x="224" y="8"/>
                </a:lnTo>
                <a:lnTo>
                  <a:pt x="208" y="4"/>
                </a:lnTo>
                <a:lnTo>
                  <a:pt x="192" y="2"/>
                </a:lnTo>
                <a:lnTo>
                  <a:pt x="174" y="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424" name="Freeform 105">
            <a:extLst xmlns:a="http://schemas.openxmlformats.org/drawingml/2006/main">
              <a:ext uri="{FF2B5EF4-FFF2-40B4-BE49-F238E27FC236}">
                <a16:creationId xmlns:a16="http://schemas.microsoft.com/office/drawing/2014/main" id="{6246F333-9446-4082-9A8B-206BD6122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7766" y="276496"/>
            <a:ext cx="382247" cy="395285"/>
          </a:xfrm>
          <a:custGeom xmlns:a="http://schemas.openxmlformats.org/drawingml/2006/main">
            <a:rect l="0" t="0" r="r" b="b"/>
            <a:pathLst>
              <a:path w="480" h="480">
                <a:moveTo>
                  <a:pt x="244" y="0"/>
                </a:moveTo>
                <a:lnTo>
                  <a:pt x="244" y="0"/>
                </a:lnTo>
                <a:lnTo>
                  <a:pt x="220" y="0"/>
                </a:lnTo>
                <a:lnTo>
                  <a:pt x="196" y="4"/>
                </a:lnTo>
                <a:lnTo>
                  <a:pt x="172" y="8"/>
                </a:lnTo>
                <a:lnTo>
                  <a:pt x="150" y="16"/>
                </a:lnTo>
                <a:lnTo>
                  <a:pt x="130" y="26"/>
                </a:lnTo>
                <a:lnTo>
                  <a:pt x="110" y="38"/>
                </a:lnTo>
                <a:lnTo>
                  <a:pt x="90" y="52"/>
                </a:lnTo>
                <a:lnTo>
                  <a:pt x="74" y="66"/>
                </a:lnTo>
                <a:lnTo>
                  <a:pt x="58" y="84"/>
                </a:lnTo>
                <a:lnTo>
                  <a:pt x="44" y="102"/>
                </a:lnTo>
                <a:lnTo>
                  <a:pt x="30" y="122"/>
                </a:lnTo>
                <a:lnTo>
                  <a:pt x="20" y="142"/>
                </a:lnTo>
                <a:lnTo>
                  <a:pt x="12" y="164"/>
                </a:lnTo>
                <a:lnTo>
                  <a:pt x="6" y="186"/>
                </a:lnTo>
                <a:lnTo>
                  <a:pt x="2" y="210"/>
                </a:lnTo>
                <a:lnTo>
                  <a:pt x="0" y="234"/>
                </a:lnTo>
                <a:lnTo>
                  <a:pt x="0" y="260"/>
                </a:lnTo>
                <a:lnTo>
                  <a:pt x="4" y="284"/>
                </a:lnTo>
                <a:lnTo>
                  <a:pt x="10" y="306"/>
                </a:lnTo>
                <a:lnTo>
                  <a:pt x="16" y="328"/>
                </a:lnTo>
                <a:lnTo>
                  <a:pt x="26" y="350"/>
                </a:lnTo>
                <a:lnTo>
                  <a:pt x="38" y="370"/>
                </a:lnTo>
                <a:lnTo>
                  <a:pt x="52" y="388"/>
                </a:lnTo>
                <a:lnTo>
                  <a:pt x="66" y="406"/>
                </a:lnTo>
                <a:lnTo>
                  <a:pt x="84" y="422"/>
                </a:lnTo>
                <a:lnTo>
                  <a:pt x="102" y="436"/>
                </a:lnTo>
                <a:lnTo>
                  <a:pt x="122" y="448"/>
                </a:lnTo>
                <a:lnTo>
                  <a:pt x="142" y="458"/>
                </a:lnTo>
                <a:lnTo>
                  <a:pt x="164" y="468"/>
                </a:lnTo>
                <a:lnTo>
                  <a:pt x="186" y="474"/>
                </a:lnTo>
                <a:lnTo>
                  <a:pt x="210" y="478"/>
                </a:lnTo>
                <a:lnTo>
                  <a:pt x="236" y="480"/>
                </a:lnTo>
                <a:lnTo>
                  <a:pt x="260" y="478"/>
                </a:lnTo>
                <a:lnTo>
                  <a:pt x="284" y="476"/>
                </a:lnTo>
                <a:lnTo>
                  <a:pt x="306" y="470"/>
                </a:lnTo>
                <a:lnTo>
                  <a:pt x="328" y="462"/>
                </a:lnTo>
                <a:lnTo>
                  <a:pt x="350" y="452"/>
                </a:lnTo>
                <a:lnTo>
                  <a:pt x="370" y="440"/>
                </a:lnTo>
                <a:lnTo>
                  <a:pt x="388" y="428"/>
                </a:lnTo>
                <a:lnTo>
                  <a:pt x="406" y="412"/>
                </a:lnTo>
                <a:lnTo>
                  <a:pt x="422" y="396"/>
                </a:lnTo>
                <a:lnTo>
                  <a:pt x="436" y="378"/>
                </a:lnTo>
                <a:lnTo>
                  <a:pt x="448" y="358"/>
                </a:lnTo>
                <a:lnTo>
                  <a:pt x="458" y="336"/>
                </a:lnTo>
                <a:lnTo>
                  <a:pt x="468" y="314"/>
                </a:lnTo>
                <a:lnTo>
                  <a:pt x="474" y="292"/>
                </a:lnTo>
                <a:lnTo>
                  <a:pt x="478" y="268"/>
                </a:lnTo>
                <a:lnTo>
                  <a:pt x="480" y="244"/>
                </a:lnTo>
                <a:lnTo>
                  <a:pt x="478" y="220"/>
                </a:lnTo>
                <a:lnTo>
                  <a:pt x="476" y="196"/>
                </a:lnTo>
                <a:lnTo>
                  <a:pt x="470" y="172"/>
                </a:lnTo>
                <a:lnTo>
                  <a:pt x="462" y="150"/>
                </a:lnTo>
                <a:lnTo>
                  <a:pt x="452" y="128"/>
                </a:lnTo>
                <a:lnTo>
                  <a:pt x="440" y="108"/>
                </a:lnTo>
                <a:lnTo>
                  <a:pt x="428" y="90"/>
                </a:lnTo>
                <a:lnTo>
                  <a:pt x="412" y="72"/>
                </a:lnTo>
                <a:lnTo>
                  <a:pt x="396" y="58"/>
                </a:lnTo>
                <a:lnTo>
                  <a:pt x="378" y="42"/>
                </a:lnTo>
                <a:lnTo>
                  <a:pt x="358" y="30"/>
                </a:lnTo>
                <a:lnTo>
                  <a:pt x="338" y="20"/>
                </a:lnTo>
                <a:lnTo>
                  <a:pt x="316" y="12"/>
                </a:lnTo>
                <a:lnTo>
                  <a:pt x="292" y="6"/>
                </a:lnTo>
                <a:lnTo>
                  <a:pt x="268" y="2"/>
                </a:lnTo>
                <a:lnTo>
                  <a:pt x="244" y="0"/>
                </a:lnTo>
                <a:close/>
                <a:moveTo>
                  <a:pt x="236" y="470"/>
                </a:moveTo>
                <a:lnTo>
                  <a:pt x="236" y="470"/>
                </a:lnTo>
                <a:lnTo>
                  <a:pt x="212" y="468"/>
                </a:lnTo>
                <a:lnTo>
                  <a:pt x="188" y="464"/>
                </a:lnTo>
                <a:lnTo>
                  <a:pt x="166" y="458"/>
                </a:lnTo>
                <a:lnTo>
                  <a:pt x="146" y="450"/>
                </a:lnTo>
                <a:lnTo>
                  <a:pt x="126" y="440"/>
                </a:lnTo>
                <a:lnTo>
                  <a:pt x="108" y="428"/>
                </a:lnTo>
                <a:lnTo>
                  <a:pt x="90" y="414"/>
                </a:lnTo>
                <a:lnTo>
                  <a:pt x="74" y="398"/>
                </a:lnTo>
                <a:lnTo>
                  <a:pt x="60" y="382"/>
                </a:lnTo>
                <a:lnTo>
                  <a:pt x="46" y="364"/>
                </a:lnTo>
                <a:lnTo>
                  <a:pt x="36" y="346"/>
                </a:lnTo>
                <a:lnTo>
                  <a:pt x="26" y="324"/>
                </a:lnTo>
                <a:lnTo>
                  <a:pt x="18" y="304"/>
                </a:lnTo>
                <a:lnTo>
                  <a:pt x="14" y="282"/>
                </a:lnTo>
                <a:lnTo>
                  <a:pt x="10" y="258"/>
                </a:lnTo>
                <a:lnTo>
                  <a:pt x="10" y="236"/>
                </a:lnTo>
                <a:lnTo>
                  <a:pt x="12" y="212"/>
                </a:lnTo>
                <a:lnTo>
                  <a:pt x="16" y="190"/>
                </a:lnTo>
                <a:lnTo>
                  <a:pt x="22" y="168"/>
                </a:lnTo>
                <a:lnTo>
                  <a:pt x="30" y="146"/>
                </a:lnTo>
                <a:lnTo>
                  <a:pt x="40" y="126"/>
                </a:lnTo>
                <a:lnTo>
                  <a:pt x="52" y="108"/>
                </a:lnTo>
                <a:lnTo>
                  <a:pt x="64" y="90"/>
                </a:lnTo>
                <a:lnTo>
                  <a:pt x="80" y="74"/>
                </a:lnTo>
                <a:lnTo>
                  <a:pt x="96" y="60"/>
                </a:lnTo>
                <a:lnTo>
                  <a:pt x="114" y="46"/>
                </a:lnTo>
                <a:lnTo>
                  <a:pt x="134" y="36"/>
                </a:lnTo>
                <a:lnTo>
                  <a:pt x="154" y="26"/>
                </a:lnTo>
                <a:lnTo>
                  <a:pt x="176" y="20"/>
                </a:lnTo>
                <a:lnTo>
                  <a:pt x="198" y="14"/>
                </a:lnTo>
                <a:lnTo>
                  <a:pt x="220" y="10"/>
                </a:lnTo>
                <a:lnTo>
                  <a:pt x="244" y="10"/>
                </a:lnTo>
                <a:lnTo>
                  <a:pt x="266" y="12"/>
                </a:lnTo>
                <a:lnTo>
                  <a:pt x="290" y="16"/>
                </a:lnTo>
                <a:lnTo>
                  <a:pt x="312" y="22"/>
                </a:lnTo>
                <a:lnTo>
                  <a:pt x="332" y="30"/>
                </a:lnTo>
                <a:lnTo>
                  <a:pt x="352" y="40"/>
                </a:lnTo>
                <a:lnTo>
                  <a:pt x="372" y="52"/>
                </a:lnTo>
                <a:lnTo>
                  <a:pt x="388" y="66"/>
                </a:lnTo>
                <a:lnTo>
                  <a:pt x="404" y="80"/>
                </a:lnTo>
                <a:lnTo>
                  <a:pt x="420" y="96"/>
                </a:lnTo>
                <a:lnTo>
                  <a:pt x="432" y="114"/>
                </a:lnTo>
                <a:lnTo>
                  <a:pt x="444" y="134"/>
                </a:lnTo>
                <a:lnTo>
                  <a:pt x="452" y="154"/>
                </a:lnTo>
                <a:lnTo>
                  <a:pt x="460" y="176"/>
                </a:lnTo>
                <a:lnTo>
                  <a:pt x="464" y="198"/>
                </a:lnTo>
                <a:lnTo>
                  <a:pt x="468" y="220"/>
                </a:lnTo>
                <a:lnTo>
                  <a:pt x="468" y="244"/>
                </a:lnTo>
                <a:lnTo>
                  <a:pt x="468" y="268"/>
                </a:lnTo>
                <a:lnTo>
                  <a:pt x="464" y="290"/>
                </a:lnTo>
                <a:lnTo>
                  <a:pt x="458" y="312"/>
                </a:lnTo>
                <a:lnTo>
                  <a:pt x="450" y="332"/>
                </a:lnTo>
                <a:lnTo>
                  <a:pt x="440" y="352"/>
                </a:lnTo>
                <a:lnTo>
                  <a:pt x="428" y="372"/>
                </a:lnTo>
                <a:lnTo>
                  <a:pt x="414" y="388"/>
                </a:lnTo>
                <a:lnTo>
                  <a:pt x="398" y="404"/>
                </a:lnTo>
                <a:lnTo>
                  <a:pt x="382" y="420"/>
                </a:lnTo>
                <a:lnTo>
                  <a:pt x="364" y="432"/>
                </a:lnTo>
                <a:lnTo>
                  <a:pt x="344" y="444"/>
                </a:lnTo>
                <a:lnTo>
                  <a:pt x="324" y="452"/>
                </a:lnTo>
                <a:lnTo>
                  <a:pt x="304" y="460"/>
                </a:lnTo>
                <a:lnTo>
                  <a:pt x="282" y="466"/>
                </a:lnTo>
                <a:lnTo>
                  <a:pt x="258" y="468"/>
                </a:lnTo>
                <a:lnTo>
                  <a:pt x="236" y="470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425" name="Freeform 106">
            <a:extLst xmlns:a="http://schemas.openxmlformats.org/drawingml/2006/main">
              <a:ext uri="{FF2B5EF4-FFF2-40B4-BE49-F238E27FC236}">
                <a16:creationId xmlns:a16="http://schemas.microsoft.com/office/drawing/2014/main" id="{593A6D36-6E0E-40C2-96A2-9F99610E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0980" y="546607"/>
            <a:ext cx="38224" cy="51057"/>
          </a:xfrm>
          <a:custGeom xmlns:a="http://schemas.openxmlformats.org/drawingml/2006/main">
            <a:rect l="0" t="0" r="r" b="b"/>
            <a:pathLst>
              <a:path w="48" h="62">
                <a:moveTo>
                  <a:pt x="40" y="0"/>
                </a:moveTo>
                <a:lnTo>
                  <a:pt x="48" y="0"/>
                </a:lnTo>
                <a:lnTo>
                  <a:pt x="48" y="34"/>
                </a:lnTo>
                <a:lnTo>
                  <a:pt x="46" y="42"/>
                </a:lnTo>
                <a:lnTo>
                  <a:pt x="44" y="50"/>
                </a:lnTo>
                <a:lnTo>
                  <a:pt x="42" y="54"/>
                </a:lnTo>
                <a:lnTo>
                  <a:pt x="38" y="58"/>
                </a:lnTo>
                <a:lnTo>
                  <a:pt x="32" y="60"/>
                </a:lnTo>
                <a:lnTo>
                  <a:pt x="24" y="62"/>
                </a:lnTo>
                <a:lnTo>
                  <a:pt x="16" y="60"/>
                </a:lnTo>
                <a:lnTo>
                  <a:pt x="10" y="58"/>
                </a:lnTo>
                <a:lnTo>
                  <a:pt x="6" y="54"/>
                </a:lnTo>
                <a:lnTo>
                  <a:pt x="2" y="50"/>
                </a:lnTo>
                <a:lnTo>
                  <a:pt x="0" y="44"/>
                </a:lnTo>
                <a:lnTo>
                  <a:pt x="0" y="34"/>
                </a:lnTo>
                <a:lnTo>
                  <a:pt x="0" y="0"/>
                </a:lnTo>
                <a:lnTo>
                  <a:pt x="8" y="0"/>
                </a:lnTo>
                <a:lnTo>
                  <a:pt x="8" y="34"/>
                </a:lnTo>
                <a:lnTo>
                  <a:pt x="10" y="46"/>
                </a:lnTo>
                <a:lnTo>
                  <a:pt x="12" y="50"/>
                </a:lnTo>
                <a:lnTo>
                  <a:pt x="14" y="52"/>
                </a:lnTo>
                <a:lnTo>
                  <a:pt x="22" y="54"/>
                </a:lnTo>
                <a:lnTo>
                  <a:pt x="30" y="54"/>
                </a:lnTo>
                <a:lnTo>
                  <a:pt x="36" y="50"/>
                </a:lnTo>
                <a:lnTo>
                  <a:pt x="38" y="44"/>
                </a:lnTo>
                <a:lnTo>
                  <a:pt x="40" y="34"/>
                </a:lnTo>
                <a:lnTo>
                  <a:pt x="40" y="0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426" name="Freeform 107">
            <a:extLst xmlns:a="http://schemas.openxmlformats.org/drawingml/2006/main">
              <a:ext uri="{FF2B5EF4-FFF2-40B4-BE49-F238E27FC236}">
                <a16:creationId xmlns:a16="http://schemas.microsoft.com/office/drawing/2014/main" id="{0027C9ED-7EB0-42B8-9303-A4D205B93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761" y="559783"/>
            <a:ext cx="27075" cy="36234"/>
          </a:xfrm>
          <a:custGeom xmlns:a="http://schemas.openxmlformats.org/drawingml/2006/main">
            <a:rect l="0" t="0" r="r" b="b"/>
            <a:pathLst>
              <a:path w="34" h="44">
                <a:moveTo>
                  <a:pt x="0" y="44"/>
                </a:moveTo>
                <a:lnTo>
                  <a:pt x="0" y="0"/>
                </a:lnTo>
                <a:lnTo>
                  <a:pt x="6" y="0"/>
                </a:lnTo>
                <a:lnTo>
                  <a:pt x="6" y="6"/>
                </a:lnTo>
                <a:lnTo>
                  <a:pt x="12" y="2"/>
                </a:lnTo>
                <a:lnTo>
                  <a:pt x="20" y="0"/>
                </a:lnTo>
                <a:lnTo>
                  <a:pt x="28" y="0"/>
                </a:lnTo>
                <a:lnTo>
                  <a:pt x="32" y="4"/>
                </a:lnTo>
                <a:lnTo>
                  <a:pt x="34" y="10"/>
                </a:lnTo>
                <a:lnTo>
                  <a:pt x="34" y="18"/>
                </a:lnTo>
                <a:lnTo>
                  <a:pt x="34" y="44"/>
                </a:lnTo>
                <a:lnTo>
                  <a:pt x="28" y="44"/>
                </a:lnTo>
                <a:lnTo>
                  <a:pt x="28" y="18"/>
                </a:lnTo>
                <a:lnTo>
                  <a:pt x="26" y="10"/>
                </a:lnTo>
                <a:lnTo>
                  <a:pt x="24" y="8"/>
                </a:lnTo>
                <a:lnTo>
                  <a:pt x="18" y="6"/>
                </a:lnTo>
                <a:lnTo>
                  <a:pt x="14" y="6"/>
                </a:lnTo>
                <a:lnTo>
                  <a:pt x="10" y="8"/>
                </a:lnTo>
                <a:lnTo>
                  <a:pt x="8" y="14"/>
                </a:lnTo>
                <a:lnTo>
                  <a:pt x="6" y="20"/>
                </a:lnTo>
                <a:lnTo>
                  <a:pt x="6" y="44"/>
                </a:lnTo>
                <a:lnTo>
                  <a:pt x="0" y="44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427" name="Freeform 108">
            <a:extLst xmlns:a="http://schemas.openxmlformats.org/drawingml/2006/main">
              <a:ext uri="{FF2B5EF4-FFF2-40B4-BE49-F238E27FC236}">
                <a16:creationId xmlns:a16="http://schemas.microsoft.com/office/drawing/2014/main" id="{6CC00269-5ECA-409D-99F4-DB43CE520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5393" y="546607"/>
            <a:ext cx="6370" cy="49410"/>
          </a:xfrm>
          <a:custGeom xmlns:a="http://schemas.openxmlformats.org/drawingml/2006/main">
            <a:rect l="0" t="0" r="r" b="b"/>
            <a:pathLst>
              <a:path w="8" h="60">
                <a:moveTo>
                  <a:pt x="0" y="8"/>
                </a:moveTo>
                <a:lnTo>
                  <a:pt x="0" y="0"/>
                </a:lnTo>
                <a:lnTo>
                  <a:pt x="8" y="0"/>
                </a:lnTo>
                <a:lnTo>
                  <a:pt x="8" y="8"/>
                </a:lnTo>
                <a:lnTo>
                  <a:pt x="0" y="8"/>
                </a:lnTo>
                <a:close/>
                <a:moveTo>
                  <a:pt x="0" y="60"/>
                </a:moveTo>
                <a:lnTo>
                  <a:pt x="0" y="16"/>
                </a:lnTo>
                <a:lnTo>
                  <a:pt x="8" y="16"/>
                </a:lnTo>
                <a:lnTo>
                  <a:pt x="8" y="60"/>
                </a:lnTo>
                <a:lnTo>
                  <a:pt x="0" y="60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428" name="Freeform 109">
            <a:extLst xmlns:a="http://schemas.openxmlformats.org/drawingml/2006/main">
              <a:ext uri="{FF2B5EF4-FFF2-40B4-BE49-F238E27FC236}">
                <a16:creationId xmlns:a16="http://schemas.microsoft.com/office/drawing/2014/main" id="{43AFB334-B32C-48CA-B335-5D29F62C2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6542" y="559783"/>
            <a:ext cx="31853" cy="36234"/>
          </a:xfrm>
          <a:custGeom xmlns:a="http://schemas.openxmlformats.org/drawingml/2006/main">
            <a:rect l="0" t="0" r="r" b="b"/>
            <a:pathLst>
              <a:path w="40" h="44">
                <a:moveTo>
                  <a:pt x="16" y="44"/>
                </a:moveTo>
                <a:lnTo>
                  <a:pt x="0" y="0"/>
                </a:lnTo>
                <a:lnTo>
                  <a:pt x="8" y="0"/>
                </a:lnTo>
                <a:lnTo>
                  <a:pt x="18" y="26"/>
                </a:lnTo>
                <a:lnTo>
                  <a:pt x="20" y="36"/>
                </a:lnTo>
                <a:lnTo>
                  <a:pt x="24" y="28"/>
                </a:lnTo>
                <a:lnTo>
                  <a:pt x="32" y="0"/>
                </a:lnTo>
                <a:lnTo>
                  <a:pt x="40" y="0"/>
                </a:lnTo>
                <a:lnTo>
                  <a:pt x="24" y="44"/>
                </a:lnTo>
                <a:lnTo>
                  <a:pt x="16" y="44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429" name="Freeform 110">
            <a:extLst xmlns:a="http://schemas.openxmlformats.org/drawingml/2006/main">
              <a:ext uri="{FF2B5EF4-FFF2-40B4-BE49-F238E27FC236}">
                <a16:creationId xmlns:a16="http://schemas.microsoft.com/office/drawing/2014/main" id="{166C3AF5-5D51-4018-A95C-632C687FF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582" y="559783"/>
            <a:ext cx="31853" cy="37881"/>
          </a:xfrm>
          <a:custGeom xmlns:a="http://schemas.openxmlformats.org/drawingml/2006/main">
            <a:rect l="0" t="0" r="r" b="b"/>
            <a:pathLst>
              <a:path w="40" h="46">
                <a:moveTo>
                  <a:pt x="32" y="30"/>
                </a:moveTo>
                <a:lnTo>
                  <a:pt x="40" y="30"/>
                </a:lnTo>
                <a:lnTo>
                  <a:pt x="38" y="36"/>
                </a:lnTo>
                <a:lnTo>
                  <a:pt x="34" y="42"/>
                </a:lnTo>
                <a:lnTo>
                  <a:pt x="28" y="44"/>
                </a:lnTo>
                <a:lnTo>
                  <a:pt x="22" y="46"/>
                </a:lnTo>
                <a:lnTo>
                  <a:pt x="12" y="44"/>
                </a:lnTo>
                <a:lnTo>
                  <a:pt x="6" y="40"/>
                </a:lnTo>
                <a:lnTo>
                  <a:pt x="2" y="32"/>
                </a:lnTo>
                <a:lnTo>
                  <a:pt x="0" y="22"/>
                </a:lnTo>
                <a:lnTo>
                  <a:pt x="2" y="12"/>
                </a:lnTo>
                <a:lnTo>
                  <a:pt x="6" y="6"/>
                </a:lnTo>
                <a:lnTo>
                  <a:pt x="12" y="2"/>
                </a:lnTo>
                <a:lnTo>
                  <a:pt x="20" y="0"/>
                </a:lnTo>
                <a:lnTo>
                  <a:pt x="28" y="0"/>
                </a:lnTo>
                <a:lnTo>
                  <a:pt x="36" y="6"/>
                </a:lnTo>
                <a:lnTo>
                  <a:pt x="40" y="12"/>
                </a:lnTo>
                <a:lnTo>
                  <a:pt x="40" y="22"/>
                </a:lnTo>
                <a:lnTo>
                  <a:pt x="40" y="24"/>
                </a:lnTo>
                <a:lnTo>
                  <a:pt x="8" y="24"/>
                </a:lnTo>
                <a:lnTo>
                  <a:pt x="10" y="30"/>
                </a:lnTo>
                <a:lnTo>
                  <a:pt x="12" y="36"/>
                </a:lnTo>
                <a:lnTo>
                  <a:pt x="16" y="38"/>
                </a:lnTo>
                <a:lnTo>
                  <a:pt x="22" y="38"/>
                </a:lnTo>
                <a:lnTo>
                  <a:pt x="26" y="38"/>
                </a:lnTo>
                <a:lnTo>
                  <a:pt x="28" y="36"/>
                </a:lnTo>
                <a:lnTo>
                  <a:pt x="30" y="34"/>
                </a:lnTo>
                <a:lnTo>
                  <a:pt x="32" y="30"/>
                </a:lnTo>
                <a:close/>
                <a:moveTo>
                  <a:pt x="8" y="18"/>
                </a:moveTo>
                <a:lnTo>
                  <a:pt x="34" y="18"/>
                </a:lnTo>
                <a:lnTo>
                  <a:pt x="32" y="14"/>
                </a:lnTo>
                <a:lnTo>
                  <a:pt x="30" y="10"/>
                </a:lnTo>
                <a:lnTo>
                  <a:pt x="26" y="6"/>
                </a:lnTo>
                <a:lnTo>
                  <a:pt x="22" y="6"/>
                </a:lnTo>
                <a:lnTo>
                  <a:pt x="16" y="6"/>
                </a:lnTo>
                <a:lnTo>
                  <a:pt x="12" y="8"/>
                </a:lnTo>
                <a:lnTo>
                  <a:pt x="10" y="12"/>
                </a:lnTo>
                <a:lnTo>
                  <a:pt x="8" y="18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430" name="Freeform 111">
            <a:extLst xmlns:a="http://schemas.openxmlformats.org/drawingml/2006/main">
              <a:ext uri="{FF2B5EF4-FFF2-40B4-BE49-F238E27FC236}">
                <a16:creationId xmlns:a16="http://schemas.microsoft.com/office/drawing/2014/main" id="{8230B996-C724-47AB-BC0C-DE0DB9A20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1399" y="559783"/>
            <a:ext cx="19112" cy="36234"/>
          </a:xfrm>
          <a:custGeom xmlns:a="http://schemas.openxmlformats.org/drawingml/2006/main">
            <a:rect l="0" t="0" r="r" b="b"/>
            <a:pathLst>
              <a:path w="24" h="44">
                <a:moveTo>
                  <a:pt x="0" y="44"/>
                </a:moveTo>
                <a:lnTo>
                  <a:pt x="0" y="0"/>
                </a:lnTo>
                <a:lnTo>
                  <a:pt x="6" y="0"/>
                </a:lnTo>
                <a:lnTo>
                  <a:pt x="6" y="8"/>
                </a:lnTo>
                <a:lnTo>
                  <a:pt x="12" y="0"/>
                </a:lnTo>
                <a:lnTo>
                  <a:pt x="16" y="0"/>
                </a:lnTo>
                <a:lnTo>
                  <a:pt x="24" y="2"/>
                </a:lnTo>
                <a:lnTo>
                  <a:pt x="20" y="8"/>
                </a:lnTo>
                <a:lnTo>
                  <a:pt x="16" y="8"/>
                </a:lnTo>
                <a:lnTo>
                  <a:pt x="12" y="8"/>
                </a:lnTo>
                <a:lnTo>
                  <a:pt x="8" y="12"/>
                </a:lnTo>
                <a:lnTo>
                  <a:pt x="8" y="22"/>
                </a:lnTo>
                <a:lnTo>
                  <a:pt x="8" y="44"/>
                </a:lnTo>
                <a:lnTo>
                  <a:pt x="0" y="44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431" name="Freeform 112">
            <a:extLst xmlns:a="http://schemas.openxmlformats.org/drawingml/2006/main">
              <a:ext uri="{FF2B5EF4-FFF2-40B4-BE49-F238E27FC236}">
                <a16:creationId xmlns:a16="http://schemas.microsoft.com/office/drawing/2014/main" id="{F041B173-01A8-439E-AD4F-594DAB792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2104" y="559783"/>
            <a:ext cx="28668" cy="37881"/>
          </a:xfrm>
          <a:custGeom xmlns:a="http://schemas.openxmlformats.org/drawingml/2006/main">
            <a:rect l="0" t="0" r="r" b="b"/>
            <a:pathLst>
              <a:path w="36" h="46">
                <a:moveTo>
                  <a:pt x="0" y="30"/>
                </a:moveTo>
                <a:lnTo>
                  <a:pt x="6" y="30"/>
                </a:lnTo>
                <a:lnTo>
                  <a:pt x="8" y="34"/>
                </a:lnTo>
                <a:lnTo>
                  <a:pt x="10" y="36"/>
                </a:lnTo>
                <a:lnTo>
                  <a:pt x="14" y="38"/>
                </a:lnTo>
                <a:lnTo>
                  <a:pt x="18" y="38"/>
                </a:lnTo>
                <a:lnTo>
                  <a:pt x="22" y="38"/>
                </a:lnTo>
                <a:lnTo>
                  <a:pt x="26" y="36"/>
                </a:lnTo>
                <a:lnTo>
                  <a:pt x="28" y="34"/>
                </a:lnTo>
                <a:lnTo>
                  <a:pt x="28" y="32"/>
                </a:lnTo>
                <a:lnTo>
                  <a:pt x="26" y="28"/>
                </a:lnTo>
                <a:lnTo>
                  <a:pt x="18" y="26"/>
                </a:lnTo>
                <a:lnTo>
                  <a:pt x="6" y="22"/>
                </a:lnTo>
                <a:lnTo>
                  <a:pt x="2" y="18"/>
                </a:lnTo>
                <a:lnTo>
                  <a:pt x="0" y="12"/>
                </a:lnTo>
                <a:lnTo>
                  <a:pt x="2" y="6"/>
                </a:lnTo>
                <a:lnTo>
                  <a:pt x="6" y="2"/>
                </a:lnTo>
                <a:lnTo>
                  <a:pt x="10" y="0"/>
                </a:lnTo>
                <a:lnTo>
                  <a:pt x="16" y="0"/>
                </a:lnTo>
                <a:lnTo>
                  <a:pt x="26" y="0"/>
                </a:lnTo>
                <a:lnTo>
                  <a:pt x="32" y="4"/>
                </a:lnTo>
                <a:lnTo>
                  <a:pt x="34" y="12"/>
                </a:lnTo>
                <a:lnTo>
                  <a:pt x="26" y="12"/>
                </a:lnTo>
                <a:lnTo>
                  <a:pt x="24" y="8"/>
                </a:lnTo>
                <a:lnTo>
                  <a:pt x="16" y="6"/>
                </a:lnTo>
                <a:lnTo>
                  <a:pt x="10" y="8"/>
                </a:lnTo>
                <a:lnTo>
                  <a:pt x="8" y="12"/>
                </a:lnTo>
                <a:lnTo>
                  <a:pt x="8" y="14"/>
                </a:lnTo>
                <a:lnTo>
                  <a:pt x="12" y="16"/>
                </a:lnTo>
                <a:lnTo>
                  <a:pt x="18" y="18"/>
                </a:lnTo>
                <a:lnTo>
                  <a:pt x="28" y="22"/>
                </a:lnTo>
                <a:lnTo>
                  <a:pt x="34" y="24"/>
                </a:lnTo>
                <a:lnTo>
                  <a:pt x="36" y="32"/>
                </a:lnTo>
                <a:lnTo>
                  <a:pt x="34" y="38"/>
                </a:lnTo>
                <a:lnTo>
                  <a:pt x="26" y="44"/>
                </a:lnTo>
                <a:lnTo>
                  <a:pt x="18" y="46"/>
                </a:lnTo>
                <a:lnTo>
                  <a:pt x="10" y="44"/>
                </a:lnTo>
                <a:lnTo>
                  <a:pt x="4" y="42"/>
                </a:lnTo>
                <a:lnTo>
                  <a:pt x="2" y="38"/>
                </a:lnTo>
                <a:lnTo>
                  <a:pt x="0" y="30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432" name="Freeform 113">
            <a:extLst xmlns:a="http://schemas.openxmlformats.org/drawingml/2006/main">
              <a:ext uri="{FF2B5EF4-FFF2-40B4-BE49-F238E27FC236}">
                <a16:creationId xmlns:a16="http://schemas.microsoft.com/office/drawing/2014/main" id="{52C9B271-0670-4C65-BB9A-A778D36A8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7144" y="546607"/>
            <a:ext cx="6370" cy="49410"/>
          </a:xfrm>
          <a:custGeom xmlns:a="http://schemas.openxmlformats.org/drawingml/2006/main">
            <a:rect l="0" t="0" r="r" b="b"/>
            <a:pathLst>
              <a:path w="8" h="60">
                <a:moveTo>
                  <a:pt x="0" y="8"/>
                </a:moveTo>
                <a:lnTo>
                  <a:pt x="0" y="0"/>
                </a:lnTo>
                <a:lnTo>
                  <a:pt x="8" y="0"/>
                </a:lnTo>
                <a:lnTo>
                  <a:pt x="8" y="8"/>
                </a:lnTo>
                <a:lnTo>
                  <a:pt x="0" y="8"/>
                </a:lnTo>
                <a:close/>
                <a:moveTo>
                  <a:pt x="0" y="60"/>
                </a:moveTo>
                <a:lnTo>
                  <a:pt x="0" y="16"/>
                </a:lnTo>
                <a:lnTo>
                  <a:pt x="8" y="16"/>
                </a:lnTo>
                <a:lnTo>
                  <a:pt x="8" y="60"/>
                </a:lnTo>
                <a:lnTo>
                  <a:pt x="0" y="60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433" name="Freeform 114">
            <a:extLst xmlns:a="http://schemas.openxmlformats.org/drawingml/2006/main">
              <a:ext uri="{FF2B5EF4-FFF2-40B4-BE49-F238E27FC236}">
                <a16:creationId xmlns:a16="http://schemas.microsoft.com/office/drawing/2014/main" id="{C477E56E-03FE-44DA-B8C2-5D423616F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8293" y="548254"/>
            <a:ext cx="17519" cy="47763"/>
          </a:xfrm>
          <a:custGeom xmlns:a="http://schemas.openxmlformats.org/drawingml/2006/main">
            <a:rect l="0" t="0" r="r" b="b"/>
            <a:pathLst>
              <a:path w="22" h="58">
                <a:moveTo>
                  <a:pt x="22" y="52"/>
                </a:moveTo>
                <a:lnTo>
                  <a:pt x="22" y="58"/>
                </a:lnTo>
                <a:lnTo>
                  <a:pt x="16" y="58"/>
                </a:lnTo>
                <a:lnTo>
                  <a:pt x="10" y="58"/>
                </a:lnTo>
                <a:lnTo>
                  <a:pt x="6" y="54"/>
                </a:lnTo>
                <a:lnTo>
                  <a:pt x="6" y="46"/>
                </a:lnTo>
                <a:lnTo>
                  <a:pt x="6" y="20"/>
                </a:lnTo>
                <a:lnTo>
                  <a:pt x="0" y="20"/>
                </a:lnTo>
                <a:lnTo>
                  <a:pt x="0" y="14"/>
                </a:lnTo>
                <a:lnTo>
                  <a:pt x="6" y="14"/>
                </a:lnTo>
                <a:lnTo>
                  <a:pt x="6" y="4"/>
                </a:lnTo>
                <a:lnTo>
                  <a:pt x="14" y="0"/>
                </a:lnTo>
                <a:lnTo>
                  <a:pt x="14" y="14"/>
                </a:lnTo>
                <a:lnTo>
                  <a:pt x="22" y="14"/>
                </a:lnTo>
                <a:lnTo>
                  <a:pt x="22" y="20"/>
                </a:lnTo>
                <a:lnTo>
                  <a:pt x="14" y="20"/>
                </a:lnTo>
                <a:lnTo>
                  <a:pt x="14" y="46"/>
                </a:lnTo>
                <a:lnTo>
                  <a:pt x="14" y="50"/>
                </a:lnTo>
                <a:lnTo>
                  <a:pt x="16" y="52"/>
                </a:lnTo>
                <a:lnTo>
                  <a:pt x="18" y="52"/>
                </a:lnTo>
                <a:lnTo>
                  <a:pt x="22" y="52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434" name="Freeform 115">
            <a:extLst xmlns:a="http://schemas.openxmlformats.org/drawingml/2006/main">
              <a:ext uri="{FF2B5EF4-FFF2-40B4-BE49-F238E27FC236}">
                <a16:creationId xmlns:a16="http://schemas.microsoft.com/office/drawing/2014/main" id="{9FB22CFA-F7E6-4B98-9A65-C8D7A6F37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7405" y="559783"/>
            <a:ext cx="31853" cy="51057"/>
          </a:xfrm>
          <a:custGeom xmlns:a="http://schemas.openxmlformats.org/drawingml/2006/main">
            <a:rect l="0" t="0" r="r" b="b"/>
            <a:pathLst>
              <a:path w="40" h="62">
                <a:moveTo>
                  <a:pt x="4" y="60"/>
                </a:moveTo>
                <a:lnTo>
                  <a:pt x="2" y="54"/>
                </a:lnTo>
                <a:lnTo>
                  <a:pt x="8" y="54"/>
                </a:lnTo>
                <a:lnTo>
                  <a:pt x="12" y="54"/>
                </a:lnTo>
                <a:lnTo>
                  <a:pt x="14" y="52"/>
                </a:lnTo>
                <a:lnTo>
                  <a:pt x="16" y="46"/>
                </a:lnTo>
                <a:lnTo>
                  <a:pt x="16" y="44"/>
                </a:lnTo>
                <a:lnTo>
                  <a:pt x="0" y="0"/>
                </a:lnTo>
                <a:lnTo>
                  <a:pt x="8" y="0"/>
                </a:lnTo>
                <a:lnTo>
                  <a:pt x="18" y="26"/>
                </a:lnTo>
                <a:lnTo>
                  <a:pt x="20" y="36"/>
                </a:lnTo>
                <a:lnTo>
                  <a:pt x="24" y="26"/>
                </a:lnTo>
                <a:lnTo>
                  <a:pt x="32" y="0"/>
                </a:lnTo>
                <a:lnTo>
                  <a:pt x="40" y="0"/>
                </a:lnTo>
                <a:lnTo>
                  <a:pt x="24" y="44"/>
                </a:lnTo>
                <a:lnTo>
                  <a:pt x="20" y="54"/>
                </a:lnTo>
                <a:lnTo>
                  <a:pt x="14" y="60"/>
                </a:lnTo>
                <a:lnTo>
                  <a:pt x="8" y="62"/>
                </a:lnTo>
                <a:lnTo>
                  <a:pt x="4" y="60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435" name="Freeform 116">
            <a:extLst xmlns:a="http://schemas.openxmlformats.org/drawingml/2006/main">
              <a:ext uri="{FF2B5EF4-FFF2-40B4-BE49-F238E27FC236}">
                <a16:creationId xmlns:a16="http://schemas.microsoft.com/office/drawing/2014/main" id="{B1C63B83-61CD-4651-84D4-EEDD1D453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9964" y="559783"/>
            <a:ext cx="33446" cy="37881"/>
          </a:xfrm>
          <a:custGeom xmlns:a="http://schemas.openxmlformats.org/drawingml/2006/main">
            <a:rect l="0" t="0" r="r" b="b"/>
            <a:pathLst>
              <a:path w="42" h="46">
                <a:moveTo>
                  <a:pt x="0" y="22"/>
                </a:moveTo>
                <a:lnTo>
                  <a:pt x="0" y="22"/>
                </a:lnTo>
                <a:lnTo>
                  <a:pt x="2" y="12"/>
                </a:lnTo>
                <a:lnTo>
                  <a:pt x="8" y="4"/>
                </a:lnTo>
                <a:lnTo>
                  <a:pt x="14" y="0"/>
                </a:lnTo>
                <a:lnTo>
                  <a:pt x="22" y="0"/>
                </a:lnTo>
                <a:lnTo>
                  <a:pt x="30" y="0"/>
                </a:lnTo>
                <a:lnTo>
                  <a:pt x="36" y="6"/>
                </a:lnTo>
                <a:lnTo>
                  <a:pt x="40" y="12"/>
                </a:lnTo>
                <a:lnTo>
                  <a:pt x="42" y="22"/>
                </a:lnTo>
                <a:lnTo>
                  <a:pt x="42" y="30"/>
                </a:lnTo>
                <a:lnTo>
                  <a:pt x="40" y="34"/>
                </a:lnTo>
                <a:lnTo>
                  <a:pt x="36" y="40"/>
                </a:lnTo>
                <a:lnTo>
                  <a:pt x="32" y="42"/>
                </a:lnTo>
                <a:lnTo>
                  <a:pt x="26" y="44"/>
                </a:lnTo>
                <a:lnTo>
                  <a:pt x="22" y="46"/>
                </a:lnTo>
                <a:lnTo>
                  <a:pt x="14" y="44"/>
                </a:lnTo>
                <a:lnTo>
                  <a:pt x="6" y="40"/>
                </a:lnTo>
                <a:lnTo>
                  <a:pt x="2" y="32"/>
                </a:lnTo>
                <a:lnTo>
                  <a:pt x="0" y="22"/>
                </a:lnTo>
                <a:close/>
                <a:moveTo>
                  <a:pt x="8" y="22"/>
                </a:moveTo>
                <a:lnTo>
                  <a:pt x="8" y="22"/>
                </a:lnTo>
                <a:lnTo>
                  <a:pt x="10" y="30"/>
                </a:lnTo>
                <a:lnTo>
                  <a:pt x="12" y="34"/>
                </a:lnTo>
                <a:lnTo>
                  <a:pt x="16" y="38"/>
                </a:lnTo>
                <a:lnTo>
                  <a:pt x="22" y="38"/>
                </a:lnTo>
                <a:lnTo>
                  <a:pt x="26" y="38"/>
                </a:lnTo>
                <a:lnTo>
                  <a:pt x="30" y="34"/>
                </a:lnTo>
                <a:lnTo>
                  <a:pt x="34" y="30"/>
                </a:lnTo>
                <a:lnTo>
                  <a:pt x="34" y="22"/>
                </a:lnTo>
                <a:lnTo>
                  <a:pt x="34" y="14"/>
                </a:lnTo>
                <a:lnTo>
                  <a:pt x="30" y="10"/>
                </a:lnTo>
                <a:lnTo>
                  <a:pt x="26" y="6"/>
                </a:lnTo>
                <a:lnTo>
                  <a:pt x="22" y="6"/>
                </a:lnTo>
                <a:lnTo>
                  <a:pt x="16" y="6"/>
                </a:lnTo>
                <a:lnTo>
                  <a:pt x="12" y="10"/>
                </a:lnTo>
                <a:lnTo>
                  <a:pt x="10" y="14"/>
                </a:lnTo>
                <a:lnTo>
                  <a:pt x="8" y="22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436" name="Freeform 117">
            <a:extLst xmlns:a="http://schemas.openxmlformats.org/drawingml/2006/main">
              <a:ext uri="{FF2B5EF4-FFF2-40B4-BE49-F238E27FC236}">
                <a16:creationId xmlns:a16="http://schemas.microsoft.com/office/drawing/2014/main" id="{E5136ED0-0323-4F41-9663-5FA79CA18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6596" y="544960"/>
            <a:ext cx="20705" cy="51057"/>
          </a:xfrm>
          <a:custGeom xmlns:a="http://schemas.openxmlformats.org/drawingml/2006/main">
            <a:rect l="0" t="0" r="r" b="b"/>
            <a:pathLst>
              <a:path w="26" h="62">
                <a:moveTo>
                  <a:pt x="6" y="62"/>
                </a:moveTo>
                <a:lnTo>
                  <a:pt x="6" y="24"/>
                </a:lnTo>
                <a:lnTo>
                  <a:pt x="0" y="24"/>
                </a:lnTo>
                <a:lnTo>
                  <a:pt x="0" y="18"/>
                </a:lnTo>
                <a:lnTo>
                  <a:pt x="6" y="18"/>
                </a:lnTo>
                <a:lnTo>
                  <a:pt x="6" y="14"/>
                </a:lnTo>
                <a:lnTo>
                  <a:pt x="8" y="8"/>
                </a:lnTo>
                <a:lnTo>
                  <a:pt x="10" y="2"/>
                </a:lnTo>
                <a:lnTo>
                  <a:pt x="18" y="0"/>
                </a:lnTo>
                <a:lnTo>
                  <a:pt x="26" y="2"/>
                </a:lnTo>
                <a:lnTo>
                  <a:pt x="24" y="8"/>
                </a:lnTo>
                <a:lnTo>
                  <a:pt x="20" y="8"/>
                </a:lnTo>
                <a:lnTo>
                  <a:pt x="16" y="8"/>
                </a:lnTo>
                <a:lnTo>
                  <a:pt x="14" y="14"/>
                </a:lnTo>
                <a:lnTo>
                  <a:pt x="14" y="18"/>
                </a:lnTo>
                <a:lnTo>
                  <a:pt x="22" y="18"/>
                </a:lnTo>
                <a:lnTo>
                  <a:pt x="22" y="24"/>
                </a:lnTo>
                <a:lnTo>
                  <a:pt x="14" y="24"/>
                </a:lnTo>
                <a:lnTo>
                  <a:pt x="14" y="62"/>
                </a:lnTo>
                <a:lnTo>
                  <a:pt x="6" y="62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437" name="Freeform 118">
            <a:extLst xmlns:a="http://schemas.openxmlformats.org/drawingml/2006/main">
              <a:ext uri="{FF2B5EF4-FFF2-40B4-BE49-F238E27FC236}">
                <a16:creationId xmlns:a16="http://schemas.microsoft.com/office/drawing/2014/main" id="{65CDDC54-75DD-497A-82BD-F6EB97966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6414" y="544960"/>
            <a:ext cx="38224" cy="52704"/>
          </a:xfrm>
          <a:custGeom xmlns:a="http://schemas.openxmlformats.org/drawingml/2006/main">
            <a:rect l="0" t="0" r="r" b="b"/>
            <a:pathLst>
              <a:path w="48" h="64">
                <a:moveTo>
                  <a:pt x="0" y="42"/>
                </a:moveTo>
                <a:lnTo>
                  <a:pt x="8" y="42"/>
                </a:lnTo>
                <a:lnTo>
                  <a:pt x="10" y="50"/>
                </a:lnTo>
                <a:lnTo>
                  <a:pt x="16" y="54"/>
                </a:lnTo>
                <a:lnTo>
                  <a:pt x="24" y="56"/>
                </a:lnTo>
                <a:lnTo>
                  <a:pt x="32" y="54"/>
                </a:lnTo>
                <a:lnTo>
                  <a:pt x="38" y="50"/>
                </a:lnTo>
                <a:lnTo>
                  <a:pt x="40" y="46"/>
                </a:lnTo>
                <a:lnTo>
                  <a:pt x="38" y="40"/>
                </a:lnTo>
                <a:lnTo>
                  <a:pt x="32" y="38"/>
                </a:lnTo>
                <a:lnTo>
                  <a:pt x="22" y="34"/>
                </a:lnTo>
                <a:lnTo>
                  <a:pt x="10" y="30"/>
                </a:lnTo>
                <a:lnTo>
                  <a:pt x="4" y="26"/>
                </a:lnTo>
                <a:lnTo>
                  <a:pt x="2" y="18"/>
                </a:lnTo>
                <a:lnTo>
                  <a:pt x="2" y="14"/>
                </a:lnTo>
                <a:lnTo>
                  <a:pt x="4" y="8"/>
                </a:lnTo>
                <a:lnTo>
                  <a:pt x="8" y="6"/>
                </a:lnTo>
                <a:lnTo>
                  <a:pt x="12" y="2"/>
                </a:lnTo>
                <a:lnTo>
                  <a:pt x="24" y="0"/>
                </a:lnTo>
                <a:lnTo>
                  <a:pt x="30" y="2"/>
                </a:lnTo>
                <a:lnTo>
                  <a:pt x="34" y="2"/>
                </a:lnTo>
                <a:lnTo>
                  <a:pt x="40" y="6"/>
                </a:lnTo>
                <a:lnTo>
                  <a:pt x="42" y="10"/>
                </a:lnTo>
                <a:lnTo>
                  <a:pt x="44" y="14"/>
                </a:lnTo>
                <a:lnTo>
                  <a:pt x="46" y="18"/>
                </a:lnTo>
                <a:lnTo>
                  <a:pt x="38" y="20"/>
                </a:lnTo>
                <a:lnTo>
                  <a:pt x="36" y="14"/>
                </a:lnTo>
                <a:lnTo>
                  <a:pt x="34" y="10"/>
                </a:lnTo>
                <a:lnTo>
                  <a:pt x="30" y="8"/>
                </a:lnTo>
                <a:lnTo>
                  <a:pt x="24" y="8"/>
                </a:lnTo>
                <a:lnTo>
                  <a:pt x="18" y="8"/>
                </a:lnTo>
                <a:lnTo>
                  <a:pt x="12" y="10"/>
                </a:lnTo>
                <a:lnTo>
                  <a:pt x="10" y="14"/>
                </a:lnTo>
                <a:lnTo>
                  <a:pt x="10" y="18"/>
                </a:lnTo>
                <a:lnTo>
                  <a:pt x="10" y="20"/>
                </a:lnTo>
                <a:lnTo>
                  <a:pt x="12" y="22"/>
                </a:lnTo>
                <a:lnTo>
                  <a:pt x="16" y="24"/>
                </a:lnTo>
                <a:lnTo>
                  <a:pt x="24" y="26"/>
                </a:lnTo>
                <a:lnTo>
                  <a:pt x="38" y="30"/>
                </a:lnTo>
                <a:lnTo>
                  <a:pt x="42" y="34"/>
                </a:lnTo>
                <a:lnTo>
                  <a:pt x="44" y="36"/>
                </a:lnTo>
                <a:lnTo>
                  <a:pt x="46" y="40"/>
                </a:lnTo>
                <a:lnTo>
                  <a:pt x="48" y="46"/>
                </a:lnTo>
                <a:lnTo>
                  <a:pt x="46" y="50"/>
                </a:lnTo>
                <a:lnTo>
                  <a:pt x="44" y="54"/>
                </a:lnTo>
                <a:lnTo>
                  <a:pt x="42" y="58"/>
                </a:lnTo>
                <a:lnTo>
                  <a:pt x="36" y="60"/>
                </a:lnTo>
                <a:lnTo>
                  <a:pt x="32" y="62"/>
                </a:lnTo>
                <a:lnTo>
                  <a:pt x="26" y="64"/>
                </a:lnTo>
                <a:lnTo>
                  <a:pt x="18" y="62"/>
                </a:lnTo>
                <a:lnTo>
                  <a:pt x="12" y="60"/>
                </a:lnTo>
                <a:lnTo>
                  <a:pt x="6" y="58"/>
                </a:lnTo>
                <a:lnTo>
                  <a:pt x="2" y="54"/>
                </a:lnTo>
                <a:lnTo>
                  <a:pt x="0" y="48"/>
                </a:lnTo>
                <a:lnTo>
                  <a:pt x="0" y="42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438" name="Freeform 119">
            <a:extLst xmlns:a="http://schemas.openxmlformats.org/drawingml/2006/main">
              <a:ext uri="{FF2B5EF4-FFF2-40B4-BE49-F238E27FC236}">
                <a16:creationId xmlns:a16="http://schemas.microsoft.com/office/drawing/2014/main" id="{4CBA0D4B-8882-4F8E-84CB-1358768ED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1009" y="559783"/>
            <a:ext cx="30261" cy="37881"/>
          </a:xfrm>
          <a:custGeom xmlns:a="http://schemas.openxmlformats.org/drawingml/2006/main">
            <a:rect l="0" t="0" r="r" b="b"/>
            <a:pathLst>
              <a:path w="38" h="46">
                <a:moveTo>
                  <a:pt x="30" y="28"/>
                </a:moveTo>
                <a:lnTo>
                  <a:pt x="38" y="30"/>
                </a:lnTo>
                <a:lnTo>
                  <a:pt x="36" y="36"/>
                </a:lnTo>
                <a:lnTo>
                  <a:pt x="32" y="40"/>
                </a:lnTo>
                <a:lnTo>
                  <a:pt x="26" y="44"/>
                </a:lnTo>
                <a:lnTo>
                  <a:pt x="20" y="46"/>
                </a:lnTo>
                <a:lnTo>
                  <a:pt x="12" y="44"/>
                </a:lnTo>
                <a:lnTo>
                  <a:pt x="4" y="40"/>
                </a:lnTo>
                <a:lnTo>
                  <a:pt x="0" y="32"/>
                </a:lnTo>
                <a:lnTo>
                  <a:pt x="0" y="22"/>
                </a:lnTo>
                <a:lnTo>
                  <a:pt x="0" y="16"/>
                </a:lnTo>
                <a:lnTo>
                  <a:pt x="2" y="10"/>
                </a:lnTo>
                <a:lnTo>
                  <a:pt x="4" y="6"/>
                </a:lnTo>
                <a:lnTo>
                  <a:pt x="8" y="2"/>
                </a:lnTo>
                <a:lnTo>
                  <a:pt x="14" y="0"/>
                </a:lnTo>
                <a:lnTo>
                  <a:pt x="20" y="0"/>
                </a:lnTo>
                <a:lnTo>
                  <a:pt x="26" y="0"/>
                </a:lnTo>
                <a:lnTo>
                  <a:pt x="30" y="4"/>
                </a:lnTo>
                <a:lnTo>
                  <a:pt x="34" y="8"/>
                </a:lnTo>
                <a:lnTo>
                  <a:pt x="36" y="14"/>
                </a:lnTo>
                <a:lnTo>
                  <a:pt x="30" y="14"/>
                </a:lnTo>
                <a:lnTo>
                  <a:pt x="28" y="10"/>
                </a:lnTo>
                <a:lnTo>
                  <a:pt x="26" y="8"/>
                </a:lnTo>
                <a:lnTo>
                  <a:pt x="24" y="6"/>
                </a:lnTo>
                <a:lnTo>
                  <a:pt x="20" y="6"/>
                </a:lnTo>
                <a:lnTo>
                  <a:pt x="14" y="6"/>
                </a:lnTo>
                <a:lnTo>
                  <a:pt x="10" y="10"/>
                </a:lnTo>
                <a:lnTo>
                  <a:pt x="8" y="14"/>
                </a:lnTo>
                <a:lnTo>
                  <a:pt x="8" y="22"/>
                </a:lnTo>
                <a:lnTo>
                  <a:pt x="8" y="30"/>
                </a:lnTo>
                <a:lnTo>
                  <a:pt x="10" y="36"/>
                </a:lnTo>
                <a:lnTo>
                  <a:pt x="14" y="38"/>
                </a:lnTo>
                <a:lnTo>
                  <a:pt x="20" y="38"/>
                </a:lnTo>
                <a:lnTo>
                  <a:pt x="24" y="38"/>
                </a:lnTo>
                <a:lnTo>
                  <a:pt x="26" y="36"/>
                </a:lnTo>
                <a:lnTo>
                  <a:pt x="28" y="32"/>
                </a:lnTo>
                <a:lnTo>
                  <a:pt x="30" y="28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439" name="Freeform 120">
            <a:extLst xmlns:a="http://schemas.openxmlformats.org/drawingml/2006/main">
              <a:ext uri="{FF2B5EF4-FFF2-40B4-BE49-F238E27FC236}">
                <a16:creationId xmlns:a16="http://schemas.microsoft.com/office/drawing/2014/main" id="{FBD1F1BA-2447-4E1D-B437-44379897B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6049" y="546607"/>
            <a:ext cx="6370" cy="49410"/>
          </a:xfrm>
          <a:custGeom xmlns:a="http://schemas.openxmlformats.org/drawingml/2006/main">
            <a:rect l="0" t="0" r="r" b="b"/>
            <a:pathLst>
              <a:path w="8" h="60">
                <a:moveTo>
                  <a:pt x="0" y="8"/>
                </a:moveTo>
                <a:lnTo>
                  <a:pt x="0" y="0"/>
                </a:lnTo>
                <a:lnTo>
                  <a:pt x="8" y="0"/>
                </a:lnTo>
                <a:lnTo>
                  <a:pt x="8" y="8"/>
                </a:lnTo>
                <a:lnTo>
                  <a:pt x="0" y="8"/>
                </a:lnTo>
                <a:close/>
                <a:moveTo>
                  <a:pt x="0" y="60"/>
                </a:moveTo>
                <a:lnTo>
                  <a:pt x="0" y="16"/>
                </a:lnTo>
                <a:lnTo>
                  <a:pt x="8" y="16"/>
                </a:lnTo>
                <a:lnTo>
                  <a:pt x="8" y="60"/>
                </a:lnTo>
                <a:lnTo>
                  <a:pt x="0" y="60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440" name="Freeform 121">
            <a:extLst xmlns:a="http://schemas.openxmlformats.org/drawingml/2006/main">
              <a:ext uri="{FF2B5EF4-FFF2-40B4-BE49-F238E27FC236}">
                <a16:creationId xmlns:a16="http://schemas.microsoft.com/office/drawing/2014/main" id="{0D3527E7-57CC-4B95-BC57-EE0614A16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8790" y="559783"/>
            <a:ext cx="31853" cy="37881"/>
          </a:xfrm>
          <a:custGeom xmlns:a="http://schemas.openxmlformats.org/drawingml/2006/main">
            <a:rect l="0" t="0" r="r" b="b"/>
            <a:pathLst>
              <a:path w="40" h="46">
                <a:moveTo>
                  <a:pt x="32" y="30"/>
                </a:moveTo>
                <a:lnTo>
                  <a:pt x="40" y="30"/>
                </a:lnTo>
                <a:lnTo>
                  <a:pt x="38" y="36"/>
                </a:lnTo>
                <a:lnTo>
                  <a:pt x="34" y="42"/>
                </a:lnTo>
                <a:lnTo>
                  <a:pt x="28" y="44"/>
                </a:lnTo>
                <a:lnTo>
                  <a:pt x="20" y="46"/>
                </a:lnTo>
                <a:lnTo>
                  <a:pt x="12" y="44"/>
                </a:lnTo>
                <a:lnTo>
                  <a:pt x="6" y="40"/>
                </a:lnTo>
                <a:lnTo>
                  <a:pt x="2" y="32"/>
                </a:lnTo>
                <a:lnTo>
                  <a:pt x="0" y="22"/>
                </a:lnTo>
                <a:lnTo>
                  <a:pt x="2" y="12"/>
                </a:lnTo>
                <a:lnTo>
                  <a:pt x="6" y="6"/>
                </a:lnTo>
                <a:lnTo>
                  <a:pt x="12" y="2"/>
                </a:lnTo>
                <a:lnTo>
                  <a:pt x="20" y="0"/>
                </a:lnTo>
                <a:lnTo>
                  <a:pt x="28" y="0"/>
                </a:lnTo>
                <a:lnTo>
                  <a:pt x="34" y="6"/>
                </a:lnTo>
                <a:lnTo>
                  <a:pt x="38" y="12"/>
                </a:lnTo>
                <a:lnTo>
                  <a:pt x="40" y="22"/>
                </a:lnTo>
                <a:lnTo>
                  <a:pt x="40" y="24"/>
                </a:lnTo>
                <a:lnTo>
                  <a:pt x="8" y="24"/>
                </a:lnTo>
                <a:lnTo>
                  <a:pt x="8" y="30"/>
                </a:lnTo>
                <a:lnTo>
                  <a:pt x="12" y="36"/>
                </a:lnTo>
                <a:lnTo>
                  <a:pt x="16" y="38"/>
                </a:lnTo>
                <a:lnTo>
                  <a:pt x="20" y="38"/>
                </a:lnTo>
                <a:lnTo>
                  <a:pt x="24" y="38"/>
                </a:lnTo>
                <a:lnTo>
                  <a:pt x="28" y="36"/>
                </a:lnTo>
                <a:lnTo>
                  <a:pt x="30" y="34"/>
                </a:lnTo>
                <a:lnTo>
                  <a:pt x="32" y="30"/>
                </a:lnTo>
                <a:close/>
                <a:moveTo>
                  <a:pt x="8" y="18"/>
                </a:moveTo>
                <a:lnTo>
                  <a:pt x="32" y="18"/>
                </a:lnTo>
                <a:lnTo>
                  <a:pt x="32" y="14"/>
                </a:lnTo>
                <a:lnTo>
                  <a:pt x="30" y="10"/>
                </a:lnTo>
                <a:lnTo>
                  <a:pt x="26" y="6"/>
                </a:lnTo>
                <a:lnTo>
                  <a:pt x="20" y="6"/>
                </a:lnTo>
                <a:lnTo>
                  <a:pt x="16" y="6"/>
                </a:lnTo>
                <a:lnTo>
                  <a:pt x="12" y="8"/>
                </a:lnTo>
                <a:lnTo>
                  <a:pt x="10" y="12"/>
                </a:lnTo>
                <a:lnTo>
                  <a:pt x="8" y="18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441" name="Freeform 122">
            <a:extLst xmlns:a="http://schemas.openxmlformats.org/drawingml/2006/main">
              <a:ext uri="{FF2B5EF4-FFF2-40B4-BE49-F238E27FC236}">
                <a16:creationId xmlns:a16="http://schemas.microsoft.com/office/drawing/2014/main" id="{3569F67B-F811-4C5C-A952-BBAE21770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8608" y="559783"/>
            <a:ext cx="27075" cy="36234"/>
          </a:xfrm>
          <a:custGeom xmlns:a="http://schemas.openxmlformats.org/drawingml/2006/main">
            <a:rect l="0" t="0" r="r" b="b"/>
            <a:pathLst>
              <a:path w="34" h="44">
                <a:moveTo>
                  <a:pt x="0" y="44"/>
                </a:moveTo>
                <a:lnTo>
                  <a:pt x="0" y="0"/>
                </a:lnTo>
                <a:lnTo>
                  <a:pt x="6" y="0"/>
                </a:lnTo>
                <a:lnTo>
                  <a:pt x="6" y="6"/>
                </a:lnTo>
                <a:lnTo>
                  <a:pt x="12" y="2"/>
                </a:lnTo>
                <a:lnTo>
                  <a:pt x="20" y="0"/>
                </a:lnTo>
                <a:lnTo>
                  <a:pt x="26" y="0"/>
                </a:lnTo>
                <a:lnTo>
                  <a:pt x="32" y="4"/>
                </a:lnTo>
                <a:lnTo>
                  <a:pt x="34" y="10"/>
                </a:lnTo>
                <a:lnTo>
                  <a:pt x="34" y="18"/>
                </a:lnTo>
                <a:lnTo>
                  <a:pt x="34" y="44"/>
                </a:lnTo>
                <a:lnTo>
                  <a:pt x="28" y="44"/>
                </a:lnTo>
                <a:lnTo>
                  <a:pt x="28" y="18"/>
                </a:lnTo>
                <a:lnTo>
                  <a:pt x="26" y="10"/>
                </a:lnTo>
                <a:lnTo>
                  <a:pt x="24" y="8"/>
                </a:lnTo>
                <a:lnTo>
                  <a:pt x="18" y="6"/>
                </a:lnTo>
                <a:lnTo>
                  <a:pt x="14" y="6"/>
                </a:lnTo>
                <a:lnTo>
                  <a:pt x="10" y="8"/>
                </a:lnTo>
                <a:lnTo>
                  <a:pt x="8" y="14"/>
                </a:lnTo>
                <a:lnTo>
                  <a:pt x="6" y="20"/>
                </a:lnTo>
                <a:lnTo>
                  <a:pt x="6" y="44"/>
                </a:lnTo>
                <a:lnTo>
                  <a:pt x="0" y="44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442" name="Freeform 123">
            <a:extLst xmlns:a="http://schemas.openxmlformats.org/drawingml/2006/main">
              <a:ext uri="{FF2B5EF4-FFF2-40B4-BE49-F238E27FC236}">
                <a16:creationId xmlns:a16="http://schemas.microsoft.com/office/drawing/2014/main" id="{42C67DFD-E5CE-4BFC-91E6-BAC967CA7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3647" y="559783"/>
            <a:ext cx="30261" cy="37881"/>
          </a:xfrm>
          <a:custGeom xmlns:a="http://schemas.openxmlformats.org/drawingml/2006/main">
            <a:rect l="0" t="0" r="r" b="b"/>
            <a:pathLst>
              <a:path w="38" h="46">
                <a:moveTo>
                  <a:pt x="30" y="28"/>
                </a:moveTo>
                <a:lnTo>
                  <a:pt x="38" y="30"/>
                </a:lnTo>
                <a:lnTo>
                  <a:pt x="36" y="36"/>
                </a:lnTo>
                <a:lnTo>
                  <a:pt x="32" y="40"/>
                </a:lnTo>
                <a:lnTo>
                  <a:pt x="26" y="44"/>
                </a:lnTo>
                <a:lnTo>
                  <a:pt x="20" y="46"/>
                </a:lnTo>
                <a:lnTo>
                  <a:pt x="12" y="44"/>
                </a:lnTo>
                <a:lnTo>
                  <a:pt x="6" y="40"/>
                </a:lnTo>
                <a:lnTo>
                  <a:pt x="2" y="32"/>
                </a:lnTo>
                <a:lnTo>
                  <a:pt x="0" y="22"/>
                </a:lnTo>
                <a:lnTo>
                  <a:pt x="0" y="16"/>
                </a:lnTo>
                <a:lnTo>
                  <a:pt x="2" y="10"/>
                </a:lnTo>
                <a:lnTo>
                  <a:pt x="6" y="6"/>
                </a:lnTo>
                <a:lnTo>
                  <a:pt x="10" y="2"/>
                </a:lnTo>
                <a:lnTo>
                  <a:pt x="14" y="0"/>
                </a:lnTo>
                <a:lnTo>
                  <a:pt x="20" y="0"/>
                </a:lnTo>
                <a:lnTo>
                  <a:pt x="26" y="0"/>
                </a:lnTo>
                <a:lnTo>
                  <a:pt x="32" y="4"/>
                </a:lnTo>
                <a:lnTo>
                  <a:pt x="36" y="8"/>
                </a:lnTo>
                <a:lnTo>
                  <a:pt x="38" y="14"/>
                </a:lnTo>
                <a:lnTo>
                  <a:pt x="30" y="14"/>
                </a:lnTo>
                <a:lnTo>
                  <a:pt x="28" y="10"/>
                </a:lnTo>
                <a:lnTo>
                  <a:pt x="26" y="8"/>
                </a:lnTo>
                <a:lnTo>
                  <a:pt x="24" y="6"/>
                </a:lnTo>
                <a:lnTo>
                  <a:pt x="20" y="6"/>
                </a:lnTo>
                <a:lnTo>
                  <a:pt x="16" y="6"/>
                </a:lnTo>
                <a:lnTo>
                  <a:pt x="12" y="10"/>
                </a:lnTo>
                <a:lnTo>
                  <a:pt x="8" y="14"/>
                </a:lnTo>
                <a:lnTo>
                  <a:pt x="8" y="22"/>
                </a:lnTo>
                <a:lnTo>
                  <a:pt x="8" y="30"/>
                </a:lnTo>
                <a:lnTo>
                  <a:pt x="10" y="36"/>
                </a:lnTo>
                <a:lnTo>
                  <a:pt x="14" y="38"/>
                </a:lnTo>
                <a:lnTo>
                  <a:pt x="20" y="38"/>
                </a:lnTo>
                <a:lnTo>
                  <a:pt x="24" y="38"/>
                </a:lnTo>
                <a:lnTo>
                  <a:pt x="26" y="36"/>
                </a:lnTo>
                <a:lnTo>
                  <a:pt x="30" y="32"/>
                </a:lnTo>
                <a:lnTo>
                  <a:pt x="30" y="28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443" name="Freeform 124">
            <a:extLst xmlns:a="http://schemas.openxmlformats.org/drawingml/2006/main">
              <a:ext uri="{FF2B5EF4-FFF2-40B4-BE49-F238E27FC236}">
                <a16:creationId xmlns:a16="http://schemas.microsoft.com/office/drawing/2014/main" id="{558DD645-9537-4F64-94B4-5932E2EB1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7094" y="559783"/>
            <a:ext cx="31853" cy="37881"/>
          </a:xfrm>
          <a:custGeom xmlns:a="http://schemas.openxmlformats.org/drawingml/2006/main">
            <a:rect l="0" t="0" r="r" b="b"/>
            <a:pathLst>
              <a:path w="40" h="46">
                <a:moveTo>
                  <a:pt x="32" y="30"/>
                </a:moveTo>
                <a:lnTo>
                  <a:pt x="40" y="30"/>
                </a:lnTo>
                <a:lnTo>
                  <a:pt x="38" y="36"/>
                </a:lnTo>
                <a:lnTo>
                  <a:pt x="32" y="42"/>
                </a:lnTo>
                <a:lnTo>
                  <a:pt x="28" y="44"/>
                </a:lnTo>
                <a:lnTo>
                  <a:pt x="20" y="46"/>
                </a:lnTo>
                <a:lnTo>
                  <a:pt x="12" y="44"/>
                </a:lnTo>
                <a:lnTo>
                  <a:pt x="6" y="40"/>
                </a:lnTo>
                <a:lnTo>
                  <a:pt x="2" y="32"/>
                </a:lnTo>
                <a:lnTo>
                  <a:pt x="0" y="22"/>
                </a:lnTo>
                <a:lnTo>
                  <a:pt x="2" y="12"/>
                </a:lnTo>
                <a:lnTo>
                  <a:pt x="6" y="6"/>
                </a:lnTo>
                <a:lnTo>
                  <a:pt x="12" y="2"/>
                </a:lnTo>
                <a:lnTo>
                  <a:pt x="20" y="0"/>
                </a:lnTo>
                <a:lnTo>
                  <a:pt x="28" y="0"/>
                </a:lnTo>
                <a:lnTo>
                  <a:pt x="34" y="6"/>
                </a:lnTo>
                <a:lnTo>
                  <a:pt x="38" y="12"/>
                </a:lnTo>
                <a:lnTo>
                  <a:pt x="40" y="22"/>
                </a:lnTo>
                <a:lnTo>
                  <a:pt x="40" y="24"/>
                </a:lnTo>
                <a:lnTo>
                  <a:pt x="8" y="24"/>
                </a:lnTo>
                <a:lnTo>
                  <a:pt x="8" y="30"/>
                </a:lnTo>
                <a:lnTo>
                  <a:pt x="12" y="36"/>
                </a:lnTo>
                <a:lnTo>
                  <a:pt x="16" y="38"/>
                </a:lnTo>
                <a:lnTo>
                  <a:pt x="20" y="38"/>
                </a:lnTo>
                <a:lnTo>
                  <a:pt x="24" y="38"/>
                </a:lnTo>
                <a:lnTo>
                  <a:pt x="28" y="36"/>
                </a:lnTo>
                <a:lnTo>
                  <a:pt x="30" y="34"/>
                </a:lnTo>
                <a:lnTo>
                  <a:pt x="32" y="30"/>
                </a:lnTo>
                <a:close/>
                <a:moveTo>
                  <a:pt x="8" y="18"/>
                </a:moveTo>
                <a:lnTo>
                  <a:pt x="32" y="18"/>
                </a:lnTo>
                <a:lnTo>
                  <a:pt x="32" y="14"/>
                </a:lnTo>
                <a:lnTo>
                  <a:pt x="30" y="10"/>
                </a:lnTo>
                <a:lnTo>
                  <a:pt x="26" y="6"/>
                </a:lnTo>
                <a:lnTo>
                  <a:pt x="20" y="6"/>
                </a:lnTo>
                <a:lnTo>
                  <a:pt x="16" y="6"/>
                </a:lnTo>
                <a:lnTo>
                  <a:pt x="12" y="8"/>
                </a:lnTo>
                <a:lnTo>
                  <a:pt x="8" y="12"/>
                </a:lnTo>
                <a:lnTo>
                  <a:pt x="8" y="18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444" name="Freeform 125">
            <a:extLst xmlns:a="http://schemas.openxmlformats.org/drawingml/2006/main">
              <a:ext uri="{FF2B5EF4-FFF2-40B4-BE49-F238E27FC236}">
                <a16:creationId xmlns:a16="http://schemas.microsoft.com/office/drawing/2014/main" id="{B861EF3A-632E-46F5-B3CC-E55D9D91F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2838" y="559783"/>
            <a:ext cx="31853" cy="37881"/>
          </a:xfrm>
          <a:custGeom xmlns:a="http://schemas.openxmlformats.org/drawingml/2006/main">
            <a:rect l="0" t="0" r="r" b="b"/>
            <a:pathLst>
              <a:path w="40" h="46">
                <a:moveTo>
                  <a:pt x="30" y="38"/>
                </a:moveTo>
                <a:lnTo>
                  <a:pt x="30" y="38"/>
                </a:lnTo>
                <a:lnTo>
                  <a:pt x="24" y="44"/>
                </a:lnTo>
                <a:lnTo>
                  <a:pt x="14" y="46"/>
                </a:lnTo>
                <a:lnTo>
                  <a:pt x="8" y="44"/>
                </a:lnTo>
                <a:lnTo>
                  <a:pt x="4" y="42"/>
                </a:lnTo>
                <a:lnTo>
                  <a:pt x="0" y="38"/>
                </a:lnTo>
                <a:lnTo>
                  <a:pt x="0" y="32"/>
                </a:lnTo>
                <a:lnTo>
                  <a:pt x="2" y="26"/>
                </a:lnTo>
                <a:lnTo>
                  <a:pt x="6" y="22"/>
                </a:lnTo>
                <a:lnTo>
                  <a:pt x="10" y="20"/>
                </a:lnTo>
                <a:lnTo>
                  <a:pt x="18" y="18"/>
                </a:lnTo>
                <a:lnTo>
                  <a:pt x="30" y="16"/>
                </a:lnTo>
                <a:lnTo>
                  <a:pt x="30" y="14"/>
                </a:lnTo>
                <a:lnTo>
                  <a:pt x="30" y="10"/>
                </a:lnTo>
                <a:lnTo>
                  <a:pt x="28" y="8"/>
                </a:lnTo>
                <a:lnTo>
                  <a:pt x="24" y="6"/>
                </a:lnTo>
                <a:lnTo>
                  <a:pt x="20" y="6"/>
                </a:lnTo>
                <a:lnTo>
                  <a:pt x="16" y="6"/>
                </a:lnTo>
                <a:lnTo>
                  <a:pt x="12" y="8"/>
                </a:lnTo>
                <a:lnTo>
                  <a:pt x="10" y="10"/>
                </a:lnTo>
                <a:lnTo>
                  <a:pt x="8" y="14"/>
                </a:lnTo>
                <a:lnTo>
                  <a:pt x="2" y="12"/>
                </a:lnTo>
                <a:lnTo>
                  <a:pt x="4" y="6"/>
                </a:lnTo>
                <a:lnTo>
                  <a:pt x="10" y="2"/>
                </a:lnTo>
                <a:lnTo>
                  <a:pt x="20" y="0"/>
                </a:lnTo>
                <a:lnTo>
                  <a:pt x="30" y="0"/>
                </a:lnTo>
                <a:lnTo>
                  <a:pt x="36" y="4"/>
                </a:lnTo>
                <a:lnTo>
                  <a:pt x="38" y="10"/>
                </a:lnTo>
                <a:lnTo>
                  <a:pt x="38" y="16"/>
                </a:lnTo>
                <a:lnTo>
                  <a:pt x="38" y="26"/>
                </a:lnTo>
                <a:lnTo>
                  <a:pt x="38" y="38"/>
                </a:lnTo>
                <a:lnTo>
                  <a:pt x="40" y="44"/>
                </a:lnTo>
                <a:lnTo>
                  <a:pt x="32" y="44"/>
                </a:lnTo>
                <a:lnTo>
                  <a:pt x="30" y="38"/>
                </a:lnTo>
                <a:close/>
                <a:moveTo>
                  <a:pt x="30" y="22"/>
                </a:moveTo>
                <a:lnTo>
                  <a:pt x="30" y="22"/>
                </a:lnTo>
                <a:lnTo>
                  <a:pt x="18" y="24"/>
                </a:lnTo>
                <a:lnTo>
                  <a:pt x="12" y="26"/>
                </a:lnTo>
                <a:lnTo>
                  <a:pt x="8" y="28"/>
                </a:lnTo>
                <a:lnTo>
                  <a:pt x="8" y="32"/>
                </a:lnTo>
                <a:lnTo>
                  <a:pt x="8" y="36"/>
                </a:lnTo>
                <a:lnTo>
                  <a:pt x="10" y="38"/>
                </a:lnTo>
                <a:lnTo>
                  <a:pt x="12" y="38"/>
                </a:lnTo>
                <a:lnTo>
                  <a:pt x="16" y="40"/>
                </a:lnTo>
                <a:lnTo>
                  <a:pt x="24" y="38"/>
                </a:lnTo>
                <a:lnTo>
                  <a:pt x="30" y="32"/>
                </a:lnTo>
                <a:lnTo>
                  <a:pt x="30" y="24"/>
                </a:lnTo>
                <a:lnTo>
                  <a:pt x="30" y="22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445" name="Freeform 126">
            <a:extLst xmlns:a="http://schemas.openxmlformats.org/drawingml/2006/main">
              <a:ext uri="{FF2B5EF4-FFF2-40B4-BE49-F238E27FC236}">
                <a16:creationId xmlns:a16="http://schemas.microsoft.com/office/drawing/2014/main" id="{D4095D64-1D1D-4EA5-962E-D210079B5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2656" y="559783"/>
            <a:ext cx="27075" cy="36234"/>
          </a:xfrm>
          <a:custGeom xmlns:a="http://schemas.openxmlformats.org/drawingml/2006/main">
            <a:rect l="0" t="0" r="r" b="b"/>
            <a:pathLst>
              <a:path w="34" h="44">
                <a:moveTo>
                  <a:pt x="0" y="44"/>
                </a:moveTo>
                <a:lnTo>
                  <a:pt x="0" y="0"/>
                </a:lnTo>
                <a:lnTo>
                  <a:pt x="6" y="0"/>
                </a:lnTo>
                <a:lnTo>
                  <a:pt x="6" y="6"/>
                </a:lnTo>
                <a:lnTo>
                  <a:pt x="12" y="2"/>
                </a:lnTo>
                <a:lnTo>
                  <a:pt x="20" y="0"/>
                </a:lnTo>
                <a:lnTo>
                  <a:pt x="26" y="0"/>
                </a:lnTo>
                <a:lnTo>
                  <a:pt x="32" y="4"/>
                </a:lnTo>
                <a:lnTo>
                  <a:pt x="34" y="10"/>
                </a:lnTo>
                <a:lnTo>
                  <a:pt x="34" y="18"/>
                </a:lnTo>
                <a:lnTo>
                  <a:pt x="34" y="44"/>
                </a:lnTo>
                <a:lnTo>
                  <a:pt x="28" y="44"/>
                </a:lnTo>
                <a:lnTo>
                  <a:pt x="28" y="18"/>
                </a:lnTo>
                <a:lnTo>
                  <a:pt x="26" y="10"/>
                </a:lnTo>
                <a:lnTo>
                  <a:pt x="24" y="8"/>
                </a:lnTo>
                <a:lnTo>
                  <a:pt x="18" y="6"/>
                </a:lnTo>
                <a:lnTo>
                  <a:pt x="14" y="6"/>
                </a:lnTo>
                <a:lnTo>
                  <a:pt x="10" y="8"/>
                </a:lnTo>
                <a:lnTo>
                  <a:pt x="8" y="14"/>
                </a:lnTo>
                <a:lnTo>
                  <a:pt x="6" y="20"/>
                </a:lnTo>
                <a:lnTo>
                  <a:pt x="6" y="44"/>
                </a:lnTo>
                <a:lnTo>
                  <a:pt x="0" y="44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446" name="Freeform 127">
            <a:extLst xmlns:a="http://schemas.openxmlformats.org/drawingml/2006/main">
              <a:ext uri="{FF2B5EF4-FFF2-40B4-BE49-F238E27FC236}">
                <a16:creationId xmlns:a16="http://schemas.microsoft.com/office/drawing/2014/main" id="{2CDC6D5D-6F43-4F61-B10E-CDF82F65D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7695" y="546607"/>
            <a:ext cx="30261" cy="51057"/>
          </a:xfrm>
          <a:custGeom xmlns:a="http://schemas.openxmlformats.org/drawingml/2006/main">
            <a:rect l="0" t="0" r="r" b="b"/>
            <a:pathLst>
              <a:path w="38" h="62">
                <a:moveTo>
                  <a:pt x="30" y="60"/>
                </a:moveTo>
                <a:lnTo>
                  <a:pt x="30" y="54"/>
                </a:lnTo>
                <a:lnTo>
                  <a:pt x="26" y="60"/>
                </a:lnTo>
                <a:lnTo>
                  <a:pt x="18" y="62"/>
                </a:lnTo>
                <a:lnTo>
                  <a:pt x="14" y="60"/>
                </a:lnTo>
                <a:lnTo>
                  <a:pt x="8" y="58"/>
                </a:lnTo>
                <a:lnTo>
                  <a:pt x="4" y="54"/>
                </a:lnTo>
                <a:lnTo>
                  <a:pt x="2" y="50"/>
                </a:lnTo>
                <a:lnTo>
                  <a:pt x="0" y="44"/>
                </a:lnTo>
                <a:lnTo>
                  <a:pt x="0" y="38"/>
                </a:lnTo>
                <a:lnTo>
                  <a:pt x="0" y="32"/>
                </a:lnTo>
                <a:lnTo>
                  <a:pt x="2" y="26"/>
                </a:lnTo>
                <a:lnTo>
                  <a:pt x="4" y="22"/>
                </a:lnTo>
                <a:lnTo>
                  <a:pt x="8" y="18"/>
                </a:lnTo>
                <a:lnTo>
                  <a:pt x="12" y="16"/>
                </a:lnTo>
                <a:lnTo>
                  <a:pt x="18" y="16"/>
                </a:lnTo>
                <a:lnTo>
                  <a:pt x="24" y="18"/>
                </a:lnTo>
                <a:lnTo>
                  <a:pt x="30" y="22"/>
                </a:lnTo>
                <a:lnTo>
                  <a:pt x="30" y="0"/>
                </a:lnTo>
                <a:lnTo>
                  <a:pt x="38" y="0"/>
                </a:lnTo>
                <a:lnTo>
                  <a:pt x="38" y="60"/>
                </a:lnTo>
                <a:lnTo>
                  <a:pt x="30" y="60"/>
                </a:lnTo>
                <a:close/>
                <a:moveTo>
                  <a:pt x="6" y="38"/>
                </a:moveTo>
                <a:lnTo>
                  <a:pt x="6" y="38"/>
                </a:lnTo>
                <a:lnTo>
                  <a:pt x="8" y="46"/>
                </a:lnTo>
                <a:lnTo>
                  <a:pt x="10" y="50"/>
                </a:lnTo>
                <a:lnTo>
                  <a:pt x="14" y="54"/>
                </a:lnTo>
                <a:lnTo>
                  <a:pt x="18" y="54"/>
                </a:lnTo>
                <a:lnTo>
                  <a:pt x="24" y="54"/>
                </a:lnTo>
                <a:lnTo>
                  <a:pt x="28" y="52"/>
                </a:lnTo>
                <a:lnTo>
                  <a:pt x="30" y="46"/>
                </a:lnTo>
                <a:lnTo>
                  <a:pt x="30" y="38"/>
                </a:lnTo>
                <a:lnTo>
                  <a:pt x="30" y="32"/>
                </a:lnTo>
                <a:lnTo>
                  <a:pt x="28" y="26"/>
                </a:lnTo>
                <a:lnTo>
                  <a:pt x="24" y="22"/>
                </a:lnTo>
                <a:lnTo>
                  <a:pt x="18" y="22"/>
                </a:lnTo>
                <a:lnTo>
                  <a:pt x="14" y="22"/>
                </a:lnTo>
                <a:lnTo>
                  <a:pt x="10" y="26"/>
                </a:lnTo>
                <a:lnTo>
                  <a:pt x="8" y="30"/>
                </a:lnTo>
                <a:lnTo>
                  <a:pt x="6" y="38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447" name="Freeform 128">
            <a:extLst xmlns:a="http://schemas.openxmlformats.org/drawingml/2006/main">
              <a:ext uri="{FF2B5EF4-FFF2-40B4-BE49-F238E27FC236}">
                <a16:creationId xmlns:a16="http://schemas.microsoft.com/office/drawing/2014/main" id="{2F4A7F66-3E58-478F-9E00-D09BDE128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1847" y="546607"/>
            <a:ext cx="38224" cy="49410"/>
          </a:xfrm>
          <a:custGeom xmlns:a="http://schemas.openxmlformats.org/drawingml/2006/main">
            <a:rect l="0" t="0" r="r" b="b"/>
            <a:pathLst>
              <a:path w="48" h="60">
                <a:moveTo>
                  <a:pt x="20" y="60"/>
                </a:moveTo>
                <a:lnTo>
                  <a:pt x="20" y="8"/>
                </a:lnTo>
                <a:lnTo>
                  <a:pt x="0" y="8"/>
                </a:lnTo>
                <a:lnTo>
                  <a:pt x="0" y="0"/>
                </a:lnTo>
                <a:lnTo>
                  <a:pt x="48" y="0"/>
                </a:lnTo>
                <a:lnTo>
                  <a:pt x="48" y="8"/>
                </a:lnTo>
                <a:lnTo>
                  <a:pt x="28" y="8"/>
                </a:lnTo>
                <a:lnTo>
                  <a:pt x="28" y="60"/>
                </a:lnTo>
                <a:lnTo>
                  <a:pt x="20" y="60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448" name="Freeform 129">
            <a:extLst xmlns:a="http://schemas.openxmlformats.org/drawingml/2006/main">
              <a:ext uri="{FF2B5EF4-FFF2-40B4-BE49-F238E27FC236}">
                <a16:creationId xmlns:a16="http://schemas.microsoft.com/office/drawing/2014/main" id="{BA269990-0D89-4E79-BA2E-1DDBB39DA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6886" y="559783"/>
            <a:ext cx="31853" cy="37881"/>
          </a:xfrm>
          <a:custGeom xmlns:a="http://schemas.openxmlformats.org/drawingml/2006/main">
            <a:rect l="0" t="0" r="r" b="b"/>
            <a:pathLst>
              <a:path w="40" h="46">
                <a:moveTo>
                  <a:pt x="32" y="30"/>
                </a:moveTo>
                <a:lnTo>
                  <a:pt x="40" y="30"/>
                </a:lnTo>
                <a:lnTo>
                  <a:pt x="38" y="36"/>
                </a:lnTo>
                <a:lnTo>
                  <a:pt x="34" y="42"/>
                </a:lnTo>
                <a:lnTo>
                  <a:pt x="28" y="44"/>
                </a:lnTo>
                <a:lnTo>
                  <a:pt x="20" y="46"/>
                </a:lnTo>
                <a:lnTo>
                  <a:pt x="12" y="44"/>
                </a:lnTo>
                <a:lnTo>
                  <a:pt x="6" y="40"/>
                </a:lnTo>
                <a:lnTo>
                  <a:pt x="2" y="32"/>
                </a:lnTo>
                <a:lnTo>
                  <a:pt x="0" y="22"/>
                </a:lnTo>
                <a:lnTo>
                  <a:pt x="2" y="12"/>
                </a:lnTo>
                <a:lnTo>
                  <a:pt x="6" y="6"/>
                </a:lnTo>
                <a:lnTo>
                  <a:pt x="12" y="2"/>
                </a:lnTo>
                <a:lnTo>
                  <a:pt x="20" y="0"/>
                </a:lnTo>
                <a:lnTo>
                  <a:pt x="28" y="0"/>
                </a:lnTo>
                <a:lnTo>
                  <a:pt x="34" y="6"/>
                </a:lnTo>
                <a:lnTo>
                  <a:pt x="38" y="12"/>
                </a:lnTo>
                <a:lnTo>
                  <a:pt x="40" y="22"/>
                </a:lnTo>
                <a:lnTo>
                  <a:pt x="40" y="24"/>
                </a:lnTo>
                <a:lnTo>
                  <a:pt x="8" y="24"/>
                </a:lnTo>
                <a:lnTo>
                  <a:pt x="8" y="30"/>
                </a:lnTo>
                <a:lnTo>
                  <a:pt x="12" y="36"/>
                </a:lnTo>
                <a:lnTo>
                  <a:pt x="16" y="38"/>
                </a:lnTo>
                <a:lnTo>
                  <a:pt x="20" y="38"/>
                </a:lnTo>
                <a:lnTo>
                  <a:pt x="24" y="38"/>
                </a:lnTo>
                <a:lnTo>
                  <a:pt x="28" y="36"/>
                </a:lnTo>
                <a:lnTo>
                  <a:pt x="30" y="34"/>
                </a:lnTo>
                <a:lnTo>
                  <a:pt x="32" y="30"/>
                </a:lnTo>
                <a:close/>
                <a:moveTo>
                  <a:pt x="8" y="18"/>
                </a:moveTo>
                <a:lnTo>
                  <a:pt x="32" y="18"/>
                </a:lnTo>
                <a:lnTo>
                  <a:pt x="32" y="14"/>
                </a:lnTo>
                <a:lnTo>
                  <a:pt x="30" y="10"/>
                </a:lnTo>
                <a:lnTo>
                  <a:pt x="26" y="6"/>
                </a:lnTo>
                <a:lnTo>
                  <a:pt x="20" y="6"/>
                </a:lnTo>
                <a:lnTo>
                  <a:pt x="16" y="6"/>
                </a:lnTo>
                <a:lnTo>
                  <a:pt x="12" y="8"/>
                </a:lnTo>
                <a:lnTo>
                  <a:pt x="10" y="12"/>
                </a:lnTo>
                <a:lnTo>
                  <a:pt x="8" y="18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449" name="Freeform 130">
            <a:extLst xmlns:a="http://schemas.openxmlformats.org/drawingml/2006/main">
              <a:ext uri="{FF2B5EF4-FFF2-40B4-BE49-F238E27FC236}">
                <a16:creationId xmlns:a16="http://schemas.microsoft.com/office/drawing/2014/main" id="{8A582407-AD56-410E-96E3-E82127185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5111" y="559783"/>
            <a:ext cx="30261" cy="37881"/>
          </a:xfrm>
          <a:custGeom xmlns:a="http://schemas.openxmlformats.org/drawingml/2006/main">
            <a:rect l="0" t="0" r="r" b="b"/>
            <a:pathLst>
              <a:path w="38" h="46">
                <a:moveTo>
                  <a:pt x="30" y="28"/>
                </a:moveTo>
                <a:lnTo>
                  <a:pt x="38" y="30"/>
                </a:lnTo>
                <a:lnTo>
                  <a:pt x="34" y="36"/>
                </a:lnTo>
                <a:lnTo>
                  <a:pt x="30" y="40"/>
                </a:lnTo>
                <a:lnTo>
                  <a:pt x="26" y="44"/>
                </a:lnTo>
                <a:lnTo>
                  <a:pt x="18" y="46"/>
                </a:lnTo>
                <a:lnTo>
                  <a:pt x="10" y="44"/>
                </a:lnTo>
                <a:lnTo>
                  <a:pt x="4" y="40"/>
                </a:lnTo>
                <a:lnTo>
                  <a:pt x="0" y="32"/>
                </a:lnTo>
                <a:lnTo>
                  <a:pt x="0" y="22"/>
                </a:lnTo>
                <a:lnTo>
                  <a:pt x="0" y="16"/>
                </a:lnTo>
                <a:lnTo>
                  <a:pt x="2" y="10"/>
                </a:lnTo>
                <a:lnTo>
                  <a:pt x="4" y="6"/>
                </a:lnTo>
                <a:lnTo>
                  <a:pt x="8" y="2"/>
                </a:lnTo>
                <a:lnTo>
                  <a:pt x="14" y="0"/>
                </a:lnTo>
                <a:lnTo>
                  <a:pt x="20" y="0"/>
                </a:lnTo>
                <a:lnTo>
                  <a:pt x="26" y="0"/>
                </a:lnTo>
                <a:lnTo>
                  <a:pt x="30" y="4"/>
                </a:lnTo>
                <a:lnTo>
                  <a:pt x="34" y="8"/>
                </a:lnTo>
                <a:lnTo>
                  <a:pt x="36" y="14"/>
                </a:lnTo>
                <a:lnTo>
                  <a:pt x="30" y="14"/>
                </a:lnTo>
                <a:lnTo>
                  <a:pt x="28" y="10"/>
                </a:lnTo>
                <a:lnTo>
                  <a:pt x="26" y="8"/>
                </a:lnTo>
                <a:lnTo>
                  <a:pt x="22" y="6"/>
                </a:lnTo>
                <a:lnTo>
                  <a:pt x="20" y="6"/>
                </a:lnTo>
                <a:lnTo>
                  <a:pt x="14" y="6"/>
                </a:lnTo>
                <a:lnTo>
                  <a:pt x="10" y="10"/>
                </a:lnTo>
                <a:lnTo>
                  <a:pt x="8" y="14"/>
                </a:lnTo>
                <a:lnTo>
                  <a:pt x="6" y="22"/>
                </a:lnTo>
                <a:lnTo>
                  <a:pt x="8" y="30"/>
                </a:lnTo>
                <a:lnTo>
                  <a:pt x="10" y="36"/>
                </a:lnTo>
                <a:lnTo>
                  <a:pt x="14" y="38"/>
                </a:lnTo>
                <a:lnTo>
                  <a:pt x="18" y="38"/>
                </a:lnTo>
                <a:lnTo>
                  <a:pt x="22" y="38"/>
                </a:lnTo>
                <a:lnTo>
                  <a:pt x="26" y="36"/>
                </a:lnTo>
                <a:lnTo>
                  <a:pt x="28" y="32"/>
                </a:lnTo>
                <a:lnTo>
                  <a:pt x="30" y="28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450" name="Freeform 131">
            <a:extLst xmlns:a="http://schemas.openxmlformats.org/drawingml/2006/main">
              <a:ext uri="{FF2B5EF4-FFF2-40B4-BE49-F238E27FC236}">
                <a16:creationId xmlns:a16="http://schemas.microsoft.com/office/drawing/2014/main" id="{9198274C-A419-4F69-B879-BFCAA5606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0150" y="546607"/>
            <a:ext cx="27075" cy="49410"/>
          </a:xfrm>
          <a:custGeom xmlns:a="http://schemas.openxmlformats.org/drawingml/2006/main">
            <a:rect l="0" t="0" r="r" b="b"/>
            <a:pathLst>
              <a:path w="34" h="60">
                <a:moveTo>
                  <a:pt x="0" y="60"/>
                </a:moveTo>
                <a:lnTo>
                  <a:pt x="0" y="0"/>
                </a:lnTo>
                <a:lnTo>
                  <a:pt x="6" y="0"/>
                </a:lnTo>
                <a:lnTo>
                  <a:pt x="6" y="22"/>
                </a:lnTo>
                <a:lnTo>
                  <a:pt x="12" y="16"/>
                </a:lnTo>
                <a:lnTo>
                  <a:pt x="20" y="16"/>
                </a:lnTo>
                <a:lnTo>
                  <a:pt x="28" y="18"/>
                </a:lnTo>
                <a:lnTo>
                  <a:pt x="32" y="20"/>
                </a:lnTo>
                <a:lnTo>
                  <a:pt x="34" y="22"/>
                </a:lnTo>
                <a:lnTo>
                  <a:pt x="34" y="32"/>
                </a:lnTo>
                <a:lnTo>
                  <a:pt x="34" y="60"/>
                </a:lnTo>
                <a:lnTo>
                  <a:pt x="28" y="60"/>
                </a:lnTo>
                <a:lnTo>
                  <a:pt x="28" y="32"/>
                </a:lnTo>
                <a:lnTo>
                  <a:pt x="26" y="28"/>
                </a:lnTo>
                <a:lnTo>
                  <a:pt x="26" y="24"/>
                </a:lnTo>
                <a:lnTo>
                  <a:pt x="22" y="22"/>
                </a:lnTo>
                <a:lnTo>
                  <a:pt x="18" y="22"/>
                </a:lnTo>
                <a:lnTo>
                  <a:pt x="12" y="24"/>
                </a:lnTo>
                <a:lnTo>
                  <a:pt x="8" y="28"/>
                </a:lnTo>
                <a:lnTo>
                  <a:pt x="6" y="36"/>
                </a:lnTo>
                <a:lnTo>
                  <a:pt x="6" y="60"/>
                </a:lnTo>
                <a:lnTo>
                  <a:pt x="0" y="60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451" name="Freeform 132">
            <a:extLst xmlns:a="http://schemas.openxmlformats.org/drawingml/2006/main">
              <a:ext uri="{FF2B5EF4-FFF2-40B4-BE49-F238E27FC236}">
                <a16:creationId xmlns:a16="http://schemas.microsoft.com/office/drawing/2014/main" id="{826F4E0A-2384-43D5-A1E3-071D9CCCA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6782" y="559783"/>
            <a:ext cx="28668" cy="36234"/>
          </a:xfrm>
          <a:custGeom xmlns:a="http://schemas.openxmlformats.org/drawingml/2006/main">
            <a:rect l="0" t="0" r="r" b="b"/>
            <a:pathLst>
              <a:path w="36" h="44">
                <a:moveTo>
                  <a:pt x="0" y="44"/>
                </a:moveTo>
                <a:lnTo>
                  <a:pt x="0" y="0"/>
                </a:lnTo>
                <a:lnTo>
                  <a:pt x="6" y="0"/>
                </a:lnTo>
                <a:lnTo>
                  <a:pt x="6" y="6"/>
                </a:lnTo>
                <a:lnTo>
                  <a:pt x="12" y="2"/>
                </a:lnTo>
                <a:lnTo>
                  <a:pt x="20" y="0"/>
                </a:lnTo>
                <a:lnTo>
                  <a:pt x="28" y="0"/>
                </a:lnTo>
                <a:lnTo>
                  <a:pt x="32" y="4"/>
                </a:lnTo>
                <a:lnTo>
                  <a:pt x="36" y="10"/>
                </a:lnTo>
                <a:lnTo>
                  <a:pt x="36" y="18"/>
                </a:lnTo>
                <a:lnTo>
                  <a:pt x="36" y="44"/>
                </a:lnTo>
                <a:lnTo>
                  <a:pt x="28" y="44"/>
                </a:lnTo>
                <a:lnTo>
                  <a:pt x="28" y="18"/>
                </a:lnTo>
                <a:lnTo>
                  <a:pt x="28" y="10"/>
                </a:lnTo>
                <a:lnTo>
                  <a:pt x="24" y="8"/>
                </a:lnTo>
                <a:lnTo>
                  <a:pt x="20" y="6"/>
                </a:lnTo>
                <a:lnTo>
                  <a:pt x="14" y="6"/>
                </a:lnTo>
                <a:lnTo>
                  <a:pt x="12" y="8"/>
                </a:lnTo>
                <a:lnTo>
                  <a:pt x="8" y="14"/>
                </a:lnTo>
                <a:lnTo>
                  <a:pt x="8" y="20"/>
                </a:lnTo>
                <a:lnTo>
                  <a:pt x="8" y="44"/>
                </a:lnTo>
                <a:lnTo>
                  <a:pt x="0" y="44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452" name="Freeform 133">
            <a:extLst xmlns:a="http://schemas.openxmlformats.org/drawingml/2006/main">
              <a:ext uri="{FF2B5EF4-FFF2-40B4-BE49-F238E27FC236}">
                <a16:creationId xmlns:a16="http://schemas.microsoft.com/office/drawing/2014/main" id="{A9591603-E258-4269-82D0-89EE0275F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1822" y="559783"/>
            <a:ext cx="33446" cy="37881"/>
          </a:xfrm>
          <a:custGeom xmlns:a="http://schemas.openxmlformats.org/drawingml/2006/main">
            <a:rect l="0" t="0" r="r" b="b"/>
            <a:pathLst>
              <a:path w="42" h="46">
                <a:moveTo>
                  <a:pt x="0" y="22"/>
                </a:moveTo>
                <a:lnTo>
                  <a:pt x="0" y="22"/>
                </a:lnTo>
                <a:lnTo>
                  <a:pt x="2" y="12"/>
                </a:lnTo>
                <a:lnTo>
                  <a:pt x="8" y="4"/>
                </a:lnTo>
                <a:lnTo>
                  <a:pt x="14" y="0"/>
                </a:lnTo>
                <a:lnTo>
                  <a:pt x="20" y="0"/>
                </a:lnTo>
                <a:lnTo>
                  <a:pt x="28" y="0"/>
                </a:lnTo>
                <a:lnTo>
                  <a:pt x="36" y="6"/>
                </a:lnTo>
                <a:lnTo>
                  <a:pt x="40" y="12"/>
                </a:lnTo>
                <a:lnTo>
                  <a:pt x="42" y="22"/>
                </a:lnTo>
                <a:lnTo>
                  <a:pt x="40" y="30"/>
                </a:lnTo>
                <a:lnTo>
                  <a:pt x="38" y="34"/>
                </a:lnTo>
                <a:lnTo>
                  <a:pt x="36" y="40"/>
                </a:lnTo>
                <a:lnTo>
                  <a:pt x="32" y="42"/>
                </a:lnTo>
                <a:lnTo>
                  <a:pt x="26" y="44"/>
                </a:lnTo>
                <a:lnTo>
                  <a:pt x="20" y="46"/>
                </a:lnTo>
                <a:lnTo>
                  <a:pt x="12" y="44"/>
                </a:lnTo>
                <a:lnTo>
                  <a:pt x="6" y="40"/>
                </a:lnTo>
                <a:lnTo>
                  <a:pt x="2" y="32"/>
                </a:lnTo>
                <a:lnTo>
                  <a:pt x="0" y="22"/>
                </a:lnTo>
                <a:close/>
                <a:moveTo>
                  <a:pt x="8" y="22"/>
                </a:moveTo>
                <a:lnTo>
                  <a:pt x="8" y="22"/>
                </a:lnTo>
                <a:lnTo>
                  <a:pt x="8" y="30"/>
                </a:lnTo>
                <a:lnTo>
                  <a:pt x="12" y="34"/>
                </a:lnTo>
                <a:lnTo>
                  <a:pt x="16" y="38"/>
                </a:lnTo>
                <a:lnTo>
                  <a:pt x="20" y="38"/>
                </a:lnTo>
                <a:lnTo>
                  <a:pt x="26" y="38"/>
                </a:lnTo>
                <a:lnTo>
                  <a:pt x="30" y="34"/>
                </a:lnTo>
                <a:lnTo>
                  <a:pt x="32" y="30"/>
                </a:lnTo>
                <a:lnTo>
                  <a:pt x="34" y="22"/>
                </a:lnTo>
                <a:lnTo>
                  <a:pt x="32" y="14"/>
                </a:lnTo>
                <a:lnTo>
                  <a:pt x="30" y="10"/>
                </a:lnTo>
                <a:lnTo>
                  <a:pt x="26" y="6"/>
                </a:lnTo>
                <a:lnTo>
                  <a:pt x="20" y="6"/>
                </a:lnTo>
                <a:lnTo>
                  <a:pt x="16" y="6"/>
                </a:lnTo>
                <a:lnTo>
                  <a:pt x="12" y="10"/>
                </a:lnTo>
                <a:lnTo>
                  <a:pt x="8" y="14"/>
                </a:lnTo>
                <a:lnTo>
                  <a:pt x="8" y="22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453" name="Rectangle 134">
            <a:extLst xmlns:a="http://schemas.openxmlformats.org/drawingml/2006/main">
              <a:ext uri="{FF2B5EF4-FFF2-40B4-BE49-F238E27FC236}">
                <a16:creationId xmlns:a16="http://schemas.microsoft.com/office/drawing/2014/main" id="{3B94252D-3D52-499B-8138-E670FE0BC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1639" y="546607"/>
            <a:ext cx="6370" cy="494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1049454" name="Freeform 135">
            <a:extLst xmlns:a="http://schemas.openxmlformats.org/drawingml/2006/main">
              <a:ext uri="{FF2B5EF4-FFF2-40B4-BE49-F238E27FC236}">
                <a16:creationId xmlns:a16="http://schemas.microsoft.com/office/drawing/2014/main" id="{88181BCE-DE6D-4538-8946-BD415C01A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4381" y="559783"/>
            <a:ext cx="31853" cy="37881"/>
          </a:xfrm>
          <a:custGeom xmlns:a="http://schemas.openxmlformats.org/drawingml/2006/main">
            <a:rect l="0" t="0" r="r" b="b"/>
            <a:pathLst>
              <a:path w="40" h="46">
                <a:moveTo>
                  <a:pt x="0" y="22"/>
                </a:moveTo>
                <a:lnTo>
                  <a:pt x="0" y="22"/>
                </a:lnTo>
                <a:lnTo>
                  <a:pt x="2" y="12"/>
                </a:lnTo>
                <a:lnTo>
                  <a:pt x="6" y="4"/>
                </a:lnTo>
                <a:lnTo>
                  <a:pt x="12" y="0"/>
                </a:lnTo>
                <a:lnTo>
                  <a:pt x="20" y="0"/>
                </a:lnTo>
                <a:lnTo>
                  <a:pt x="28" y="0"/>
                </a:lnTo>
                <a:lnTo>
                  <a:pt x="34" y="6"/>
                </a:lnTo>
                <a:lnTo>
                  <a:pt x="40" y="12"/>
                </a:lnTo>
                <a:lnTo>
                  <a:pt x="40" y="22"/>
                </a:lnTo>
                <a:lnTo>
                  <a:pt x="40" y="30"/>
                </a:lnTo>
                <a:lnTo>
                  <a:pt x="38" y="34"/>
                </a:lnTo>
                <a:lnTo>
                  <a:pt x="36" y="40"/>
                </a:lnTo>
                <a:lnTo>
                  <a:pt x="30" y="42"/>
                </a:lnTo>
                <a:lnTo>
                  <a:pt x="26" y="44"/>
                </a:lnTo>
                <a:lnTo>
                  <a:pt x="20" y="46"/>
                </a:lnTo>
                <a:lnTo>
                  <a:pt x="12" y="44"/>
                </a:lnTo>
                <a:lnTo>
                  <a:pt x="6" y="40"/>
                </a:lnTo>
                <a:lnTo>
                  <a:pt x="2" y="32"/>
                </a:lnTo>
                <a:lnTo>
                  <a:pt x="0" y="22"/>
                </a:lnTo>
                <a:close/>
                <a:moveTo>
                  <a:pt x="8" y="22"/>
                </a:moveTo>
                <a:lnTo>
                  <a:pt x="8" y="22"/>
                </a:lnTo>
                <a:lnTo>
                  <a:pt x="8" y="30"/>
                </a:lnTo>
                <a:lnTo>
                  <a:pt x="12" y="34"/>
                </a:lnTo>
                <a:lnTo>
                  <a:pt x="16" y="38"/>
                </a:lnTo>
                <a:lnTo>
                  <a:pt x="20" y="38"/>
                </a:lnTo>
                <a:lnTo>
                  <a:pt x="26" y="38"/>
                </a:lnTo>
                <a:lnTo>
                  <a:pt x="30" y="34"/>
                </a:lnTo>
                <a:lnTo>
                  <a:pt x="32" y="30"/>
                </a:lnTo>
                <a:lnTo>
                  <a:pt x="34" y="22"/>
                </a:lnTo>
                <a:lnTo>
                  <a:pt x="32" y="14"/>
                </a:lnTo>
                <a:lnTo>
                  <a:pt x="30" y="10"/>
                </a:lnTo>
                <a:lnTo>
                  <a:pt x="26" y="6"/>
                </a:lnTo>
                <a:lnTo>
                  <a:pt x="20" y="6"/>
                </a:lnTo>
                <a:lnTo>
                  <a:pt x="16" y="6"/>
                </a:lnTo>
                <a:lnTo>
                  <a:pt x="12" y="10"/>
                </a:lnTo>
                <a:lnTo>
                  <a:pt x="8" y="14"/>
                </a:lnTo>
                <a:lnTo>
                  <a:pt x="8" y="22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455" name="Freeform 136">
            <a:extLst xmlns:a="http://schemas.openxmlformats.org/drawingml/2006/main">
              <a:ext uri="{FF2B5EF4-FFF2-40B4-BE49-F238E27FC236}">
                <a16:creationId xmlns:a16="http://schemas.microsoft.com/office/drawing/2014/main" id="{EC8AC2BE-B07E-4877-B0F2-D91AFF302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1013" y="559783"/>
            <a:ext cx="31853" cy="51057"/>
          </a:xfrm>
          <a:custGeom xmlns:a="http://schemas.openxmlformats.org/drawingml/2006/main">
            <a:rect l="0" t="0" r="r" b="b"/>
            <a:pathLst>
              <a:path w="40" h="62">
                <a:moveTo>
                  <a:pt x="2" y="48"/>
                </a:moveTo>
                <a:lnTo>
                  <a:pt x="10" y="48"/>
                </a:lnTo>
                <a:lnTo>
                  <a:pt x="10" y="52"/>
                </a:lnTo>
                <a:lnTo>
                  <a:pt x="12" y="54"/>
                </a:lnTo>
                <a:lnTo>
                  <a:pt x="16" y="56"/>
                </a:lnTo>
                <a:lnTo>
                  <a:pt x="20" y="56"/>
                </a:lnTo>
                <a:lnTo>
                  <a:pt x="24" y="56"/>
                </a:lnTo>
                <a:lnTo>
                  <a:pt x="28" y="54"/>
                </a:lnTo>
                <a:lnTo>
                  <a:pt x="30" y="52"/>
                </a:lnTo>
                <a:lnTo>
                  <a:pt x="32" y="48"/>
                </a:lnTo>
                <a:lnTo>
                  <a:pt x="32" y="38"/>
                </a:lnTo>
                <a:lnTo>
                  <a:pt x="26" y="42"/>
                </a:lnTo>
                <a:lnTo>
                  <a:pt x="20" y="44"/>
                </a:lnTo>
                <a:lnTo>
                  <a:pt x="12" y="42"/>
                </a:lnTo>
                <a:lnTo>
                  <a:pt x="6" y="38"/>
                </a:lnTo>
                <a:lnTo>
                  <a:pt x="2" y="30"/>
                </a:lnTo>
                <a:lnTo>
                  <a:pt x="0" y="22"/>
                </a:lnTo>
                <a:lnTo>
                  <a:pt x="2" y="10"/>
                </a:lnTo>
                <a:lnTo>
                  <a:pt x="6" y="6"/>
                </a:lnTo>
                <a:lnTo>
                  <a:pt x="10" y="2"/>
                </a:lnTo>
                <a:lnTo>
                  <a:pt x="14" y="0"/>
                </a:lnTo>
                <a:lnTo>
                  <a:pt x="20" y="0"/>
                </a:lnTo>
                <a:lnTo>
                  <a:pt x="26" y="2"/>
                </a:lnTo>
                <a:lnTo>
                  <a:pt x="32" y="6"/>
                </a:lnTo>
                <a:lnTo>
                  <a:pt x="32" y="0"/>
                </a:lnTo>
                <a:lnTo>
                  <a:pt x="40" y="0"/>
                </a:lnTo>
                <a:lnTo>
                  <a:pt x="40" y="38"/>
                </a:lnTo>
                <a:lnTo>
                  <a:pt x="38" y="46"/>
                </a:lnTo>
                <a:lnTo>
                  <a:pt x="38" y="52"/>
                </a:lnTo>
                <a:lnTo>
                  <a:pt x="34" y="56"/>
                </a:lnTo>
                <a:lnTo>
                  <a:pt x="30" y="60"/>
                </a:lnTo>
                <a:lnTo>
                  <a:pt x="26" y="62"/>
                </a:lnTo>
                <a:lnTo>
                  <a:pt x="20" y="62"/>
                </a:lnTo>
                <a:lnTo>
                  <a:pt x="12" y="60"/>
                </a:lnTo>
                <a:lnTo>
                  <a:pt x="6" y="58"/>
                </a:lnTo>
                <a:lnTo>
                  <a:pt x="4" y="54"/>
                </a:lnTo>
                <a:lnTo>
                  <a:pt x="2" y="48"/>
                </a:lnTo>
                <a:close/>
                <a:moveTo>
                  <a:pt x="8" y="22"/>
                </a:moveTo>
                <a:lnTo>
                  <a:pt x="8" y="22"/>
                </a:lnTo>
                <a:lnTo>
                  <a:pt x="10" y="28"/>
                </a:lnTo>
                <a:lnTo>
                  <a:pt x="12" y="34"/>
                </a:lnTo>
                <a:lnTo>
                  <a:pt x="16" y="38"/>
                </a:lnTo>
                <a:lnTo>
                  <a:pt x="20" y="38"/>
                </a:lnTo>
                <a:lnTo>
                  <a:pt x="26" y="38"/>
                </a:lnTo>
                <a:lnTo>
                  <a:pt x="28" y="34"/>
                </a:lnTo>
                <a:lnTo>
                  <a:pt x="32" y="30"/>
                </a:lnTo>
                <a:lnTo>
                  <a:pt x="32" y="22"/>
                </a:lnTo>
                <a:lnTo>
                  <a:pt x="32" y="14"/>
                </a:lnTo>
                <a:lnTo>
                  <a:pt x="28" y="10"/>
                </a:lnTo>
                <a:lnTo>
                  <a:pt x="24" y="6"/>
                </a:lnTo>
                <a:lnTo>
                  <a:pt x="20" y="6"/>
                </a:lnTo>
                <a:lnTo>
                  <a:pt x="16" y="6"/>
                </a:lnTo>
                <a:lnTo>
                  <a:pt x="12" y="10"/>
                </a:lnTo>
                <a:lnTo>
                  <a:pt x="10" y="14"/>
                </a:lnTo>
                <a:lnTo>
                  <a:pt x="8" y="22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456" name="Freeform 137">
            <a:extLst xmlns:a="http://schemas.openxmlformats.org/drawingml/2006/main">
              <a:ext uri="{FF2B5EF4-FFF2-40B4-BE49-F238E27FC236}">
                <a16:creationId xmlns:a16="http://schemas.microsoft.com/office/drawing/2014/main" id="{19C6C6F7-F0CF-411F-A982-27AEA5C35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7645" y="559783"/>
            <a:ext cx="31853" cy="51057"/>
          </a:xfrm>
          <a:custGeom xmlns:a="http://schemas.openxmlformats.org/drawingml/2006/main">
            <a:rect l="0" t="0" r="r" b="b"/>
            <a:pathLst>
              <a:path w="40" h="62">
                <a:moveTo>
                  <a:pt x="4" y="60"/>
                </a:moveTo>
                <a:lnTo>
                  <a:pt x="4" y="54"/>
                </a:lnTo>
                <a:lnTo>
                  <a:pt x="8" y="54"/>
                </a:lnTo>
                <a:lnTo>
                  <a:pt x="12" y="54"/>
                </a:lnTo>
                <a:lnTo>
                  <a:pt x="14" y="52"/>
                </a:lnTo>
                <a:lnTo>
                  <a:pt x="16" y="46"/>
                </a:lnTo>
                <a:lnTo>
                  <a:pt x="16" y="44"/>
                </a:lnTo>
                <a:lnTo>
                  <a:pt x="0" y="0"/>
                </a:lnTo>
                <a:lnTo>
                  <a:pt x="8" y="0"/>
                </a:lnTo>
                <a:lnTo>
                  <a:pt x="18" y="26"/>
                </a:lnTo>
                <a:lnTo>
                  <a:pt x="20" y="36"/>
                </a:lnTo>
                <a:lnTo>
                  <a:pt x="24" y="26"/>
                </a:lnTo>
                <a:lnTo>
                  <a:pt x="32" y="0"/>
                </a:lnTo>
                <a:lnTo>
                  <a:pt x="40" y="0"/>
                </a:lnTo>
                <a:lnTo>
                  <a:pt x="24" y="44"/>
                </a:lnTo>
                <a:lnTo>
                  <a:pt x="20" y="54"/>
                </a:lnTo>
                <a:lnTo>
                  <a:pt x="14" y="60"/>
                </a:lnTo>
                <a:lnTo>
                  <a:pt x="8" y="62"/>
                </a:lnTo>
                <a:lnTo>
                  <a:pt x="4" y="60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457" name="Freeform 138">
            <a:extLst xmlns:a="http://schemas.openxmlformats.org/drawingml/2006/main">
              <a:ext uri="{FF2B5EF4-FFF2-40B4-BE49-F238E27FC236}">
                <a16:creationId xmlns:a16="http://schemas.microsoft.com/office/drawing/2014/main" id="{EEEE5C4C-062D-4113-BD10-88C8B753A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3389" y="546607"/>
            <a:ext cx="36632" cy="49410"/>
          </a:xfrm>
          <a:custGeom xmlns:a="http://schemas.openxmlformats.org/drawingml/2006/main">
            <a:rect l="0" t="0" r="r" b="b"/>
            <a:pathLst>
              <a:path w="46" h="60">
                <a:moveTo>
                  <a:pt x="0" y="60"/>
                </a:moveTo>
                <a:lnTo>
                  <a:pt x="0" y="0"/>
                </a:lnTo>
                <a:lnTo>
                  <a:pt x="24" y="0"/>
                </a:lnTo>
                <a:lnTo>
                  <a:pt x="34" y="2"/>
                </a:lnTo>
                <a:lnTo>
                  <a:pt x="38" y="4"/>
                </a:lnTo>
                <a:lnTo>
                  <a:pt x="40" y="8"/>
                </a:lnTo>
                <a:lnTo>
                  <a:pt x="42" y="12"/>
                </a:lnTo>
                <a:lnTo>
                  <a:pt x="44" y="16"/>
                </a:lnTo>
                <a:lnTo>
                  <a:pt x="40" y="22"/>
                </a:lnTo>
                <a:lnTo>
                  <a:pt x="34" y="28"/>
                </a:lnTo>
                <a:lnTo>
                  <a:pt x="40" y="30"/>
                </a:lnTo>
                <a:lnTo>
                  <a:pt x="44" y="34"/>
                </a:lnTo>
                <a:lnTo>
                  <a:pt x="46" y="38"/>
                </a:lnTo>
                <a:lnTo>
                  <a:pt x="46" y="42"/>
                </a:lnTo>
                <a:lnTo>
                  <a:pt x="44" y="50"/>
                </a:lnTo>
                <a:lnTo>
                  <a:pt x="40" y="56"/>
                </a:lnTo>
                <a:lnTo>
                  <a:pt x="34" y="60"/>
                </a:lnTo>
                <a:lnTo>
                  <a:pt x="24" y="60"/>
                </a:lnTo>
                <a:lnTo>
                  <a:pt x="0" y="60"/>
                </a:lnTo>
                <a:close/>
                <a:moveTo>
                  <a:pt x="8" y="26"/>
                </a:moveTo>
                <a:lnTo>
                  <a:pt x="22" y="26"/>
                </a:lnTo>
                <a:lnTo>
                  <a:pt x="30" y="24"/>
                </a:lnTo>
                <a:lnTo>
                  <a:pt x="34" y="22"/>
                </a:lnTo>
                <a:lnTo>
                  <a:pt x="36" y="16"/>
                </a:lnTo>
                <a:lnTo>
                  <a:pt x="34" y="10"/>
                </a:lnTo>
                <a:lnTo>
                  <a:pt x="30" y="8"/>
                </a:lnTo>
                <a:lnTo>
                  <a:pt x="20" y="8"/>
                </a:lnTo>
                <a:lnTo>
                  <a:pt x="8" y="8"/>
                </a:lnTo>
                <a:lnTo>
                  <a:pt x="8" y="26"/>
                </a:lnTo>
                <a:close/>
                <a:moveTo>
                  <a:pt x="8" y="54"/>
                </a:moveTo>
                <a:lnTo>
                  <a:pt x="24" y="54"/>
                </a:lnTo>
                <a:lnTo>
                  <a:pt x="28" y="52"/>
                </a:lnTo>
                <a:lnTo>
                  <a:pt x="34" y="52"/>
                </a:lnTo>
                <a:lnTo>
                  <a:pt x="36" y="48"/>
                </a:lnTo>
                <a:lnTo>
                  <a:pt x="38" y="42"/>
                </a:lnTo>
                <a:lnTo>
                  <a:pt x="36" y="36"/>
                </a:lnTo>
                <a:lnTo>
                  <a:pt x="32" y="34"/>
                </a:lnTo>
                <a:lnTo>
                  <a:pt x="22" y="32"/>
                </a:lnTo>
                <a:lnTo>
                  <a:pt x="8" y="32"/>
                </a:lnTo>
                <a:lnTo>
                  <a:pt x="8" y="54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458" name="Freeform 139">
            <a:extLst xmlns:a="http://schemas.openxmlformats.org/drawingml/2006/main">
              <a:ext uri="{FF2B5EF4-FFF2-40B4-BE49-F238E27FC236}">
                <a16:creationId xmlns:a16="http://schemas.microsoft.com/office/drawing/2014/main" id="{0E71536A-292A-412D-B880-BE0C04511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6392" y="559783"/>
            <a:ext cx="31853" cy="37881"/>
          </a:xfrm>
          <a:custGeom xmlns:a="http://schemas.openxmlformats.org/drawingml/2006/main">
            <a:rect l="0" t="0" r="r" b="b"/>
            <a:pathLst>
              <a:path w="40" h="46">
                <a:moveTo>
                  <a:pt x="32" y="30"/>
                </a:moveTo>
                <a:lnTo>
                  <a:pt x="40" y="30"/>
                </a:lnTo>
                <a:lnTo>
                  <a:pt x="36" y="36"/>
                </a:lnTo>
                <a:lnTo>
                  <a:pt x="32" y="42"/>
                </a:lnTo>
                <a:lnTo>
                  <a:pt x="28" y="44"/>
                </a:lnTo>
                <a:lnTo>
                  <a:pt x="20" y="46"/>
                </a:lnTo>
                <a:lnTo>
                  <a:pt x="12" y="44"/>
                </a:lnTo>
                <a:lnTo>
                  <a:pt x="6" y="40"/>
                </a:lnTo>
                <a:lnTo>
                  <a:pt x="0" y="32"/>
                </a:lnTo>
                <a:lnTo>
                  <a:pt x="0" y="22"/>
                </a:lnTo>
                <a:lnTo>
                  <a:pt x="0" y="12"/>
                </a:lnTo>
                <a:lnTo>
                  <a:pt x="6" y="6"/>
                </a:lnTo>
                <a:lnTo>
                  <a:pt x="12" y="2"/>
                </a:lnTo>
                <a:lnTo>
                  <a:pt x="20" y="0"/>
                </a:lnTo>
                <a:lnTo>
                  <a:pt x="28" y="0"/>
                </a:lnTo>
                <a:lnTo>
                  <a:pt x="34" y="6"/>
                </a:lnTo>
                <a:lnTo>
                  <a:pt x="38" y="12"/>
                </a:lnTo>
                <a:lnTo>
                  <a:pt x="40" y="22"/>
                </a:lnTo>
                <a:lnTo>
                  <a:pt x="40" y="24"/>
                </a:lnTo>
                <a:lnTo>
                  <a:pt x="8" y="24"/>
                </a:lnTo>
                <a:lnTo>
                  <a:pt x="8" y="30"/>
                </a:lnTo>
                <a:lnTo>
                  <a:pt x="12" y="36"/>
                </a:lnTo>
                <a:lnTo>
                  <a:pt x="16" y="38"/>
                </a:lnTo>
                <a:lnTo>
                  <a:pt x="20" y="38"/>
                </a:lnTo>
                <a:lnTo>
                  <a:pt x="24" y="38"/>
                </a:lnTo>
                <a:lnTo>
                  <a:pt x="28" y="36"/>
                </a:lnTo>
                <a:lnTo>
                  <a:pt x="30" y="34"/>
                </a:lnTo>
                <a:lnTo>
                  <a:pt x="32" y="30"/>
                </a:lnTo>
                <a:close/>
                <a:moveTo>
                  <a:pt x="8" y="18"/>
                </a:moveTo>
                <a:lnTo>
                  <a:pt x="32" y="18"/>
                </a:lnTo>
                <a:lnTo>
                  <a:pt x="32" y="14"/>
                </a:lnTo>
                <a:lnTo>
                  <a:pt x="30" y="10"/>
                </a:lnTo>
                <a:lnTo>
                  <a:pt x="26" y="6"/>
                </a:lnTo>
                <a:lnTo>
                  <a:pt x="20" y="6"/>
                </a:lnTo>
                <a:lnTo>
                  <a:pt x="16" y="6"/>
                </a:lnTo>
                <a:lnTo>
                  <a:pt x="12" y="8"/>
                </a:lnTo>
                <a:lnTo>
                  <a:pt x="8" y="12"/>
                </a:lnTo>
                <a:lnTo>
                  <a:pt x="8" y="18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459" name="Freeform 140">
            <a:extLst xmlns:a="http://schemas.openxmlformats.org/drawingml/2006/main">
              <a:ext uri="{FF2B5EF4-FFF2-40B4-BE49-F238E27FC236}">
                <a16:creationId xmlns:a16="http://schemas.microsoft.com/office/drawing/2014/main" id="{4457CEDF-4BDA-4B7C-80BD-8E1C6A57D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4617" y="546607"/>
            <a:ext cx="6370" cy="49410"/>
          </a:xfrm>
          <a:custGeom xmlns:a="http://schemas.openxmlformats.org/drawingml/2006/main">
            <a:rect l="0" t="0" r="r" b="b"/>
            <a:pathLst>
              <a:path w="8" h="60">
                <a:moveTo>
                  <a:pt x="0" y="8"/>
                </a:moveTo>
                <a:lnTo>
                  <a:pt x="0" y="0"/>
                </a:lnTo>
                <a:lnTo>
                  <a:pt x="8" y="0"/>
                </a:lnTo>
                <a:lnTo>
                  <a:pt x="8" y="8"/>
                </a:lnTo>
                <a:lnTo>
                  <a:pt x="0" y="8"/>
                </a:lnTo>
                <a:close/>
                <a:moveTo>
                  <a:pt x="0" y="60"/>
                </a:moveTo>
                <a:lnTo>
                  <a:pt x="0" y="16"/>
                </a:lnTo>
                <a:lnTo>
                  <a:pt x="8" y="16"/>
                </a:lnTo>
                <a:lnTo>
                  <a:pt x="8" y="60"/>
                </a:lnTo>
                <a:lnTo>
                  <a:pt x="0" y="60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460" name="Freeform 141">
            <a:extLst xmlns:a="http://schemas.openxmlformats.org/drawingml/2006/main">
              <a:ext uri="{FF2B5EF4-FFF2-40B4-BE49-F238E27FC236}">
                <a16:creationId xmlns:a16="http://schemas.microsoft.com/office/drawing/2014/main" id="{6BEC45A9-D7EA-417B-B428-27D61AC37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72580" y="546607"/>
            <a:ext cx="12741" cy="64233"/>
          </a:xfrm>
          <a:custGeom xmlns:a="http://schemas.openxmlformats.org/drawingml/2006/main">
            <a:rect l="0" t="0" r="r" b="b"/>
            <a:pathLst>
              <a:path w="16" h="78">
                <a:moveTo>
                  <a:pt x="0" y="78"/>
                </a:moveTo>
                <a:lnTo>
                  <a:pt x="2" y="70"/>
                </a:lnTo>
                <a:lnTo>
                  <a:pt x="6" y="72"/>
                </a:lnTo>
                <a:lnTo>
                  <a:pt x="8" y="70"/>
                </a:lnTo>
                <a:lnTo>
                  <a:pt x="10" y="62"/>
                </a:lnTo>
                <a:lnTo>
                  <a:pt x="10" y="16"/>
                </a:lnTo>
                <a:lnTo>
                  <a:pt x="16" y="16"/>
                </a:lnTo>
                <a:lnTo>
                  <a:pt x="16" y="62"/>
                </a:lnTo>
                <a:lnTo>
                  <a:pt x="16" y="70"/>
                </a:lnTo>
                <a:lnTo>
                  <a:pt x="14" y="74"/>
                </a:lnTo>
                <a:lnTo>
                  <a:pt x="12" y="76"/>
                </a:lnTo>
                <a:lnTo>
                  <a:pt x="6" y="78"/>
                </a:lnTo>
                <a:lnTo>
                  <a:pt x="0" y="78"/>
                </a:lnTo>
                <a:close/>
                <a:moveTo>
                  <a:pt x="10" y="8"/>
                </a:moveTo>
                <a:lnTo>
                  <a:pt x="10" y="0"/>
                </a:lnTo>
                <a:lnTo>
                  <a:pt x="16" y="0"/>
                </a:lnTo>
                <a:lnTo>
                  <a:pt x="16" y="8"/>
                </a:lnTo>
                <a:lnTo>
                  <a:pt x="10" y="8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461" name="Freeform 142">
            <a:extLst xmlns:a="http://schemas.openxmlformats.org/drawingml/2006/main">
              <a:ext uri="{FF2B5EF4-FFF2-40B4-BE49-F238E27FC236}">
                <a16:creationId xmlns:a16="http://schemas.microsoft.com/office/drawing/2014/main" id="{CB1304A4-0618-41BF-AD50-7F2812B8D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94878" y="546607"/>
            <a:ext cx="6370" cy="49410"/>
          </a:xfrm>
          <a:custGeom xmlns:a="http://schemas.openxmlformats.org/drawingml/2006/main">
            <a:rect l="0" t="0" r="r" b="b"/>
            <a:pathLst>
              <a:path w="8" h="60">
                <a:moveTo>
                  <a:pt x="0" y="8"/>
                </a:moveTo>
                <a:lnTo>
                  <a:pt x="0" y="0"/>
                </a:lnTo>
                <a:lnTo>
                  <a:pt x="8" y="0"/>
                </a:lnTo>
                <a:lnTo>
                  <a:pt x="8" y="8"/>
                </a:lnTo>
                <a:lnTo>
                  <a:pt x="0" y="8"/>
                </a:lnTo>
                <a:close/>
                <a:moveTo>
                  <a:pt x="0" y="60"/>
                </a:moveTo>
                <a:lnTo>
                  <a:pt x="0" y="16"/>
                </a:lnTo>
                <a:lnTo>
                  <a:pt x="8" y="16"/>
                </a:lnTo>
                <a:lnTo>
                  <a:pt x="8" y="60"/>
                </a:lnTo>
                <a:lnTo>
                  <a:pt x="0" y="60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462" name="Freeform 143">
            <a:extLst xmlns:a="http://schemas.openxmlformats.org/drawingml/2006/main">
              <a:ext uri="{FF2B5EF4-FFF2-40B4-BE49-F238E27FC236}">
                <a16:creationId xmlns:a16="http://schemas.microsoft.com/office/drawing/2014/main" id="{00C3B81B-DFB8-4E2D-886A-398C2A759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09213" y="559783"/>
            <a:ext cx="28668" cy="36234"/>
          </a:xfrm>
          <a:custGeom xmlns:a="http://schemas.openxmlformats.org/drawingml/2006/main">
            <a:rect l="0" t="0" r="r" b="b"/>
            <a:pathLst>
              <a:path w="36" h="44">
                <a:moveTo>
                  <a:pt x="0" y="44"/>
                </a:moveTo>
                <a:lnTo>
                  <a:pt x="0" y="0"/>
                </a:lnTo>
                <a:lnTo>
                  <a:pt x="8" y="0"/>
                </a:lnTo>
                <a:lnTo>
                  <a:pt x="8" y="6"/>
                </a:lnTo>
                <a:lnTo>
                  <a:pt x="14" y="2"/>
                </a:lnTo>
                <a:lnTo>
                  <a:pt x="22" y="0"/>
                </a:lnTo>
                <a:lnTo>
                  <a:pt x="28" y="0"/>
                </a:lnTo>
                <a:lnTo>
                  <a:pt x="34" y="4"/>
                </a:lnTo>
                <a:lnTo>
                  <a:pt x="36" y="10"/>
                </a:lnTo>
                <a:lnTo>
                  <a:pt x="36" y="18"/>
                </a:lnTo>
                <a:lnTo>
                  <a:pt x="36" y="44"/>
                </a:lnTo>
                <a:lnTo>
                  <a:pt x="30" y="44"/>
                </a:lnTo>
                <a:lnTo>
                  <a:pt x="30" y="18"/>
                </a:lnTo>
                <a:lnTo>
                  <a:pt x="28" y="10"/>
                </a:lnTo>
                <a:lnTo>
                  <a:pt x="26" y="8"/>
                </a:lnTo>
                <a:lnTo>
                  <a:pt x="20" y="6"/>
                </a:lnTo>
                <a:lnTo>
                  <a:pt x="16" y="6"/>
                </a:lnTo>
                <a:lnTo>
                  <a:pt x="12" y="8"/>
                </a:lnTo>
                <a:lnTo>
                  <a:pt x="10" y="14"/>
                </a:lnTo>
                <a:lnTo>
                  <a:pt x="8" y="20"/>
                </a:lnTo>
                <a:lnTo>
                  <a:pt x="8" y="44"/>
                </a:lnTo>
                <a:lnTo>
                  <a:pt x="0" y="44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463" name="Freeform 144">
            <a:extLst xmlns:a="http://schemas.openxmlformats.org/drawingml/2006/main">
              <a:ext uri="{FF2B5EF4-FFF2-40B4-BE49-F238E27FC236}">
                <a16:creationId xmlns:a16="http://schemas.microsoft.com/office/drawing/2014/main" id="{3C3C2B0D-F0C8-4991-9223-83F5077F4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45845" y="559783"/>
            <a:ext cx="30261" cy="51057"/>
          </a:xfrm>
          <a:custGeom xmlns:a="http://schemas.openxmlformats.org/drawingml/2006/main">
            <a:rect l="0" t="0" r="r" b="b"/>
            <a:pathLst>
              <a:path w="38" h="62">
                <a:moveTo>
                  <a:pt x="0" y="48"/>
                </a:moveTo>
                <a:lnTo>
                  <a:pt x="8" y="48"/>
                </a:lnTo>
                <a:lnTo>
                  <a:pt x="10" y="54"/>
                </a:lnTo>
                <a:lnTo>
                  <a:pt x="14" y="56"/>
                </a:lnTo>
                <a:lnTo>
                  <a:pt x="18" y="56"/>
                </a:lnTo>
                <a:lnTo>
                  <a:pt x="22" y="56"/>
                </a:lnTo>
                <a:lnTo>
                  <a:pt x="26" y="54"/>
                </a:lnTo>
                <a:lnTo>
                  <a:pt x="28" y="52"/>
                </a:lnTo>
                <a:lnTo>
                  <a:pt x="30" y="48"/>
                </a:lnTo>
                <a:lnTo>
                  <a:pt x="30" y="38"/>
                </a:lnTo>
                <a:lnTo>
                  <a:pt x="24" y="42"/>
                </a:lnTo>
                <a:lnTo>
                  <a:pt x="18" y="44"/>
                </a:lnTo>
                <a:lnTo>
                  <a:pt x="10" y="42"/>
                </a:lnTo>
                <a:lnTo>
                  <a:pt x="4" y="38"/>
                </a:lnTo>
                <a:lnTo>
                  <a:pt x="0" y="30"/>
                </a:lnTo>
                <a:lnTo>
                  <a:pt x="0" y="22"/>
                </a:lnTo>
                <a:lnTo>
                  <a:pt x="0" y="16"/>
                </a:lnTo>
                <a:lnTo>
                  <a:pt x="2" y="10"/>
                </a:lnTo>
                <a:lnTo>
                  <a:pt x="4" y="6"/>
                </a:lnTo>
                <a:lnTo>
                  <a:pt x="8" y="2"/>
                </a:lnTo>
                <a:lnTo>
                  <a:pt x="12" y="0"/>
                </a:lnTo>
                <a:lnTo>
                  <a:pt x="18" y="0"/>
                </a:lnTo>
                <a:lnTo>
                  <a:pt x="26" y="2"/>
                </a:lnTo>
                <a:lnTo>
                  <a:pt x="30" y="6"/>
                </a:lnTo>
                <a:lnTo>
                  <a:pt x="30" y="0"/>
                </a:lnTo>
                <a:lnTo>
                  <a:pt x="38" y="0"/>
                </a:lnTo>
                <a:lnTo>
                  <a:pt x="38" y="38"/>
                </a:lnTo>
                <a:lnTo>
                  <a:pt x="36" y="46"/>
                </a:lnTo>
                <a:lnTo>
                  <a:pt x="36" y="52"/>
                </a:lnTo>
                <a:lnTo>
                  <a:pt x="32" y="56"/>
                </a:lnTo>
                <a:lnTo>
                  <a:pt x="28" y="60"/>
                </a:lnTo>
                <a:lnTo>
                  <a:pt x="24" y="62"/>
                </a:lnTo>
                <a:lnTo>
                  <a:pt x="18" y="62"/>
                </a:lnTo>
                <a:lnTo>
                  <a:pt x="10" y="60"/>
                </a:lnTo>
                <a:lnTo>
                  <a:pt x="6" y="58"/>
                </a:lnTo>
                <a:lnTo>
                  <a:pt x="2" y="54"/>
                </a:lnTo>
                <a:lnTo>
                  <a:pt x="0" y="48"/>
                </a:lnTo>
                <a:close/>
                <a:moveTo>
                  <a:pt x="6" y="22"/>
                </a:moveTo>
                <a:lnTo>
                  <a:pt x="6" y="22"/>
                </a:lnTo>
                <a:lnTo>
                  <a:pt x="8" y="28"/>
                </a:lnTo>
                <a:lnTo>
                  <a:pt x="10" y="34"/>
                </a:lnTo>
                <a:lnTo>
                  <a:pt x="14" y="38"/>
                </a:lnTo>
                <a:lnTo>
                  <a:pt x="18" y="38"/>
                </a:lnTo>
                <a:lnTo>
                  <a:pt x="24" y="38"/>
                </a:lnTo>
                <a:lnTo>
                  <a:pt x="28" y="34"/>
                </a:lnTo>
                <a:lnTo>
                  <a:pt x="30" y="30"/>
                </a:lnTo>
                <a:lnTo>
                  <a:pt x="30" y="22"/>
                </a:lnTo>
                <a:lnTo>
                  <a:pt x="30" y="14"/>
                </a:lnTo>
                <a:lnTo>
                  <a:pt x="28" y="10"/>
                </a:lnTo>
                <a:lnTo>
                  <a:pt x="24" y="6"/>
                </a:lnTo>
                <a:lnTo>
                  <a:pt x="18" y="6"/>
                </a:lnTo>
                <a:lnTo>
                  <a:pt x="14" y="6"/>
                </a:lnTo>
                <a:lnTo>
                  <a:pt x="10" y="10"/>
                </a:lnTo>
                <a:lnTo>
                  <a:pt x="8" y="14"/>
                </a:lnTo>
                <a:lnTo>
                  <a:pt x="6" y="22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464" name="Freeform 145">
            <a:extLst xmlns:a="http://schemas.openxmlformats.org/drawingml/2006/main">
              <a:ext uri="{FF2B5EF4-FFF2-40B4-BE49-F238E27FC236}">
                <a16:creationId xmlns:a16="http://schemas.microsoft.com/office/drawing/2014/main" id="{68E12C70-1DDE-47DB-8F0D-AB93953D6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7251" y="350612"/>
            <a:ext cx="84413" cy="149878"/>
          </a:xfrm>
          <a:custGeom xmlns:a="http://schemas.openxmlformats.org/drawingml/2006/main">
            <a:rect l="0" t="0" r="r" b="b"/>
            <a:pathLst>
              <a:path w="106" h="182">
                <a:moveTo>
                  <a:pt x="106" y="76"/>
                </a:moveTo>
                <a:lnTo>
                  <a:pt x="106" y="76"/>
                </a:lnTo>
                <a:lnTo>
                  <a:pt x="106" y="74"/>
                </a:lnTo>
                <a:lnTo>
                  <a:pt x="102" y="72"/>
                </a:lnTo>
                <a:lnTo>
                  <a:pt x="94" y="76"/>
                </a:lnTo>
                <a:lnTo>
                  <a:pt x="80" y="86"/>
                </a:lnTo>
                <a:lnTo>
                  <a:pt x="80" y="78"/>
                </a:lnTo>
                <a:lnTo>
                  <a:pt x="84" y="76"/>
                </a:lnTo>
                <a:lnTo>
                  <a:pt x="86" y="74"/>
                </a:lnTo>
                <a:lnTo>
                  <a:pt x="92" y="74"/>
                </a:lnTo>
                <a:lnTo>
                  <a:pt x="92" y="66"/>
                </a:lnTo>
                <a:lnTo>
                  <a:pt x="90" y="62"/>
                </a:lnTo>
                <a:lnTo>
                  <a:pt x="88" y="60"/>
                </a:lnTo>
                <a:lnTo>
                  <a:pt x="86" y="56"/>
                </a:lnTo>
                <a:lnTo>
                  <a:pt x="86" y="44"/>
                </a:lnTo>
                <a:lnTo>
                  <a:pt x="88" y="36"/>
                </a:lnTo>
                <a:lnTo>
                  <a:pt x="92" y="28"/>
                </a:lnTo>
                <a:lnTo>
                  <a:pt x="92" y="16"/>
                </a:lnTo>
                <a:lnTo>
                  <a:pt x="88" y="10"/>
                </a:lnTo>
                <a:lnTo>
                  <a:pt x="82" y="6"/>
                </a:lnTo>
                <a:lnTo>
                  <a:pt x="76" y="2"/>
                </a:lnTo>
                <a:lnTo>
                  <a:pt x="68" y="0"/>
                </a:lnTo>
                <a:lnTo>
                  <a:pt x="66" y="2"/>
                </a:lnTo>
                <a:lnTo>
                  <a:pt x="64" y="4"/>
                </a:lnTo>
                <a:lnTo>
                  <a:pt x="66" y="6"/>
                </a:lnTo>
                <a:lnTo>
                  <a:pt x="68" y="10"/>
                </a:lnTo>
                <a:lnTo>
                  <a:pt x="70" y="16"/>
                </a:lnTo>
                <a:lnTo>
                  <a:pt x="70" y="30"/>
                </a:lnTo>
                <a:lnTo>
                  <a:pt x="66" y="60"/>
                </a:lnTo>
                <a:lnTo>
                  <a:pt x="54" y="66"/>
                </a:lnTo>
                <a:lnTo>
                  <a:pt x="38" y="72"/>
                </a:lnTo>
                <a:lnTo>
                  <a:pt x="2" y="88"/>
                </a:lnTo>
                <a:lnTo>
                  <a:pt x="0" y="90"/>
                </a:lnTo>
                <a:lnTo>
                  <a:pt x="0" y="94"/>
                </a:lnTo>
                <a:lnTo>
                  <a:pt x="2" y="98"/>
                </a:lnTo>
                <a:lnTo>
                  <a:pt x="34" y="102"/>
                </a:lnTo>
                <a:lnTo>
                  <a:pt x="42" y="102"/>
                </a:lnTo>
                <a:lnTo>
                  <a:pt x="48" y="100"/>
                </a:lnTo>
                <a:lnTo>
                  <a:pt x="54" y="94"/>
                </a:lnTo>
                <a:lnTo>
                  <a:pt x="56" y="92"/>
                </a:lnTo>
                <a:lnTo>
                  <a:pt x="62" y="90"/>
                </a:lnTo>
                <a:lnTo>
                  <a:pt x="60" y="104"/>
                </a:lnTo>
                <a:lnTo>
                  <a:pt x="58" y="116"/>
                </a:lnTo>
                <a:lnTo>
                  <a:pt x="52" y="124"/>
                </a:lnTo>
                <a:lnTo>
                  <a:pt x="46" y="132"/>
                </a:lnTo>
                <a:lnTo>
                  <a:pt x="32" y="144"/>
                </a:lnTo>
                <a:lnTo>
                  <a:pt x="28" y="154"/>
                </a:lnTo>
                <a:lnTo>
                  <a:pt x="24" y="164"/>
                </a:lnTo>
                <a:lnTo>
                  <a:pt x="28" y="170"/>
                </a:lnTo>
                <a:lnTo>
                  <a:pt x="30" y="174"/>
                </a:lnTo>
                <a:lnTo>
                  <a:pt x="34" y="176"/>
                </a:lnTo>
                <a:lnTo>
                  <a:pt x="42" y="172"/>
                </a:lnTo>
                <a:lnTo>
                  <a:pt x="46" y="170"/>
                </a:lnTo>
                <a:lnTo>
                  <a:pt x="50" y="170"/>
                </a:lnTo>
                <a:lnTo>
                  <a:pt x="54" y="172"/>
                </a:lnTo>
                <a:lnTo>
                  <a:pt x="62" y="176"/>
                </a:lnTo>
                <a:lnTo>
                  <a:pt x="74" y="182"/>
                </a:lnTo>
                <a:lnTo>
                  <a:pt x="78" y="180"/>
                </a:lnTo>
                <a:lnTo>
                  <a:pt x="80" y="178"/>
                </a:lnTo>
                <a:lnTo>
                  <a:pt x="80" y="176"/>
                </a:lnTo>
                <a:lnTo>
                  <a:pt x="76" y="152"/>
                </a:lnTo>
                <a:lnTo>
                  <a:pt x="76" y="140"/>
                </a:lnTo>
                <a:lnTo>
                  <a:pt x="76" y="128"/>
                </a:lnTo>
                <a:lnTo>
                  <a:pt x="90" y="100"/>
                </a:lnTo>
                <a:lnTo>
                  <a:pt x="106" y="76"/>
                </a:lnTo>
                <a:close/>
                <a:moveTo>
                  <a:pt x="54" y="164"/>
                </a:moveTo>
                <a:lnTo>
                  <a:pt x="54" y="164"/>
                </a:lnTo>
                <a:lnTo>
                  <a:pt x="44" y="164"/>
                </a:lnTo>
                <a:lnTo>
                  <a:pt x="44" y="154"/>
                </a:lnTo>
                <a:lnTo>
                  <a:pt x="50" y="146"/>
                </a:lnTo>
                <a:lnTo>
                  <a:pt x="52" y="146"/>
                </a:lnTo>
                <a:lnTo>
                  <a:pt x="54" y="148"/>
                </a:lnTo>
                <a:lnTo>
                  <a:pt x="54" y="152"/>
                </a:lnTo>
                <a:lnTo>
                  <a:pt x="54" y="164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465" name="Freeform 146">
            <a:extLst xmlns:a="http://schemas.openxmlformats.org/drawingml/2006/main">
              <a:ext uri="{FF2B5EF4-FFF2-40B4-BE49-F238E27FC236}">
                <a16:creationId xmlns:a16="http://schemas.microsoft.com/office/drawing/2014/main" id="{1C22A24F-31B5-4BB3-B20C-EBEBECDF0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9366" y="335789"/>
            <a:ext cx="109896" cy="166349"/>
          </a:xfrm>
          <a:custGeom xmlns:a="http://schemas.openxmlformats.org/drawingml/2006/main">
            <a:rect l="0" t="0" r="r" b="b"/>
            <a:pathLst>
              <a:path w="138" h="202">
                <a:moveTo>
                  <a:pt x="20" y="90"/>
                </a:moveTo>
                <a:lnTo>
                  <a:pt x="20" y="90"/>
                </a:lnTo>
                <a:lnTo>
                  <a:pt x="24" y="92"/>
                </a:lnTo>
                <a:lnTo>
                  <a:pt x="26" y="92"/>
                </a:lnTo>
                <a:lnTo>
                  <a:pt x="30" y="90"/>
                </a:lnTo>
                <a:lnTo>
                  <a:pt x="34" y="90"/>
                </a:lnTo>
                <a:lnTo>
                  <a:pt x="46" y="92"/>
                </a:lnTo>
                <a:lnTo>
                  <a:pt x="44" y="100"/>
                </a:lnTo>
                <a:lnTo>
                  <a:pt x="42" y="110"/>
                </a:lnTo>
                <a:lnTo>
                  <a:pt x="40" y="118"/>
                </a:lnTo>
                <a:lnTo>
                  <a:pt x="40" y="124"/>
                </a:lnTo>
                <a:lnTo>
                  <a:pt x="40" y="130"/>
                </a:lnTo>
                <a:lnTo>
                  <a:pt x="42" y="132"/>
                </a:lnTo>
                <a:lnTo>
                  <a:pt x="48" y="132"/>
                </a:lnTo>
                <a:lnTo>
                  <a:pt x="62" y="122"/>
                </a:lnTo>
                <a:lnTo>
                  <a:pt x="66" y="124"/>
                </a:lnTo>
                <a:lnTo>
                  <a:pt x="62" y="148"/>
                </a:lnTo>
                <a:lnTo>
                  <a:pt x="62" y="152"/>
                </a:lnTo>
                <a:lnTo>
                  <a:pt x="54" y="150"/>
                </a:lnTo>
                <a:lnTo>
                  <a:pt x="48" y="146"/>
                </a:lnTo>
                <a:lnTo>
                  <a:pt x="36" y="136"/>
                </a:lnTo>
                <a:lnTo>
                  <a:pt x="30" y="132"/>
                </a:lnTo>
                <a:lnTo>
                  <a:pt x="22" y="130"/>
                </a:lnTo>
                <a:lnTo>
                  <a:pt x="12" y="128"/>
                </a:lnTo>
                <a:lnTo>
                  <a:pt x="0" y="130"/>
                </a:lnTo>
                <a:lnTo>
                  <a:pt x="0" y="134"/>
                </a:lnTo>
                <a:lnTo>
                  <a:pt x="2" y="134"/>
                </a:lnTo>
                <a:lnTo>
                  <a:pt x="10" y="138"/>
                </a:lnTo>
                <a:lnTo>
                  <a:pt x="22" y="140"/>
                </a:lnTo>
                <a:lnTo>
                  <a:pt x="32" y="142"/>
                </a:lnTo>
                <a:lnTo>
                  <a:pt x="54" y="160"/>
                </a:lnTo>
                <a:lnTo>
                  <a:pt x="54" y="166"/>
                </a:lnTo>
                <a:lnTo>
                  <a:pt x="44" y="174"/>
                </a:lnTo>
                <a:lnTo>
                  <a:pt x="34" y="178"/>
                </a:lnTo>
                <a:lnTo>
                  <a:pt x="24" y="180"/>
                </a:lnTo>
                <a:lnTo>
                  <a:pt x="16" y="180"/>
                </a:lnTo>
                <a:lnTo>
                  <a:pt x="6" y="186"/>
                </a:lnTo>
                <a:lnTo>
                  <a:pt x="4" y="188"/>
                </a:lnTo>
                <a:lnTo>
                  <a:pt x="2" y="192"/>
                </a:lnTo>
                <a:lnTo>
                  <a:pt x="14" y="196"/>
                </a:lnTo>
                <a:lnTo>
                  <a:pt x="24" y="198"/>
                </a:lnTo>
                <a:lnTo>
                  <a:pt x="32" y="196"/>
                </a:lnTo>
                <a:lnTo>
                  <a:pt x="42" y="188"/>
                </a:lnTo>
                <a:lnTo>
                  <a:pt x="54" y="180"/>
                </a:lnTo>
                <a:lnTo>
                  <a:pt x="64" y="172"/>
                </a:lnTo>
                <a:lnTo>
                  <a:pt x="72" y="180"/>
                </a:lnTo>
                <a:lnTo>
                  <a:pt x="80" y="188"/>
                </a:lnTo>
                <a:lnTo>
                  <a:pt x="86" y="194"/>
                </a:lnTo>
                <a:lnTo>
                  <a:pt x="92" y="198"/>
                </a:lnTo>
                <a:lnTo>
                  <a:pt x="104" y="200"/>
                </a:lnTo>
                <a:lnTo>
                  <a:pt x="118" y="202"/>
                </a:lnTo>
                <a:lnTo>
                  <a:pt x="132" y="200"/>
                </a:lnTo>
                <a:lnTo>
                  <a:pt x="136" y="198"/>
                </a:lnTo>
                <a:lnTo>
                  <a:pt x="138" y="196"/>
                </a:lnTo>
                <a:lnTo>
                  <a:pt x="136" y="192"/>
                </a:lnTo>
                <a:lnTo>
                  <a:pt x="130" y="188"/>
                </a:lnTo>
                <a:lnTo>
                  <a:pt x="112" y="176"/>
                </a:lnTo>
                <a:lnTo>
                  <a:pt x="96" y="174"/>
                </a:lnTo>
                <a:lnTo>
                  <a:pt x="84" y="170"/>
                </a:lnTo>
                <a:lnTo>
                  <a:pt x="76" y="164"/>
                </a:lnTo>
                <a:lnTo>
                  <a:pt x="70" y="158"/>
                </a:lnTo>
                <a:lnTo>
                  <a:pt x="76" y="140"/>
                </a:lnTo>
                <a:lnTo>
                  <a:pt x="78" y="118"/>
                </a:lnTo>
                <a:lnTo>
                  <a:pt x="68" y="110"/>
                </a:lnTo>
                <a:lnTo>
                  <a:pt x="56" y="108"/>
                </a:lnTo>
                <a:lnTo>
                  <a:pt x="58" y="100"/>
                </a:lnTo>
                <a:lnTo>
                  <a:pt x="60" y="94"/>
                </a:lnTo>
                <a:lnTo>
                  <a:pt x="68" y="84"/>
                </a:lnTo>
                <a:lnTo>
                  <a:pt x="78" y="74"/>
                </a:lnTo>
                <a:lnTo>
                  <a:pt x="80" y="68"/>
                </a:lnTo>
                <a:lnTo>
                  <a:pt x="82" y="62"/>
                </a:lnTo>
                <a:lnTo>
                  <a:pt x="76" y="54"/>
                </a:lnTo>
                <a:lnTo>
                  <a:pt x="74" y="48"/>
                </a:lnTo>
                <a:lnTo>
                  <a:pt x="74" y="30"/>
                </a:lnTo>
                <a:lnTo>
                  <a:pt x="72" y="16"/>
                </a:lnTo>
                <a:lnTo>
                  <a:pt x="70" y="8"/>
                </a:lnTo>
                <a:lnTo>
                  <a:pt x="66" y="4"/>
                </a:lnTo>
                <a:lnTo>
                  <a:pt x="60" y="2"/>
                </a:lnTo>
                <a:lnTo>
                  <a:pt x="56" y="0"/>
                </a:lnTo>
                <a:lnTo>
                  <a:pt x="52" y="2"/>
                </a:lnTo>
                <a:lnTo>
                  <a:pt x="50" y="6"/>
                </a:lnTo>
                <a:lnTo>
                  <a:pt x="50" y="10"/>
                </a:lnTo>
                <a:lnTo>
                  <a:pt x="56" y="22"/>
                </a:lnTo>
                <a:lnTo>
                  <a:pt x="58" y="32"/>
                </a:lnTo>
                <a:lnTo>
                  <a:pt x="58" y="40"/>
                </a:lnTo>
                <a:lnTo>
                  <a:pt x="56" y="48"/>
                </a:lnTo>
                <a:lnTo>
                  <a:pt x="54" y="56"/>
                </a:lnTo>
                <a:lnTo>
                  <a:pt x="50" y="62"/>
                </a:lnTo>
                <a:lnTo>
                  <a:pt x="44" y="64"/>
                </a:lnTo>
                <a:lnTo>
                  <a:pt x="32" y="68"/>
                </a:lnTo>
                <a:lnTo>
                  <a:pt x="18" y="72"/>
                </a:lnTo>
                <a:lnTo>
                  <a:pt x="18" y="80"/>
                </a:lnTo>
                <a:lnTo>
                  <a:pt x="18" y="84"/>
                </a:lnTo>
                <a:lnTo>
                  <a:pt x="18" y="88"/>
                </a:lnTo>
                <a:lnTo>
                  <a:pt x="20" y="90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466" name="Freeform 147">
            <a:extLst xmlns:a="http://schemas.openxmlformats.org/drawingml/2006/main">
              <a:ext uri="{FF2B5EF4-FFF2-40B4-BE49-F238E27FC236}">
                <a16:creationId xmlns:a16="http://schemas.microsoft.com/office/drawing/2014/main" id="{2A291003-6A40-4DCC-BD26-6D625CA87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9388" y="357200"/>
            <a:ext cx="141750" cy="143290"/>
          </a:xfrm>
          <a:custGeom xmlns:a="http://schemas.openxmlformats.org/drawingml/2006/main">
            <a:rect l="0" t="0" r="r" b="b"/>
            <a:pathLst>
              <a:path w="178" h="174">
                <a:moveTo>
                  <a:pt x="138" y="120"/>
                </a:moveTo>
                <a:lnTo>
                  <a:pt x="138" y="120"/>
                </a:lnTo>
                <a:lnTo>
                  <a:pt x="136" y="114"/>
                </a:lnTo>
                <a:lnTo>
                  <a:pt x="136" y="108"/>
                </a:lnTo>
                <a:lnTo>
                  <a:pt x="138" y="94"/>
                </a:lnTo>
                <a:lnTo>
                  <a:pt x="142" y="86"/>
                </a:lnTo>
                <a:lnTo>
                  <a:pt x="150" y="78"/>
                </a:lnTo>
                <a:lnTo>
                  <a:pt x="158" y="72"/>
                </a:lnTo>
                <a:lnTo>
                  <a:pt x="164" y="62"/>
                </a:lnTo>
                <a:lnTo>
                  <a:pt x="160" y="56"/>
                </a:lnTo>
                <a:lnTo>
                  <a:pt x="154" y="52"/>
                </a:lnTo>
                <a:lnTo>
                  <a:pt x="150" y="50"/>
                </a:lnTo>
                <a:lnTo>
                  <a:pt x="146" y="46"/>
                </a:lnTo>
                <a:lnTo>
                  <a:pt x="146" y="42"/>
                </a:lnTo>
                <a:lnTo>
                  <a:pt x="146" y="38"/>
                </a:lnTo>
                <a:lnTo>
                  <a:pt x="148" y="22"/>
                </a:lnTo>
                <a:lnTo>
                  <a:pt x="142" y="14"/>
                </a:lnTo>
                <a:lnTo>
                  <a:pt x="136" y="8"/>
                </a:lnTo>
                <a:lnTo>
                  <a:pt x="130" y="2"/>
                </a:lnTo>
                <a:lnTo>
                  <a:pt x="122" y="0"/>
                </a:lnTo>
                <a:lnTo>
                  <a:pt x="120" y="0"/>
                </a:lnTo>
                <a:lnTo>
                  <a:pt x="120" y="2"/>
                </a:lnTo>
                <a:lnTo>
                  <a:pt x="118" y="10"/>
                </a:lnTo>
                <a:lnTo>
                  <a:pt x="120" y="30"/>
                </a:lnTo>
                <a:lnTo>
                  <a:pt x="120" y="50"/>
                </a:lnTo>
                <a:lnTo>
                  <a:pt x="120" y="58"/>
                </a:lnTo>
                <a:lnTo>
                  <a:pt x="118" y="60"/>
                </a:lnTo>
                <a:lnTo>
                  <a:pt x="116" y="62"/>
                </a:lnTo>
                <a:lnTo>
                  <a:pt x="104" y="66"/>
                </a:lnTo>
                <a:lnTo>
                  <a:pt x="94" y="72"/>
                </a:lnTo>
                <a:lnTo>
                  <a:pt x="76" y="84"/>
                </a:lnTo>
                <a:lnTo>
                  <a:pt x="64" y="94"/>
                </a:lnTo>
                <a:lnTo>
                  <a:pt x="56" y="100"/>
                </a:lnTo>
                <a:lnTo>
                  <a:pt x="50" y="104"/>
                </a:lnTo>
                <a:lnTo>
                  <a:pt x="62" y="80"/>
                </a:lnTo>
                <a:lnTo>
                  <a:pt x="58" y="72"/>
                </a:lnTo>
                <a:lnTo>
                  <a:pt x="56" y="66"/>
                </a:lnTo>
                <a:lnTo>
                  <a:pt x="56" y="58"/>
                </a:lnTo>
                <a:lnTo>
                  <a:pt x="58" y="46"/>
                </a:lnTo>
                <a:lnTo>
                  <a:pt x="56" y="34"/>
                </a:lnTo>
                <a:lnTo>
                  <a:pt x="48" y="26"/>
                </a:lnTo>
                <a:lnTo>
                  <a:pt x="36" y="20"/>
                </a:lnTo>
                <a:lnTo>
                  <a:pt x="18" y="12"/>
                </a:lnTo>
                <a:lnTo>
                  <a:pt x="16" y="16"/>
                </a:lnTo>
                <a:lnTo>
                  <a:pt x="16" y="22"/>
                </a:lnTo>
                <a:lnTo>
                  <a:pt x="16" y="24"/>
                </a:lnTo>
                <a:lnTo>
                  <a:pt x="20" y="30"/>
                </a:lnTo>
                <a:lnTo>
                  <a:pt x="22" y="34"/>
                </a:lnTo>
                <a:lnTo>
                  <a:pt x="24" y="42"/>
                </a:lnTo>
                <a:lnTo>
                  <a:pt x="26" y="52"/>
                </a:lnTo>
                <a:lnTo>
                  <a:pt x="26" y="68"/>
                </a:lnTo>
                <a:lnTo>
                  <a:pt x="22" y="70"/>
                </a:lnTo>
                <a:lnTo>
                  <a:pt x="16" y="70"/>
                </a:lnTo>
                <a:lnTo>
                  <a:pt x="8" y="70"/>
                </a:lnTo>
                <a:lnTo>
                  <a:pt x="4" y="72"/>
                </a:lnTo>
                <a:lnTo>
                  <a:pt x="0" y="76"/>
                </a:lnTo>
                <a:lnTo>
                  <a:pt x="0" y="84"/>
                </a:lnTo>
                <a:lnTo>
                  <a:pt x="10" y="94"/>
                </a:lnTo>
                <a:lnTo>
                  <a:pt x="16" y="98"/>
                </a:lnTo>
                <a:lnTo>
                  <a:pt x="24" y="100"/>
                </a:lnTo>
                <a:lnTo>
                  <a:pt x="24" y="108"/>
                </a:lnTo>
                <a:lnTo>
                  <a:pt x="22" y="116"/>
                </a:lnTo>
                <a:lnTo>
                  <a:pt x="16" y="128"/>
                </a:lnTo>
                <a:lnTo>
                  <a:pt x="10" y="140"/>
                </a:lnTo>
                <a:lnTo>
                  <a:pt x="8" y="148"/>
                </a:lnTo>
                <a:lnTo>
                  <a:pt x="8" y="158"/>
                </a:lnTo>
                <a:lnTo>
                  <a:pt x="18" y="164"/>
                </a:lnTo>
                <a:lnTo>
                  <a:pt x="26" y="166"/>
                </a:lnTo>
                <a:lnTo>
                  <a:pt x="40" y="148"/>
                </a:lnTo>
                <a:lnTo>
                  <a:pt x="58" y="122"/>
                </a:lnTo>
                <a:lnTo>
                  <a:pt x="76" y="100"/>
                </a:lnTo>
                <a:lnTo>
                  <a:pt x="86" y="92"/>
                </a:lnTo>
                <a:lnTo>
                  <a:pt x="94" y="86"/>
                </a:lnTo>
                <a:lnTo>
                  <a:pt x="98" y="86"/>
                </a:lnTo>
                <a:lnTo>
                  <a:pt x="104" y="88"/>
                </a:lnTo>
                <a:lnTo>
                  <a:pt x="118" y="96"/>
                </a:lnTo>
                <a:lnTo>
                  <a:pt x="116" y="118"/>
                </a:lnTo>
                <a:lnTo>
                  <a:pt x="118" y="128"/>
                </a:lnTo>
                <a:lnTo>
                  <a:pt x="122" y="138"/>
                </a:lnTo>
                <a:lnTo>
                  <a:pt x="108" y="144"/>
                </a:lnTo>
                <a:lnTo>
                  <a:pt x="100" y="150"/>
                </a:lnTo>
                <a:lnTo>
                  <a:pt x="86" y="162"/>
                </a:lnTo>
                <a:lnTo>
                  <a:pt x="84" y="166"/>
                </a:lnTo>
                <a:lnTo>
                  <a:pt x="82" y="170"/>
                </a:lnTo>
                <a:lnTo>
                  <a:pt x="82" y="174"/>
                </a:lnTo>
                <a:lnTo>
                  <a:pt x="84" y="174"/>
                </a:lnTo>
                <a:lnTo>
                  <a:pt x="88" y="172"/>
                </a:lnTo>
                <a:lnTo>
                  <a:pt x="100" y="164"/>
                </a:lnTo>
                <a:lnTo>
                  <a:pt x="110" y="160"/>
                </a:lnTo>
                <a:lnTo>
                  <a:pt x="122" y="154"/>
                </a:lnTo>
                <a:lnTo>
                  <a:pt x="136" y="150"/>
                </a:lnTo>
                <a:lnTo>
                  <a:pt x="152" y="148"/>
                </a:lnTo>
                <a:lnTo>
                  <a:pt x="156" y="146"/>
                </a:lnTo>
                <a:lnTo>
                  <a:pt x="174" y="142"/>
                </a:lnTo>
                <a:lnTo>
                  <a:pt x="176" y="138"/>
                </a:lnTo>
                <a:lnTo>
                  <a:pt x="178" y="134"/>
                </a:lnTo>
                <a:lnTo>
                  <a:pt x="174" y="126"/>
                </a:lnTo>
                <a:lnTo>
                  <a:pt x="166" y="120"/>
                </a:lnTo>
                <a:lnTo>
                  <a:pt x="160" y="118"/>
                </a:lnTo>
                <a:lnTo>
                  <a:pt x="154" y="118"/>
                </a:lnTo>
                <a:lnTo>
                  <a:pt x="148" y="118"/>
                </a:lnTo>
                <a:lnTo>
                  <a:pt x="138" y="120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467" name="Freeform 148">
            <a:extLst xmlns:a="http://schemas.openxmlformats.org/drawingml/2006/main">
              <a:ext uri="{FF2B5EF4-FFF2-40B4-BE49-F238E27FC236}">
                <a16:creationId xmlns:a16="http://schemas.microsoft.com/office/drawing/2014/main" id="{1A6DE3B0-C602-4157-8B94-AB5B18CC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9388" y="357200"/>
            <a:ext cx="141750" cy="143290"/>
          </a:xfrm>
          <a:custGeom xmlns:a="http://schemas.openxmlformats.org/drawingml/2006/main">
            <a:rect l="0" t="0" r="r" b="b"/>
            <a:pathLst>
              <a:path w="178" h="174">
                <a:moveTo>
                  <a:pt x="138" y="120"/>
                </a:moveTo>
                <a:lnTo>
                  <a:pt x="138" y="120"/>
                </a:lnTo>
                <a:lnTo>
                  <a:pt x="136" y="114"/>
                </a:lnTo>
                <a:lnTo>
                  <a:pt x="136" y="108"/>
                </a:lnTo>
                <a:lnTo>
                  <a:pt x="138" y="94"/>
                </a:lnTo>
                <a:lnTo>
                  <a:pt x="142" y="86"/>
                </a:lnTo>
                <a:lnTo>
                  <a:pt x="150" y="78"/>
                </a:lnTo>
                <a:lnTo>
                  <a:pt x="158" y="72"/>
                </a:lnTo>
                <a:lnTo>
                  <a:pt x="164" y="62"/>
                </a:lnTo>
                <a:lnTo>
                  <a:pt x="160" y="56"/>
                </a:lnTo>
                <a:lnTo>
                  <a:pt x="154" y="52"/>
                </a:lnTo>
                <a:lnTo>
                  <a:pt x="150" y="50"/>
                </a:lnTo>
                <a:lnTo>
                  <a:pt x="146" y="46"/>
                </a:lnTo>
                <a:lnTo>
                  <a:pt x="146" y="42"/>
                </a:lnTo>
                <a:lnTo>
                  <a:pt x="146" y="38"/>
                </a:lnTo>
                <a:lnTo>
                  <a:pt x="148" y="22"/>
                </a:lnTo>
                <a:lnTo>
                  <a:pt x="142" y="14"/>
                </a:lnTo>
                <a:lnTo>
                  <a:pt x="136" y="8"/>
                </a:lnTo>
                <a:lnTo>
                  <a:pt x="130" y="2"/>
                </a:lnTo>
                <a:lnTo>
                  <a:pt x="122" y="0"/>
                </a:lnTo>
                <a:lnTo>
                  <a:pt x="120" y="0"/>
                </a:lnTo>
                <a:lnTo>
                  <a:pt x="120" y="2"/>
                </a:lnTo>
                <a:lnTo>
                  <a:pt x="118" y="10"/>
                </a:lnTo>
                <a:lnTo>
                  <a:pt x="120" y="30"/>
                </a:lnTo>
                <a:lnTo>
                  <a:pt x="120" y="50"/>
                </a:lnTo>
                <a:lnTo>
                  <a:pt x="120" y="58"/>
                </a:lnTo>
                <a:lnTo>
                  <a:pt x="118" y="60"/>
                </a:lnTo>
                <a:lnTo>
                  <a:pt x="116" y="62"/>
                </a:lnTo>
                <a:lnTo>
                  <a:pt x="104" y="66"/>
                </a:lnTo>
                <a:lnTo>
                  <a:pt x="94" y="72"/>
                </a:lnTo>
                <a:lnTo>
                  <a:pt x="76" y="84"/>
                </a:lnTo>
                <a:lnTo>
                  <a:pt x="64" y="94"/>
                </a:lnTo>
                <a:lnTo>
                  <a:pt x="56" y="100"/>
                </a:lnTo>
                <a:lnTo>
                  <a:pt x="50" y="104"/>
                </a:lnTo>
                <a:lnTo>
                  <a:pt x="62" y="80"/>
                </a:lnTo>
                <a:lnTo>
                  <a:pt x="58" y="72"/>
                </a:lnTo>
                <a:lnTo>
                  <a:pt x="56" y="66"/>
                </a:lnTo>
                <a:lnTo>
                  <a:pt x="56" y="58"/>
                </a:lnTo>
                <a:lnTo>
                  <a:pt x="58" y="46"/>
                </a:lnTo>
                <a:lnTo>
                  <a:pt x="56" y="34"/>
                </a:lnTo>
                <a:lnTo>
                  <a:pt x="48" y="26"/>
                </a:lnTo>
                <a:lnTo>
                  <a:pt x="36" y="20"/>
                </a:lnTo>
                <a:lnTo>
                  <a:pt x="18" y="12"/>
                </a:lnTo>
                <a:lnTo>
                  <a:pt x="16" y="16"/>
                </a:lnTo>
                <a:lnTo>
                  <a:pt x="16" y="22"/>
                </a:lnTo>
                <a:lnTo>
                  <a:pt x="16" y="24"/>
                </a:lnTo>
                <a:lnTo>
                  <a:pt x="20" y="30"/>
                </a:lnTo>
                <a:lnTo>
                  <a:pt x="22" y="34"/>
                </a:lnTo>
                <a:lnTo>
                  <a:pt x="24" y="42"/>
                </a:lnTo>
                <a:lnTo>
                  <a:pt x="26" y="52"/>
                </a:lnTo>
                <a:lnTo>
                  <a:pt x="26" y="68"/>
                </a:lnTo>
                <a:lnTo>
                  <a:pt x="22" y="70"/>
                </a:lnTo>
                <a:lnTo>
                  <a:pt x="16" y="70"/>
                </a:lnTo>
                <a:lnTo>
                  <a:pt x="8" y="70"/>
                </a:lnTo>
                <a:lnTo>
                  <a:pt x="4" y="72"/>
                </a:lnTo>
                <a:lnTo>
                  <a:pt x="0" y="76"/>
                </a:lnTo>
                <a:lnTo>
                  <a:pt x="0" y="84"/>
                </a:lnTo>
                <a:lnTo>
                  <a:pt x="10" y="94"/>
                </a:lnTo>
                <a:lnTo>
                  <a:pt x="16" y="98"/>
                </a:lnTo>
                <a:lnTo>
                  <a:pt x="24" y="100"/>
                </a:lnTo>
                <a:lnTo>
                  <a:pt x="24" y="108"/>
                </a:lnTo>
                <a:lnTo>
                  <a:pt x="22" y="116"/>
                </a:lnTo>
                <a:lnTo>
                  <a:pt x="16" y="128"/>
                </a:lnTo>
                <a:lnTo>
                  <a:pt x="10" y="140"/>
                </a:lnTo>
                <a:lnTo>
                  <a:pt x="8" y="148"/>
                </a:lnTo>
                <a:lnTo>
                  <a:pt x="8" y="158"/>
                </a:lnTo>
                <a:lnTo>
                  <a:pt x="18" y="164"/>
                </a:lnTo>
                <a:lnTo>
                  <a:pt x="26" y="166"/>
                </a:lnTo>
                <a:lnTo>
                  <a:pt x="40" y="148"/>
                </a:lnTo>
                <a:lnTo>
                  <a:pt x="58" y="122"/>
                </a:lnTo>
                <a:lnTo>
                  <a:pt x="76" y="100"/>
                </a:lnTo>
                <a:lnTo>
                  <a:pt x="86" y="92"/>
                </a:lnTo>
                <a:lnTo>
                  <a:pt x="94" y="86"/>
                </a:lnTo>
                <a:lnTo>
                  <a:pt x="98" y="86"/>
                </a:lnTo>
                <a:lnTo>
                  <a:pt x="104" y="88"/>
                </a:lnTo>
                <a:lnTo>
                  <a:pt x="118" y="96"/>
                </a:lnTo>
                <a:lnTo>
                  <a:pt x="116" y="118"/>
                </a:lnTo>
                <a:lnTo>
                  <a:pt x="118" y="128"/>
                </a:lnTo>
                <a:lnTo>
                  <a:pt x="122" y="138"/>
                </a:lnTo>
                <a:lnTo>
                  <a:pt x="108" y="144"/>
                </a:lnTo>
                <a:lnTo>
                  <a:pt x="100" y="150"/>
                </a:lnTo>
                <a:lnTo>
                  <a:pt x="86" y="162"/>
                </a:lnTo>
                <a:lnTo>
                  <a:pt x="84" y="166"/>
                </a:lnTo>
                <a:lnTo>
                  <a:pt x="82" y="170"/>
                </a:lnTo>
                <a:lnTo>
                  <a:pt x="82" y="174"/>
                </a:lnTo>
                <a:lnTo>
                  <a:pt x="84" y="174"/>
                </a:lnTo>
                <a:lnTo>
                  <a:pt x="88" y="172"/>
                </a:lnTo>
                <a:lnTo>
                  <a:pt x="100" y="164"/>
                </a:lnTo>
                <a:lnTo>
                  <a:pt x="110" y="160"/>
                </a:lnTo>
                <a:lnTo>
                  <a:pt x="122" y="154"/>
                </a:lnTo>
                <a:lnTo>
                  <a:pt x="136" y="150"/>
                </a:lnTo>
                <a:lnTo>
                  <a:pt x="152" y="148"/>
                </a:lnTo>
                <a:lnTo>
                  <a:pt x="156" y="146"/>
                </a:lnTo>
                <a:lnTo>
                  <a:pt x="174" y="142"/>
                </a:lnTo>
                <a:lnTo>
                  <a:pt x="176" y="138"/>
                </a:lnTo>
                <a:lnTo>
                  <a:pt x="178" y="134"/>
                </a:lnTo>
                <a:lnTo>
                  <a:pt x="174" y="126"/>
                </a:lnTo>
                <a:lnTo>
                  <a:pt x="166" y="120"/>
                </a:lnTo>
                <a:lnTo>
                  <a:pt x="160" y="118"/>
                </a:lnTo>
                <a:lnTo>
                  <a:pt x="154" y="118"/>
                </a:lnTo>
                <a:lnTo>
                  <a:pt x="148" y="118"/>
                </a:lnTo>
                <a:lnTo>
                  <a:pt x="138" y="12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468" name="Freeform 149">
            <a:extLst xmlns:a="http://schemas.openxmlformats.org/drawingml/2006/main">
              <a:ext uri="{FF2B5EF4-FFF2-40B4-BE49-F238E27FC236}">
                <a16:creationId xmlns:a16="http://schemas.microsoft.com/office/drawing/2014/main" id="{FF0B907A-C2BE-4359-BF13-65B9060ED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3071" y="339083"/>
            <a:ext cx="136972" cy="174584"/>
          </a:xfrm>
          <a:custGeom xmlns:a="http://schemas.openxmlformats.org/drawingml/2006/main">
            <a:rect l="0" t="0" r="r" b="b"/>
            <a:pathLst>
              <a:path w="172" h="212">
                <a:moveTo>
                  <a:pt x="162" y="66"/>
                </a:moveTo>
                <a:lnTo>
                  <a:pt x="162" y="66"/>
                </a:lnTo>
                <a:lnTo>
                  <a:pt x="166" y="66"/>
                </a:lnTo>
                <a:lnTo>
                  <a:pt x="168" y="64"/>
                </a:lnTo>
                <a:lnTo>
                  <a:pt x="172" y="56"/>
                </a:lnTo>
                <a:lnTo>
                  <a:pt x="164" y="48"/>
                </a:lnTo>
                <a:lnTo>
                  <a:pt x="154" y="40"/>
                </a:lnTo>
                <a:lnTo>
                  <a:pt x="146" y="42"/>
                </a:lnTo>
                <a:lnTo>
                  <a:pt x="138" y="42"/>
                </a:lnTo>
                <a:lnTo>
                  <a:pt x="132" y="44"/>
                </a:lnTo>
                <a:lnTo>
                  <a:pt x="126" y="42"/>
                </a:lnTo>
                <a:lnTo>
                  <a:pt x="124" y="34"/>
                </a:lnTo>
                <a:lnTo>
                  <a:pt x="120" y="26"/>
                </a:lnTo>
                <a:lnTo>
                  <a:pt x="114" y="18"/>
                </a:lnTo>
                <a:lnTo>
                  <a:pt x="104" y="0"/>
                </a:lnTo>
                <a:lnTo>
                  <a:pt x="98" y="0"/>
                </a:lnTo>
                <a:lnTo>
                  <a:pt x="92" y="2"/>
                </a:lnTo>
                <a:lnTo>
                  <a:pt x="92" y="6"/>
                </a:lnTo>
                <a:lnTo>
                  <a:pt x="92" y="14"/>
                </a:lnTo>
                <a:lnTo>
                  <a:pt x="94" y="28"/>
                </a:lnTo>
                <a:lnTo>
                  <a:pt x="94" y="36"/>
                </a:lnTo>
                <a:lnTo>
                  <a:pt x="94" y="44"/>
                </a:lnTo>
                <a:lnTo>
                  <a:pt x="90" y="50"/>
                </a:lnTo>
                <a:lnTo>
                  <a:pt x="86" y="52"/>
                </a:lnTo>
                <a:lnTo>
                  <a:pt x="74" y="54"/>
                </a:lnTo>
                <a:lnTo>
                  <a:pt x="64" y="58"/>
                </a:lnTo>
                <a:lnTo>
                  <a:pt x="46" y="66"/>
                </a:lnTo>
                <a:lnTo>
                  <a:pt x="32" y="76"/>
                </a:lnTo>
                <a:lnTo>
                  <a:pt x="26" y="78"/>
                </a:lnTo>
                <a:lnTo>
                  <a:pt x="22" y="78"/>
                </a:lnTo>
                <a:lnTo>
                  <a:pt x="14" y="78"/>
                </a:lnTo>
                <a:lnTo>
                  <a:pt x="8" y="78"/>
                </a:lnTo>
                <a:lnTo>
                  <a:pt x="2" y="82"/>
                </a:lnTo>
                <a:lnTo>
                  <a:pt x="0" y="86"/>
                </a:lnTo>
                <a:lnTo>
                  <a:pt x="2" y="98"/>
                </a:lnTo>
                <a:lnTo>
                  <a:pt x="10" y="110"/>
                </a:lnTo>
                <a:lnTo>
                  <a:pt x="16" y="110"/>
                </a:lnTo>
                <a:lnTo>
                  <a:pt x="24" y="108"/>
                </a:lnTo>
                <a:lnTo>
                  <a:pt x="34" y="102"/>
                </a:lnTo>
                <a:lnTo>
                  <a:pt x="44" y="96"/>
                </a:lnTo>
                <a:lnTo>
                  <a:pt x="66" y="80"/>
                </a:lnTo>
                <a:lnTo>
                  <a:pt x="78" y="72"/>
                </a:lnTo>
                <a:lnTo>
                  <a:pt x="88" y="68"/>
                </a:lnTo>
                <a:lnTo>
                  <a:pt x="100" y="68"/>
                </a:lnTo>
                <a:lnTo>
                  <a:pt x="98" y="70"/>
                </a:lnTo>
                <a:lnTo>
                  <a:pt x="80" y="90"/>
                </a:lnTo>
                <a:lnTo>
                  <a:pt x="72" y="100"/>
                </a:lnTo>
                <a:lnTo>
                  <a:pt x="66" y="116"/>
                </a:lnTo>
                <a:lnTo>
                  <a:pt x="82" y="146"/>
                </a:lnTo>
                <a:lnTo>
                  <a:pt x="74" y="150"/>
                </a:lnTo>
                <a:lnTo>
                  <a:pt x="64" y="160"/>
                </a:lnTo>
                <a:lnTo>
                  <a:pt x="56" y="174"/>
                </a:lnTo>
                <a:lnTo>
                  <a:pt x="54" y="180"/>
                </a:lnTo>
                <a:lnTo>
                  <a:pt x="52" y="188"/>
                </a:lnTo>
                <a:lnTo>
                  <a:pt x="70" y="204"/>
                </a:lnTo>
                <a:lnTo>
                  <a:pt x="74" y="204"/>
                </a:lnTo>
                <a:lnTo>
                  <a:pt x="76" y="204"/>
                </a:lnTo>
                <a:lnTo>
                  <a:pt x="78" y="202"/>
                </a:lnTo>
                <a:lnTo>
                  <a:pt x="80" y="192"/>
                </a:lnTo>
                <a:lnTo>
                  <a:pt x="82" y="186"/>
                </a:lnTo>
                <a:lnTo>
                  <a:pt x="82" y="180"/>
                </a:lnTo>
                <a:lnTo>
                  <a:pt x="84" y="174"/>
                </a:lnTo>
                <a:lnTo>
                  <a:pt x="86" y="172"/>
                </a:lnTo>
                <a:lnTo>
                  <a:pt x="90" y="172"/>
                </a:lnTo>
                <a:lnTo>
                  <a:pt x="92" y="172"/>
                </a:lnTo>
                <a:lnTo>
                  <a:pt x="90" y="182"/>
                </a:lnTo>
                <a:lnTo>
                  <a:pt x="90" y="188"/>
                </a:lnTo>
                <a:lnTo>
                  <a:pt x="92" y="194"/>
                </a:lnTo>
                <a:lnTo>
                  <a:pt x="96" y="202"/>
                </a:lnTo>
                <a:lnTo>
                  <a:pt x="102" y="212"/>
                </a:lnTo>
                <a:lnTo>
                  <a:pt x="108" y="206"/>
                </a:lnTo>
                <a:lnTo>
                  <a:pt x="108" y="202"/>
                </a:lnTo>
                <a:lnTo>
                  <a:pt x="108" y="188"/>
                </a:lnTo>
                <a:lnTo>
                  <a:pt x="106" y="174"/>
                </a:lnTo>
                <a:lnTo>
                  <a:pt x="108" y="166"/>
                </a:lnTo>
                <a:lnTo>
                  <a:pt x="110" y="156"/>
                </a:lnTo>
                <a:lnTo>
                  <a:pt x="116" y="154"/>
                </a:lnTo>
                <a:lnTo>
                  <a:pt x="118" y="154"/>
                </a:lnTo>
                <a:lnTo>
                  <a:pt x="120" y="156"/>
                </a:lnTo>
                <a:lnTo>
                  <a:pt x="124" y="158"/>
                </a:lnTo>
                <a:lnTo>
                  <a:pt x="124" y="172"/>
                </a:lnTo>
                <a:lnTo>
                  <a:pt x="124" y="180"/>
                </a:lnTo>
                <a:lnTo>
                  <a:pt x="128" y="190"/>
                </a:lnTo>
                <a:lnTo>
                  <a:pt x="134" y="196"/>
                </a:lnTo>
                <a:lnTo>
                  <a:pt x="140" y="198"/>
                </a:lnTo>
                <a:lnTo>
                  <a:pt x="146" y="196"/>
                </a:lnTo>
                <a:lnTo>
                  <a:pt x="152" y="192"/>
                </a:lnTo>
                <a:lnTo>
                  <a:pt x="152" y="184"/>
                </a:lnTo>
                <a:lnTo>
                  <a:pt x="150" y="176"/>
                </a:lnTo>
                <a:lnTo>
                  <a:pt x="148" y="170"/>
                </a:lnTo>
                <a:lnTo>
                  <a:pt x="142" y="162"/>
                </a:lnTo>
                <a:lnTo>
                  <a:pt x="138" y="158"/>
                </a:lnTo>
                <a:lnTo>
                  <a:pt x="132" y="152"/>
                </a:lnTo>
                <a:lnTo>
                  <a:pt x="126" y="150"/>
                </a:lnTo>
                <a:lnTo>
                  <a:pt x="118" y="148"/>
                </a:lnTo>
                <a:lnTo>
                  <a:pt x="118" y="144"/>
                </a:lnTo>
                <a:lnTo>
                  <a:pt x="128" y="142"/>
                </a:lnTo>
                <a:lnTo>
                  <a:pt x="128" y="134"/>
                </a:lnTo>
                <a:lnTo>
                  <a:pt x="128" y="130"/>
                </a:lnTo>
                <a:lnTo>
                  <a:pt x="122" y="128"/>
                </a:lnTo>
                <a:lnTo>
                  <a:pt x="118" y="128"/>
                </a:lnTo>
                <a:lnTo>
                  <a:pt x="122" y="120"/>
                </a:lnTo>
                <a:lnTo>
                  <a:pt x="128" y="116"/>
                </a:lnTo>
                <a:lnTo>
                  <a:pt x="136" y="112"/>
                </a:lnTo>
                <a:lnTo>
                  <a:pt x="144" y="110"/>
                </a:lnTo>
                <a:lnTo>
                  <a:pt x="148" y="108"/>
                </a:lnTo>
                <a:lnTo>
                  <a:pt x="150" y="106"/>
                </a:lnTo>
                <a:lnTo>
                  <a:pt x="150" y="100"/>
                </a:lnTo>
                <a:lnTo>
                  <a:pt x="148" y="94"/>
                </a:lnTo>
                <a:lnTo>
                  <a:pt x="144" y="90"/>
                </a:lnTo>
                <a:lnTo>
                  <a:pt x="140" y="86"/>
                </a:lnTo>
                <a:lnTo>
                  <a:pt x="130" y="82"/>
                </a:lnTo>
                <a:lnTo>
                  <a:pt x="116" y="84"/>
                </a:lnTo>
                <a:lnTo>
                  <a:pt x="104" y="88"/>
                </a:lnTo>
                <a:lnTo>
                  <a:pt x="94" y="92"/>
                </a:lnTo>
                <a:lnTo>
                  <a:pt x="84" y="94"/>
                </a:lnTo>
                <a:lnTo>
                  <a:pt x="94" y="84"/>
                </a:lnTo>
                <a:lnTo>
                  <a:pt x="106" y="78"/>
                </a:lnTo>
                <a:lnTo>
                  <a:pt x="118" y="72"/>
                </a:lnTo>
                <a:lnTo>
                  <a:pt x="128" y="68"/>
                </a:lnTo>
                <a:lnTo>
                  <a:pt x="140" y="66"/>
                </a:lnTo>
                <a:lnTo>
                  <a:pt x="148" y="64"/>
                </a:lnTo>
                <a:lnTo>
                  <a:pt x="156" y="66"/>
                </a:lnTo>
                <a:lnTo>
                  <a:pt x="162" y="66"/>
                </a:lnTo>
                <a:close/>
                <a:moveTo>
                  <a:pt x="86" y="112"/>
                </a:moveTo>
                <a:lnTo>
                  <a:pt x="86" y="112"/>
                </a:lnTo>
                <a:lnTo>
                  <a:pt x="110" y="98"/>
                </a:lnTo>
                <a:lnTo>
                  <a:pt x="116" y="100"/>
                </a:lnTo>
                <a:lnTo>
                  <a:pt x="116" y="102"/>
                </a:lnTo>
                <a:lnTo>
                  <a:pt x="102" y="112"/>
                </a:lnTo>
                <a:lnTo>
                  <a:pt x="96" y="118"/>
                </a:lnTo>
                <a:lnTo>
                  <a:pt x="90" y="120"/>
                </a:lnTo>
                <a:lnTo>
                  <a:pt x="86" y="118"/>
                </a:lnTo>
                <a:lnTo>
                  <a:pt x="86" y="112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469" name="Freeform 150">
            <a:extLst xmlns:a="http://schemas.openxmlformats.org/drawingml/2006/main">
              <a:ext uri="{FF2B5EF4-FFF2-40B4-BE49-F238E27FC236}">
                <a16:creationId xmlns:a16="http://schemas.microsoft.com/office/drawing/2014/main" id="{D1C07336-9C50-4137-8E81-31A9C41A4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3071" y="339083"/>
            <a:ext cx="136972" cy="174584"/>
          </a:xfrm>
          <a:custGeom xmlns:a="http://schemas.openxmlformats.org/drawingml/2006/main">
            <a:rect l="0" t="0" r="r" b="b"/>
            <a:pathLst>
              <a:path w="172" h="212">
                <a:moveTo>
                  <a:pt x="162" y="66"/>
                </a:moveTo>
                <a:lnTo>
                  <a:pt x="162" y="66"/>
                </a:lnTo>
                <a:lnTo>
                  <a:pt x="166" y="66"/>
                </a:lnTo>
                <a:lnTo>
                  <a:pt x="168" y="64"/>
                </a:lnTo>
                <a:lnTo>
                  <a:pt x="172" y="56"/>
                </a:lnTo>
                <a:lnTo>
                  <a:pt x="164" y="48"/>
                </a:lnTo>
                <a:lnTo>
                  <a:pt x="154" y="40"/>
                </a:lnTo>
                <a:lnTo>
                  <a:pt x="146" y="42"/>
                </a:lnTo>
                <a:lnTo>
                  <a:pt x="138" y="42"/>
                </a:lnTo>
                <a:lnTo>
                  <a:pt x="132" y="44"/>
                </a:lnTo>
                <a:lnTo>
                  <a:pt x="126" y="42"/>
                </a:lnTo>
                <a:lnTo>
                  <a:pt x="124" y="34"/>
                </a:lnTo>
                <a:lnTo>
                  <a:pt x="120" y="26"/>
                </a:lnTo>
                <a:lnTo>
                  <a:pt x="114" y="18"/>
                </a:lnTo>
                <a:lnTo>
                  <a:pt x="104" y="0"/>
                </a:lnTo>
                <a:lnTo>
                  <a:pt x="98" y="0"/>
                </a:lnTo>
                <a:lnTo>
                  <a:pt x="92" y="2"/>
                </a:lnTo>
                <a:lnTo>
                  <a:pt x="92" y="6"/>
                </a:lnTo>
                <a:lnTo>
                  <a:pt x="92" y="14"/>
                </a:lnTo>
                <a:lnTo>
                  <a:pt x="94" y="28"/>
                </a:lnTo>
                <a:lnTo>
                  <a:pt x="94" y="36"/>
                </a:lnTo>
                <a:lnTo>
                  <a:pt x="94" y="44"/>
                </a:lnTo>
                <a:lnTo>
                  <a:pt x="90" y="50"/>
                </a:lnTo>
                <a:lnTo>
                  <a:pt x="86" y="52"/>
                </a:lnTo>
                <a:lnTo>
                  <a:pt x="74" y="54"/>
                </a:lnTo>
                <a:lnTo>
                  <a:pt x="64" y="58"/>
                </a:lnTo>
                <a:lnTo>
                  <a:pt x="46" y="66"/>
                </a:lnTo>
                <a:lnTo>
                  <a:pt x="32" y="76"/>
                </a:lnTo>
                <a:lnTo>
                  <a:pt x="26" y="78"/>
                </a:lnTo>
                <a:lnTo>
                  <a:pt x="22" y="78"/>
                </a:lnTo>
                <a:lnTo>
                  <a:pt x="14" y="78"/>
                </a:lnTo>
                <a:lnTo>
                  <a:pt x="8" y="78"/>
                </a:lnTo>
                <a:lnTo>
                  <a:pt x="2" y="82"/>
                </a:lnTo>
                <a:lnTo>
                  <a:pt x="0" y="86"/>
                </a:lnTo>
                <a:lnTo>
                  <a:pt x="2" y="98"/>
                </a:lnTo>
                <a:lnTo>
                  <a:pt x="10" y="110"/>
                </a:lnTo>
                <a:lnTo>
                  <a:pt x="16" y="110"/>
                </a:lnTo>
                <a:lnTo>
                  <a:pt x="24" y="108"/>
                </a:lnTo>
                <a:lnTo>
                  <a:pt x="34" y="102"/>
                </a:lnTo>
                <a:lnTo>
                  <a:pt x="44" y="96"/>
                </a:lnTo>
                <a:lnTo>
                  <a:pt x="66" y="80"/>
                </a:lnTo>
                <a:lnTo>
                  <a:pt x="78" y="72"/>
                </a:lnTo>
                <a:lnTo>
                  <a:pt x="88" y="68"/>
                </a:lnTo>
                <a:lnTo>
                  <a:pt x="100" y="68"/>
                </a:lnTo>
                <a:lnTo>
                  <a:pt x="98" y="70"/>
                </a:lnTo>
                <a:lnTo>
                  <a:pt x="80" y="90"/>
                </a:lnTo>
                <a:lnTo>
                  <a:pt x="72" y="100"/>
                </a:lnTo>
                <a:lnTo>
                  <a:pt x="66" y="116"/>
                </a:lnTo>
                <a:lnTo>
                  <a:pt x="82" y="146"/>
                </a:lnTo>
                <a:lnTo>
                  <a:pt x="74" y="150"/>
                </a:lnTo>
                <a:lnTo>
                  <a:pt x="64" y="160"/>
                </a:lnTo>
                <a:lnTo>
                  <a:pt x="56" y="174"/>
                </a:lnTo>
                <a:lnTo>
                  <a:pt x="54" y="180"/>
                </a:lnTo>
                <a:lnTo>
                  <a:pt x="52" y="188"/>
                </a:lnTo>
                <a:lnTo>
                  <a:pt x="70" y="204"/>
                </a:lnTo>
                <a:lnTo>
                  <a:pt x="74" y="204"/>
                </a:lnTo>
                <a:lnTo>
                  <a:pt x="76" y="204"/>
                </a:lnTo>
                <a:lnTo>
                  <a:pt x="78" y="202"/>
                </a:lnTo>
                <a:lnTo>
                  <a:pt x="80" y="192"/>
                </a:lnTo>
                <a:lnTo>
                  <a:pt x="82" y="186"/>
                </a:lnTo>
                <a:lnTo>
                  <a:pt x="82" y="180"/>
                </a:lnTo>
                <a:lnTo>
                  <a:pt x="84" y="174"/>
                </a:lnTo>
                <a:lnTo>
                  <a:pt x="86" y="172"/>
                </a:lnTo>
                <a:lnTo>
                  <a:pt x="90" y="172"/>
                </a:lnTo>
                <a:lnTo>
                  <a:pt x="92" y="172"/>
                </a:lnTo>
                <a:lnTo>
                  <a:pt x="90" y="182"/>
                </a:lnTo>
                <a:lnTo>
                  <a:pt x="90" y="188"/>
                </a:lnTo>
                <a:lnTo>
                  <a:pt x="92" y="194"/>
                </a:lnTo>
                <a:lnTo>
                  <a:pt x="96" y="202"/>
                </a:lnTo>
                <a:lnTo>
                  <a:pt x="102" y="212"/>
                </a:lnTo>
                <a:lnTo>
                  <a:pt x="108" y="206"/>
                </a:lnTo>
                <a:lnTo>
                  <a:pt x="108" y="202"/>
                </a:lnTo>
                <a:lnTo>
                  <a:pt x="108" y="188"/>
                </a:lnTo>
                <a:lnTo>
                  <a:pt x="106" y="174"/>
                </a:lnTo>
                <a:lnTo>
                  <a:pt x="108" y="166"/>
                </a:lnTo>
                <a:lnTo>
                  <a:pt x="110" y="156"/>
                </a:lnTo>
                <a:lnTo>
                  <a:pt x="116" y="154"/>
                </a:lnTo>
                <a:lnTo>
                  <a:pt x="118" y="154"/>
                </a:lnTo>
                <a:lnTo>
                  <a:pt x="120" y="156"/>
                </a:lnTo>
                <a:lnTo>
                  <a:pt x="124" y="158"/>
                </a:lnTo>
                <a:lnTo>
                  <a:pt x="124" y="172"/>
                </a:lnTo>
                <a:lnTo>
                  <a:pt x="124" y="180"/>
                </a:lnTo>
                <a:lnTo>
                  <a:pt x="128" y="190"/>
                </a:lnTo>
                <a:lnTo>
                  <a:pt x="134" y="196"/>
                </a:lnTo>
                <a:lnTo>
                  <a:pt x="140" y="198"/>
                </a:lnTo>
                <a:lnTo>
                  <a:pt x="146" y="196"/>
                </a:lnTo>
                <a:lnTo>
                  <a:pt x="152" y="192"/>
                </a:lnTo>
                <a:lnTo>
                  <a:pt x="152" y="184"/>
                </a:lnTo>
                <a:lnTo>
                  <a:pt x="150" y="176"/>
                </a:lnTo>
                <a:lnTo>
                  <a:pt x="148" y="170"/>
                </a:lnTo>
                <a:lnTo>
                  <a:pt x="142" y="162"/>
                </a:lnTo>
                <a:lnTo>
                  <a:pt x="138" y="158"/>
                </a:lnTo>
                <a:lnTo>
                  <a:pt x="132" y="152"/>
                </a:lnTo>
                <a:lnTo>
                  <a:pt x="126" y="150"/>
                </a:lnTo>
                <a:lnTo>
                  <a:pt x="118" y="148"/>
                </a:lnTo>
                <a:lnTo>
                  <a:pt x="118" y="144"/>
                </a:lnTo>
                <a:lnTo>
                  <a:pt x="128" y="142"/>
                </a:lnTo>
                <a:lnTo>
                  <a:pt x="128" y="134"/>
                </a:lnTo>
                <a:lnTo>
                  <a:pt x="128" y="130"/>
                </a:lnTo>
                <a:lnTo>
                  <a:pt x="122" y="128"/>
                </a:lnTo>
                <a:lnTo>
                  <a:pt x="118" y="128"/>
                </a:lnTo>
                <a:lnTo>
                  <a:pt x="122" y="120"/>
                </a:lnTo>
                <a:lnTo>
                  <a:pt x="128" y="116"/>
                </a:lnTo>
                <a:lnTo>
                  <a:pt x="136" y="112"/>
                </a:lnTo>
                <a:lnTo>
                  <a:pt x="144" y="110"/>
                </a:lnTo>
                <a:lnTo>
                  <a:pt x="148" y="108"/>
                </a:lnTo>
                <a:lnTo>
                  <a:pt x="150" y="106"/>
                </a:lnTo>
                <a:lnTo>
                  <a:pt x="150" y="100"/>
                </a:lnTo>
                <a:lnTo>
                  <a:pt x="148" y="94"/>
                </a:lnTo>
                <a:lnTo>
                  <a:pt x="144" y="90"/>
                </a:lnTo>
                <a:lnTo>
                  <a:pt x="140" y="86"/>
                </a:lnTo>
                <a:lnTo>
                  <a:pt x="130" y="82"/>
                </a:lnTo>
                <a:lnTo>
                  <a:pt x="116" y="84"/>
                </a:lnTo>
                <a:lnTo>
                  <a:pt x="104" y="88"/>
                </a:lnTo>
                <a:lnTo>
                  <a:pt x="94" y="92"/>
                </a:lnTo>
                <a:lnTo>
                  <a:pt x="84" y="94"/>
                </a:lnTo>
                <a:lnTo>
                  <a:pt x="94" y="84"/>
                </a:lnTo>
                <a:lnTo>
                  <a:pt x="106" y="78"/>
                </a:lnTo>
                <a:lnTo>
                  <a:pt x="118" y="72"/>
                </a:lnTo>
                <a:lnTo>
                  <a:pt x="128" y="68"/>
                </a:lnTo>
                <a:lnTo>
                  <a:pt x="140" y="66"/>
                </a:lnTo>
                <a:lnTo>
                  <a:pt x="148" y="64"/>
                </a:lnTo>
                <a:lnTo>
                  <a:pt x="156" y="66"/>
                </a:lnTo>
                <a:lnTo>
                  <a:pt x="162" y="66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470" name="Freeform 151">
            <a:extLst xmlns:a="http://schemas.openxmlformats.org/drawingml/2006/main">
              <a:ext uri="{FF2B5EF4-FFF2-40B4-BE49-F238E27FC236}">
                <a16:creationId xmlns:a16="http://schemas.microsoft.com/office/drawing/2014/main" id="{209749B6-C9AE-4A14-84B8-9A5B073EB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1557" y="419787"/>
            <a:ext cx="23890" cy="18117"/>
          </a:xfrm>
          <a:custGeom xmlns:a="http://schemas.openxmlformats.org/drawingml/2006/main">
            <a:rect l="0" t="0" r="r" b="b"/>
            <a:pathLst>
              <a:path w="30" h="22">
                <a:moveTo>
                  <a:pt x="0" y="14"/>
                </a:moveTo>
                <a:lnTo>
                  <a:pt x="0" y="14"/>
                </a:lnTo>
                <a:lnTo>
                  <a:pt x="24" y="0"/>
                </a:lnTo>
                <a:lnTo>
                  <a:pt x="30" y="2"/>
                </a:lnTo>
                <a:lnTo>
                  <a:pt x="30" y="4"/>
                </a:lnTo>
                <a:lnTo>
                  <a:pt x="16" y="14"/>
                </a:lnTo>
                <a:lnTo>
                  <a:pt x="10" y="20"/>
                </a:lnTo>
                <a:lnTo>
                  <a:pt x="4" y="22"/>
                </a:lnTo>
                <a:lnTo>
                  <a:pt x="0" y="20"/>
                </a:lnTo>
                <a:lnTo>
                  <a:pt x="0" y="1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471" name="Freeform 152">
            <a:extLst xmlns:a="http://schemas.openxmlformats.org/drawingml/2006/main">
              <a:ext uri="{FF2B5EF4-FFF2-40B4-BE49-F238E27FC236}">
                <a16:creationId xmlns:a16="http://schemas.microsoft.com/office/drawing/2014/main" id="{E7CCB117-62F5-4C02-8783-A6D2D0E03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5240" y="339083"/>
            <a:ext cx="74856" cy="192701"/>
          </a:xfrm>
          <a:custGeom xmlns:a="http://schemas.openxmlformats.org/drawingml/2006/main">
            <a:rect l="0" t="0" r="r" b="b"/>
            <a:pathLst>
              <a:path w="94" h="234">
                <a:moveTo>
                  <a:pt x="72" y="82"/>
                </a:moveTo>
                <a:lnTo>
                  <a:pt x="72" y="82"/>
                </a:lnTo>
                <a:lnTo>
                  <a:pt x="70" y="72"/>
                </a:lnTo>
                <a:lnTo>
                  <a:pt x="70" y="62"/>
                </a:lnTo>
                <a:lnTo>
                  <a:pt x="74" y="42"/>
                </a:lnTo>
                <a:lnTo>
                  <a:pt x="76" y="24"/>
                </a:lnTo>
                <a:lnTo>
                  <a:pt x="76" y="20"/>
                </a:lnTo>
                <a:lnTo>
                  <a:pt x="74" y="16"/>
                </a:lnTo>
                <a:lnTo>
                  <a:pt x="66" y="6"/>
                </a:lnTo>
                <a:lnTo>
                  <a:pt x="60" y="0"/>
                </a:lnTo>
                <a:lnTo>
                  <a:pt x="52" y="0"/>
                </a:lnTo>
                <a:lnTo>
                  <a:pt x="48" y="0"/>
                </a:lnTo>
                <a:lnTo>
                  <a:pt x="46" y="2"/>
                </a:lnTo>
                <a:lnTo>
                  <a:pt x="44" y="4"/>
                </a:lnTo>
                <a:lnTo>
                  <a:pt x="46" y="10"/>
                </a:lnTo>
                <a:lnTo>
                  <a:pt x="48" y="16"/>
                </a:lnTo>
                <a:lnTo>
                  <a:pt x="50" y="26"/>
                </a:lnTo>
                <a:lnTo>
                  <a:pt x="54" y="60"/>
                </a:lnTo>
                <a:lnTo>
                  <a:pt x="54" y="92"/>
                </a:lnTo>
                <a:lnTo>
                  <a:pt x="46" y="94"/>
                </a:lnTo>
                <a:lnTo>
                  <a:pt x="36" y="100"/>
                </a:lnTo>
                <a:lnTo>
                  <a:pt x="20" y="110"/>
                </a:lnTo>
                <a:lnTo>
                  <a:pt x="24" y="102"/>
                </a:lnTo>
                <a:lnTo>
                  <a:pt x="30" y="94"/>
                </a:lnTo>
                <a:lnTo>
                  <a:pt x="38" y="86"/>
                </a:lnTo>
                <a:lnTo>
                  <a:pt x="46" y="80"/>
                </a:lnTo>
                <a:lnTo>
                  <a:pt x="48" y="76"/>
                </a:lnTo>
                <a:lnTo>
                  <a:pt x="44" y="72"/>
                </a:lnTo>
                <a:lnTo>
                  <a:pt x="40" y="68"/>
                </a:lnTo>
                <a:lnTo>
                  <a:pt x="34" y="66"/>
                </a:lnTo>
                <a:lnTo>
                  <a:pt x="28" y="64"/>
                </a:lnTo>
                <a:lnTo>
                  <a:pt x="28" y="60"/>
                </a:lnTo>
                <a:lnTo>
                  <a:pt x="32" y="54"/>
                </a:lnTo>
                <a:lnTo>
                  <a:pt x="36" y="50"/>
                </a:lnTo>
                <a:lnTo>
                  <a:pt x="48" y="44"/>
                </a:lnTo>
                <a:lnTo>
                  <a:pt x="50" y="42"/>
                </a:lnTo>
                <a:lnTo>
                  <a:pt x="48" y="36"/>
                </a:lnTo>
                <a:lnTo>
                  <a:pt x="40" y="32"/>
                </a:lnTo>
                <a:lnTo>
                  <a:pt x="32" y="32"/>
                </a:lnTo>
                <a:lnTo>
                  <a:pt x="24" y="32"/>
                </a:lnTo>
                <a:lnTo>
                  <a:pt x="14" y="36"/>
                </a:lnTo>
                <a:lnTo>
                  <a:pt x="16" y="42"/>
                </a:lnTo>
                <a:lnTo>
                  <a:pt x="22" y="42"/>
                </a:lnTo>
                <a:lnTo>
                  <a:pt x="22" y="50"/>
                </a:lnTo>
                <a:lnTo>
                  <a:pt x="20" y="58"/>
                </a:lnTo>
                <a:lnTo>
                  <a:pt x="18" y="64"/>
                </a:lnTo>
                <a:lnTo>
                  <a:pt x="18" y="70"/>
                </a:lnTo>
                <a:lnTo>
                  <a:pt x="28" y="82"/>
                </a:lnTo>
                <a:lnTo>
                  <a:pt x="8" y="106"/>
                </a:lnTo>
                <a:lnTo>
                  <a:pt x="4" y="114"/>
                </a:lnTo>
                <a:lnTo>
                  <a:pt x="2" y="122"/>
                </a:lnTo>
                <a:lnTo>
                  <a:pt x="0" y="130"/>
                </a:lnTo>
                <a:lnTo>
                  <a:pt x="2" y="136"/>
                </a:lnTo>
                <a:lnTo>
                  <a:pt x="4" y="140"/>
                </a:lnTo>
                <a:lnTo>
                  <a:pt x="10" y="142"/>
                </a:lnTo>
                <a:lnTo>
                  <a:pt x="30" y="122"/>
                </a:lnTo>
                <a:lnTo>
                  <a:pt x="40" y="114"/>
                </a:lnTo>
                <a:lnTo>
                  <a:pt x="48" y="110"/>
                </a:lnTo>
                <a:lnTo>
                  <a:pt x="54" y="108"/>
                </a:lnTo>
                <a:lnTo>
                  <a:pt x="54" y="140"/>
                </a:lnTo>
                <a:lnTo>
                  <a:pt x="52" y="174"/>
                </a:lnTo>
                <a:lnTo>
                  <a:pt x="54" y="206"/>
                </a:lnTo>
                <a:lnTo>
                  <a:pt x="56" y="222"/>
                </a:lnTo>
                <a:lnTo>
                  <a:pt x="60" y="234"/>
                </a:lnTo>
                <a:lnTo>
                  <a:pt x="62" y="234"/>
                </a:lnTo>
                <a:lnTo>
                  <a:pt x="64" y="234"/>
                </a:lnTo>
                <a:lnTo>
                  <a:pt x="66" y="220"/>
                </a:lnTo>
                <a:lnTo>
                  <a:pt x="68" y="200"/>
                </a:lnTo>
                <a:lnTo>
                  <a:pt x="70" y="156"/>
                </a:lnTo>
                <a:lnTo>
                  <a:pt x="70" y="102"/>
                </a:lnTo>
                <a:lnTo>
                  <a:pt x="82" y="100"/>
                </a:lnTo>
                <a:lnTo>
                  <a:pt x="90" y="100"/>
                </a:lnTo>
                <a:lnTo>
                  <a:pt x="94" y="98"/>
                </a:lnTo>
                <a:lnTo>
                  <a:pt x="94" y="94"/>
                </a:lnTo>
                <a:lnTo>
                  <a:pt x="90" y="88"/>
                </a:lnTo>
                <a:lnTo>
                  <a:pt x="86" y="84"/>
                </a:lnTo>
                <a:lnTo>
                  <a:pt x="80" y="82"/>
                </a:lnTo>
                <a:lnTo>
                  <a:pt x="72" y="82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472" name="Freeform 153">
            <a:extLst xmlns:a="http://schemas.openxmlformats.org/drawingml/2006/main">
              <a:ext uri="{FF2B5EF4-FFF2-40B4-BE49-F238E27FC236}">
                <a16:creationId xmlns:a16="http://schemas.microsoft.com/office/drawing/2014/main" id="{E633862B-057C-4481-B596-9B461940D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5240" y="339083"/>
            <a:ext cx="74856" cy="192701"/>
          </a:xfrm>
          <a:custGeom xmlns:a="http://schemas.openxmlformats.org/drawingml/2006/main">
            <a:rect l="0" t="0" r="r" b="b"/>
            <a:pathLst>
              <a:path w="94" h="234">
                <a:moveTo>
                  <a:pt x="72" y="82"/>
                </a:moveTo>
                <a:lnTo>
                  <a:pt x="72" y="82"/>
                </a:lnTo>
                <a:lnTo>
                  <a:pt x="70" y="72"/>
                </a:lnTo>
                <a:lnTo>
                  <a:pt x="70" y="62"/>
                </a:lnTo>
                <a:lnTo>
                  <a:pt x="74" y="42"/>
                </a:lnTo>
                <a:lnTo>
                  <a:pt x="76" y="24"/>
                </a:lnTo>
                <a:lnTo>
                  <a:pt x="76" y="20"/>
                </a:lnTo>
                <a:lnTo>
                  <a:pt x="74" y="16"/>
                </a:lnTo>
                <a:lnTo>
                  <a:pt x="66" y="6"/>
                </a:lnTo>
                <a:lnTo>
                  <a:pt x="60" y="0"/>
                </a:lnTo>
                <a:lnTo>
                  <a:pt x="52" y="0"/>
                </a:lnTo>
                <a:lnTo>
                  <a:pt x="48" y="0"/>
                </a:lnTo>
                <a:lnTo>
                  <a:pt x="46" y="2"/>
                </a:lnTo>
                <a:lnTo>
                  <a:pt x="44" y="4"/>
                </a:lnTo>
                <a:lnTo>
                  <a:pt x="46" y="10"/>
                </a:lnTo>
                <a:lnTo>
                  <a:pt x="48" y="16"/>
                </a:lnTo>
                <a:lnTo>
                  <a:pt x="50" y="26"/>
                </a:lnTo>
                <a:lnTo>
                  <a:pt x="54" y="60"/>
                </a:lnTo>
                <a:lnTo>
                  <a:pt x="54" y="92"/>
                </a:lnTo>
                <a:lnTo>
                  <a:pt x="46" y="94"/>
                </a:lnTo>
                <a:lnTo>
                  <a:pt x="36" y="100"/>
                </a:lnTo>
                <a:lnTo>
                  <a:pt x="20" y="110"/>
                </a:lnTo>
                <a:lnTo>
                  <a:pt x="24" y="102"/>
                </a:lnTo>
                <a:lnTo>
                  <a:pt x="30" y="94"/>
                </a:lnTo>
                <a:lnTo>
                  <a:pt x="38" y="86"/>
                </a:lnTo>
                <a:lnTo>
                  <a:pt x="46" y="80"/>
                </a:lnTo>
                <a:lnTo>
                  <a:pt x="48" y="76"/>
                </a:lnTo>
                <a:lnTo>
                  <a:pt x="44" y="72"/>
                </a:lnTo>
                <a:lnTo>
                  <a:pt x="40" y="68"/>
                </a:lnTo>
                <a:lnTo>
                  <a:pt x="34" y="66"/>
                </a:lnTo>
                <a:lnTo>
                  <a:pt x="28" y="64"/>
                </a:lnTo>
                <a:lnTo>
                  <a:pt x="28" y="60"/>
                </a:lnTo>
                <a:lnTo>
                  <a:pt x="32" y="54"/>
                </a:lnTo>
                <a:lnTo>
                  <a:pt x="36" y="50"/>
                </a:lnTo>
                <a:lnTo>
                  <a:pt x="48" y="44"/>
                </a:lnTo>
                <a:lnTo>
                  <a:pt x="50" y="42"/>
                </a:lnTo>
                <a:lnTo>
                  <a:pt x="48" y="36"/>
                </a:lnTo>
                <a:lnTo>
                  <a:pt x="40" y="32"/>
                </a:lnTo>
                <a:lnTo>
                  <a:pt x="32" y="32"/>
                </a:lnTo>
                <a:lnTo>
                  <a:pt x="24" y="32"/>
                </a:lnTo>
                <a:lnTo>
                  <a:pt x="14" y="36"/>
                </a:lnTo>
                <a:lnTo>
                  <a:pt x="16" y="42"/>
                </a:lnTo>
                <a:lnTo>
                  <a:pt x="22" y="42"/>
                </a:lnTo>
                <a:lnTo>
                  <a:pt x="22" y="50"/>
                </a:lnTo>
                <a:lnTo>
                  <a:pt x="20" y="58"/>
                </a:lnTo>
                <a:lnTo>
                  <a:pt x="18" y="64"/>
                </a:lnTo>
                <a:lnTo>
                  <a:pt x="18" y="70"/>
                </a:lnTo>
                <a:lnTo>
                  <a:pt x="28" y="82"/>
                </a:lnTo>
                <a:lnTo>
                  <a:pt x="8" y="106"/>
                </a:lnTo>
                <a:lnTo>
                  <a:pt x="4" y="114"/>
                </a:lnTo>
                <a:lnTo>
                  <a:pt x="2" y="122"/>
                </a:lnTo>
                <a:lnTo>
                  <a:pt x="0" y="130"/>
                </a:lnTo>
                <a:lnTo>
                  <a:pt x="2" y="136"/>
                </a:lnTo>
                <a:lnTo>
                  <a:pt x="4" y="140"/>
                </a:lnTo>
                <a:lnTo>
                  <a:pt x="10" y="142"/>
                </a:lnTo>
                <a:lnTo>
                  <a:pt x="30" y="122"/>
                </a:lnTo>
                <a:lnTo>
                  <a:pt x="40" y="114"/>
                </a:lnTo>
                <a:lnTo>
                  <a:pt x="48" y="110"/>
                </a:lnTo>
                <a:lnTo>
                  <a:pt x="54" y="108"/>
                </a:lnTo>
                <a:lnTo>
                  <a:pt x="54" y="140"/>
                </a:lnTo>
                <a:lnTo>
                  <a:pt x="52" y="174"/>
                </a:lnTo>
                <a:lnTo>
                  <a:pt x="54" y="206"/>
                </a:lnTo>
                <a:lnTo>
                  <a:pt x="56" y="222"/>
                </a:lnTo>
                <a:lnTo>
                  <a:pt x="60" y="234"/>
                </a:lnTo>
                <a:lnTo>
                  <a:pt x="62" y="234"/>
                </a:lnTo>
                <a:lnTo>
                  <a:pt x="64" y="234"/>
                </a:lnTo>
                <a:lnTo>
                  <a:pt x="66" y="220"/>
                </a:lnTo>
                <a:lnTo>
                  <a:pt x="68" y="200"/>
                </a:lnTo>
                <a:lnTo>
                  <a:pt x="70" y="156"/>
                </a:lnTo>
                <a:lnTo>
                  <a:pt x="70" y="102"/>
                </a:lnTo>
                <a:lnTo>
                  <a:pt x="82" y="100"/>
                </a:lnTo>
                <a:lnTo>
                  <a:pt x="90" y="100"/>
                </a:lnTo>
                <a:lnTo>
                  <a:pt x="94" y="98"/>
                </a:lnTo>
                <a:lnTo>
                  <a:pt x="94" y="94"/>
                </a:lnTo>
                <a:lnTo>
                  <a:pt x="90" y="88"/>
                </a:lnTo>
                <a:lnTo>
                  <a:pt x="86" y="84"/>
                </a:lnTo>
                <a:lnTo>
                  <a:pt x="80" y="82"/>
                </a:lnTo>
                <a:lnTo>
                  <a:pt x="72" y="82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473" name="Freeform 154">
            <a:extLst xmlns:a="http://schemas.openxmlformats.org/drawingml/2006/main">
              <a:ext uri="{FF2B5EF4-FFF2-40B4-BE49-F238E27FC236}">
                <a16:creationId xmlns:a16="http://schemas.microsoft.com/office/drawing/2014/main" id="{2ADEB2C3-BC79-4A3F-A023-2AB470BA7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4012" y="357200"/>
            <a:ext cx="90783" cy="131761"/>
          </a:xfrm>
          <a:custGeom xmlns:a="http://schemas.openxmlformats.org/drawingml/2006/main">
            <a:rect l="0" t="0" r="r" b="b"/>
            <a:pathLst>
              <a:path w="114" h="160">
                <a:moveTo>
                  <a:pt x="114" y="72"/>
                </a:moveTo>
                <a:lnTo>
                  <a:pt x="114" y="72"/>
                </a:lnTo>
                <a:lnTo>
                  <a:pt x="108" y="76"/>
                </a:lnTo>
                <a:lnTo>
                  <a:pt x="104" y="80"/>
                </a:lnTo>
                <a:lnTo>
                  <a:pt x="98" y="84"/>
                </a:lnTo>
                <a:lnTo>
                  <a:pt x="92" y="86"/>
                </a:lnTo>
                <a:lnTo>
                  <a:pt x="94" y="78"/>
                </a:lnTo>
                <a:lnTo>
                  <a:pt x="98" y="70"/>
                </a:lnTo>
                <a:lnTo>
                  <a:pt x="102" y="66"/>
                </a:lnTo>
                <a:lnTo>
                  <a:pt x="106" y="64"/>
                </a:lnTo>
                <a:lnTo>
                  <a:pt x="106" y="60"/>
                </a:lnTo>
                <a:lnTo>
                  <a:pt x="106" y="56"/>
                </a:lnTo>
                <a:lnTo>
                  <a:pt x="104" y="48"/>
                </a:lnTo>
                <a:lnTo>
                  <a:pt x="104" y="42"/>
                </a:lnTo>
                <a:lnTo>
                  <a:pt x="104" y="34"/>
                </a:lnTo>
                <a:lnTo>
                  <a:pt x="108" y="34"/>
                </a:lnTo>
                <a:lnTo>
                  <a:pt x="110" y="34"/>
                </a:lnTo>
                <a:lnTo>
                  <a:pt x="112" y="32"/>
                </a:lnTo>
                <a:lnTo>
                  <a:pt x="114" y="30"/>
                </a:lnTo>
                <a:lnTo>
                  <a:pt x="114" y="28"/>
                </a:lnTo>
                <a:lnTo>
                  <a:pt x="112" y="26"/>
                </a:lnTo>
                <a:lnTo>
                  <a:pt x="108" y="12"/>
                </a:lnTo>
                <a:lnTo>
                  <a:pt x="104" y="4"/>
                </a:lnTo>
                <a:lnTo>
                  <a:pt x="100" y="2"/>
                </a:lnTo>
                <a:lnTo>
                  <a:pt x="98" y="0"/>
                </a:lnTo>
                <a:lnTo>
                  <a:pt x="92" y="0"/>
                </a:lnTo>
                <a:lnTo>
                  <a:pt x="90" y="4"/>
                </a:lnTo>
                <a:lnTo>
                  <a:pt x="88" y="8"/>
                </a:lnTo>
                <a:lnTo>
                  <a:pt x="84" y="12"/>
                </a:lnTo>
                <a:lnTo>
                  <a:pt x="64" y="20"/>
                </a:lnTo>
                <a:lnTo>
                  <a:pt x="48" y="30"/>
                </a:lnTo>
                <a:lnTo>
                  <a:pt x="38" y="38"/>
                </a:lnTo>
                <a:lnTo>
                  <a:pt x="30" y="46"/>
                </a:lnTo>
                <a:lnTo>
                  <a:pt x="22" y="58"/>
                </a:lnTo>
                <a:lnTo>
                  <a:pt x="12" y="72"/>
                </a:lnTo>
                <a:lnTo>
                  <a:pt x="28" y="60"/>
                </a:lnTo>
                <a:lnTo>
                  <a:pt x="44" y="50"/>
                </a:lnTo>
                <a:lnTo>
                  <a:pt x="54" y="44"/>
                </a:lnTo>
                <a:lnTo>
                  <a:pt x="62" y="40"/>
                </a:lnTo>
                <a:lnTo>
                  <a:pt x="74" y="36"/>
                </a:lnTo>
                <a:lnTo>
                  <a:pt x="86" y="34"/>
                </a:lnTo>
                <a:lnTo>
                  <a:pt x="82" y="44"/>
                </a:lnTo>
                <a:lnTo>
                  <a:pt x="78" y="52"/>
                </a:lnTo>
                <a:lnTo>
                  <a:pt x="70" y="58"/>
                </a:lnTo>
                <a:lnTo>
                  <a:pt x="62" y="64"/>
                </a:lnTo>
                <a:lnTo>
                  <a:pt x="42" y="76"/>
                </a:lnTo>
                <a:lnTo>
                  <a:pt x="24" y="84"/>
                </a:lnTo>
                <a:lnTo>
                  <a:pt x="16" y="88"/>
                </a:lnTo>
                <a:lnTo>
                  <a:pt x="12" y="88"/>
                </a:lnTo>
                <a:lnTo>
                  <a:pt x="6" y="90"/>
                </a:lnTo>
                <a:lnTo>
                  <a:pt x="0" y="96"/>
                </a:lnTo>
                <a:lnTo>
                  <a:pt x="0" y="98"/>
                </a:lnTo>
                <a:lnTo>
                  <a:pt x="2" y="104"/>
                </a:lnTo>
                <a:lnTo>
                  <a:pt x="6" y="110"/>
                </a:lnTo>
                <a:lnTo>
                  <a:pt x="14" y="110"/>
                </a:lnTo>
                <a:lnTo>
                  <a:pt x="30" y="108"/>
                </a:lnTo>
                <a:lnTo>
                  <a:pt x="46" y="106"/>
                </a:lnTo>
                <a:lnTo>
                  <a:pt x="52" y="106"/>
                </a:lnTo>
                <a:lnTo>
                  <a:pt x="56" y="104"/>
                </a:lnTo>
                <a:lnTo>
                  <a:pt x="64" y="94"/>
                </a:lnTo>
                <a:lnTo>
                  <a:pt x="66" y="96"/>
                </a:lnTo>
                <a:lnTo>
                  <a:pt x="46" y="144"/>
                </a:lnTo>
                <a:lnTo>
                  <a:pt x="52" y="150"/>
                </a:lnTo>
                <a:lnTo>
                  <a:pt x="60" y="154"/>
                </a:lnTo>
                <a:lnTo>
                  <a:pt x="66" y="150"/>
                </a:lnTo>
                <a:lnTo>
                  <a:pt x="70" y="144"/>
                </a:lnTo>
                <a:lnTo>
                  <a:pt x="78" y="130"/>
                </a:lnTo>
                <a:lnTo>
                  <a:pt x="78" y="152"/>
                </a:lnTo>
                <a:lnTo>
                  <a:pt x="86" y="158"/>
                </a:lnTo>
                <a:lnTo>
                  <a:pt x="88" y="160"/>
                </a:lnTo>
                <a:lnTo>
                  <a:pt x="94" y="158"/>
                </a:lnTo>
                <a:lnTo>
                  <a:pt x="90" y="120"/>
                </a:lnTo>
                <a:lnTo>
                  <a:pt x="114" y="72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474" name="Freeform 155">
            <a:extLst xmlns:a="http://schemas.openxmlformats.org/drawingml/2006/main">
              <a:ext uri="{FF2B5EF4-FFF2-40B4-BE49-F238E27FC236}">
                <a16:creationId xmlns:a16="http://schemas.microsoft.com/office/drawing/2014/main" id="{D7B2133C-94B6-42FD-A1FE-C8032A173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4012" y="357200"/>
            <a:ext cx="90783" cy="131761"/>
          </a:xfrm>
          <a:custGeom xmlns:a="http://schemas.openxmlformats.org/drawingml/2006/main">
            <a:rect l="0" t="0" r="r" b="b"/>
            <a:pathLst>
              <a:path w="114" h="160">
                <a:moveTo>
                  <a:pt x="114" y="72"/>
                </a:moveTo>
                <a:lnTo>
                  <a:pt x="114" y="72"/>
                </a:lnTo>
                <a:lnTo>
                  <a:pt x="108" y="76"/>
                </a:lnTo>
                <a:lnTo>
                  <a:pt x="104" y="80"/>
                </a:lnTo>
                <a:lnTo>
                  <a:pt x="98" y="84"/>
                </a:lnTo>
                <a:lnTo>
                  <a:pt x="92" y="86"/>
                </a:lnTo>
                <a:lnTo>
                  <a:pt x="94" y="78"/>
                </a:lnTo>
                <a:lnTo>
                  <a:pt x="98" y="70"/>
                </a:lnTo>
                <a:lnTo>
                  <a:pt x="102" y="66"/>
                </a:lnTo>
                <a:lnTo>
                  <a:pt x="106" y="64"/>
                </a:lnTo>
                <a:lnTo>
                  <a:pt x="106" y="60"/>
                </a:lnTo>
                <a:lnTo>
                  <a:pt x="106" y="56"/>
                </a:lnTo>
                <a:lnTo>
                  <a:pt x="104" y="48"/>
                </a:lnTo>
                <a:lnTo>
                  <a:pt x="104" y="42"/>
                </a:lnTo>
                <a:lnTo>
                  <a:pt x="104" y="34"/>
                </a:lnTo>
                <a:lnTo>
                  <a:pt x="108" y="34"/>
                </a:lnTo>
                <a:lnTo>
                  <a:pt x="110" y="34"/>
                </a:lnTo>
                <a:lnTo>
                  <a:pt x="112" y="32"/>
                </a:lnTo>
                <a:lnTo>
                  <a:pt x="114" y="30"/>
                </a:lnTo>
                <a:lnTo>
                  <a:pt x="114" y="28"/>
                </a:lnTo>
                <a:lnTo>
                  <a:pt x="112" y="26"/>
                </a:lnTo>
                <a:lnTo>
                  <a:pt x="108" y="12"/>
                </a:lnTo>
                <a:lnTo>
                  <a:pt x="104" y="4"/>
                </a:lnTo>
                <a:lnTo>
                  <a:pt x="100" y="2"/>
                </a:lnTo>
                <a:lnTo>
                  <a:pt x="98" y="0"/>
                </a:lnTo>
                <a:lnTo>
                  <a:pt x="92" y="0"/>
                </a:lnTo>
                <a:lnTo>
                  <a:pt x="90" y="4"/>
                </a:lnTo>
                <a:lnTo>
                  <a:pt x="88" y="8"/>
                </a:lnTo>
                <a:lnTo>
                  <a:pt x="84" y="12"/>
                </a:lnTo>
                <a:lnTo>
                  <a:pt x="64" y="20"/>
                </a:lnTo>
                <a:lnTo>
                  <a:pt x="48" y="30"/>
                </a:lnTo>
                <a:lnTo>
                  <a:pt x="38" y="38"/>
                </a:lnTo>
                <a:lnTo>
                  <a:pt x="30" y="46"/>
                </a:lnTo>
                <a:lnTo>
                  <a:pt x="22" y="58"/>
                </a:lnTo>
                <a:lnTo>
                  <a:pt x="12" y="72"/>
                </a:lnTo>
                <a:lnTo>
                  <a:pt x="28" y="60"/>
                </a:lnTo>
                <a:lnTo>
                  <a:pt x="44" y="50"/>
                </a:lnTo>
                <a:lnTo>
                  <a:pt x="54" y="44"/>
                </a:lnTo>
                <a:lnTo>
                  <a:pt x="62" y="40"/>
                </a:lnTo>
                <a:lnTo>
                  <a:pt x="74" y="36"/>
                </a:lnTo>
                <a:lnTo>
                  <a:pt x="86" y="34"/>
                </a:lnTo>
                <a:lnTo>
                  <a:pt x="82" y="44"/>
                </a:lnTo>
                <a:lnTo>
                  <a:pt x="78" y="52"/>
                </a:lnTo>
                <a:lnTo>
                  <a:pt x="70" y="58"/>
                </a:lnTo>
                <a:lnTo>
                  <a:pt x="62" y="64"/>
                </a:lnTo>
                <a:lnTo>
                  <a:pt x="42" y="76"/>
                </a:lnTo>
                <a:lnTo>
                  <a:pt x="24" y="84"/>
                </a:lnTo>
                <a:lnTo>
                  <a:pt x="16" y="88"/>
                </a:lnTo>
                <a:lnTo>
                  <a:pt x="12" y="88"/>
                </a:lnTo>
                <a:lnTo>
                  <a:pt x="6" y="90"/>
                </a:lnTo>
                <a:lnTo>
                  <a:pt x="0" y="96"/>
                </a:lnTo>
                <a:lnTo>
                  <a:pt x="0" y="98"/>
                </a:lnTo>
                <a:lnTo>
                  <a:pt x="2" y="104"/>
                </a:lnTo>
                <a:lnTo>
                  <a:pt x="6" y="110"/>
                </a:lnTo>
                <a:lnTo>
                  <a:pt x="14" y="110"/>
                </a:lnTo>
                <a:lnTo>
                  <a:pt x="30" y="108"/>
                </a:lnTo>
                <a:lnTo>
                  <a:pt x="46" y="106"/>
                </a:lnTo>
                <a:lnTo>
                  <a:pt x="52" y="106"/>
                </a:lnTo>
                <a:lnTo>
                  <a:pt x="56" y="104"/>
                </a:lnTo>
                <a:lnTo>
                  <a:pt x="64" y="94"/>
                </a:lnTo>
                <a:lnTo>
                  <a:pt x="66" y="96"/>
                </a:lnTo>
                <a:lnTo>
                  <a:pt x="46" y="144"/>
                </a:lnTo>
                <a:lnTo>
                  <a:pt x="52" y="150"/>
                </a:lnTo>
                <a:lnTo>
                  <a:pt x="60" y="154"/>
                </a:lnTo>
                <a:lnTo>
                  <a:pt x="66" y="150"/>
                </a:lnTo>
                <a:lnTo>
                  <a:pt x="70" y="144"/>
                </a:lnTo>
                <a:lnTo>
                  <a:pt x="78" y="130"/>
                </a:lnTo>
                <a:lnTo>
                  <a:pt x="78" y="152"/>
                </a:lnTo>
                <a:lnTo>
                  <a:pt x="86" y="158"/>
                </a:lnTo>
                <a:lnTo>
                  <a:pt x="88" y="160"/>
                </a:lnTo>
                <a:lnTo>
                  <a:pt x="94" y="158"/>
                </a:lnTo>
                <a:lnTo>
                  <a:pt x="90" y="120"/>
                </a:lnTo>
                <a:lnTo>
                  <a:pt x="114" y="72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475" name="Freeform 156">
            <a:extLst xmlns:a="http://schemas.openxmlformats.org/drawingml/2006/main">
              <a:ext uri="{FF2B5EF4-FFF2-40B4-BE49-F238E27FC236}">
                <a16:creationId xmlns:a16="http://schemas.microsoft.com/office/drawing/2014/main" id="{A7D74768-9D08-4C95-AB66-B67747884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0046" y="370376"/>
            <a:ext cx="89191" cy="121879"/>
          </a:xfrm>
          <a:custGeom xmlns:a="http://schemas.openxmlformats.org/drawingml/2006/main">
            <a:rect l="0" t="0" r="r" b="b"/>
            <a:pathLst>
              <a:path w="112" h="148">
                <a:moveTo>
                  <a:pt x="58" y="84"/>
                </a:moveTo>
                <a:lnTo>
                  <a:pt x="58" y="84"/>
                </a:lnTo>
                <a:lnTo>
                  <a:pt x="60" y="80"/>
                </a:lnTo>
                <a:lnTo>
                  <a:pt x="62" y="76"/>
                </a:lnTo>
                <a:lnTo>
                  <a:pt x="66" y="72"/>
                </a:lnTo>
                <a:lnTo>
                  <a:pt x="76" y="66"/>
                </a:lnTo>
                <a:lnTo>
                  <a:pt x="86" y="60"/>
                </a:lnTo>
                <a:lnTo>
                  <a:pt x="90" y="56"/>
                </a:lnTo>
                <a:lnTo>
                  <a:pt x="92" y="50"/>
                </a:lnTo>
                <a:lnTo>
                  <a:pt x="90" y="42"/>
                </a:lnTo>
                <a:lnTo>
                  <a:pt x="86" y="38"/>
                </a:lnTo>
                <a:lnTo>
                  <a:pt x="84" y="34"/>
                </a:lnTo>
                <a:lnTo>
                  <a:pt x="82" y="34"/>
                </a:lnTo>
                <a:lnTo>
                  <a:pt x="76" y="32"/>
                </a:lnTo>
                <a:lnTo>
                  <a:pt x="74" y="30"/>
                </a:lnTo>
                <a:lnTo>
                  <a:pt x="74" y="26"/>
                </a:lnTo>
                <a:lnTo>
                  <a:pt x="72" y="20"/>
                </a:lnTo>
                <a:lnTo>
                  <a:pt x="70" y="14"/>
                </a:lnTo>
                <a:lnTo>
                  <a:pt x="64" y="6"/>
                </a:lnTo>
                <a:lnTo>
                  <a:pt x="56" y="2"/>
                </a:lnTo>
                <a:lnTo>
                  <a:pt x="52" y="0"/>
                </a:lnTo>
                <a:lnTo>
                  <a:pt x="50" y="2"/>
                </a:lnTo>
                <a:lnTo>
                  <a:pt x="50" y="6"/>
                </a:lnTo>
                <a:lnTo>
                  <a:pt x="48" y="20"/>
                </a:lnTo>
                <a:lnTo>
                  <a:pt x="44" y="36"/>
                </a:lnTo>
                <a:lnTo>
                  <a:pt x="40" y="44"/>
                </a:lnTo>
                <a:lnTo>
                  <a:pt x="36" y="50"/>
                </a:lnTo>
                <a:lnTo>
                  <a:pt x="24" y="56"/>
                </a:lnTo>
                <a:lnTo>
                  <a:pt x="12" y="60"/>
                </a:lnTo>
                <a:lnTo>
                  <a:pt x="4" y="64"/>
                </a:lnTo>
                <a:lnTo>
                  <a:pt x="2" y="66"/>
                </a:lnTo>
                <a:lnTo>
                  <a:pt x="0" y="68"/>
                </a:lnTo>
                <a:lnTo>
                  <a:pt x="0" y="70"/>
                </a:lnTo>
                <a:lnTo>
                  <a:pt x="2" y="72"/>
                </a:lnTo>
                <a:lnTo>
                  <a:pt x="10" y="74"/>
                </a:lnTo>
                <a:lnTo>
                  <a:pt x="26" y="80"/>
                </a:lnTo>
                <a:lnTo>
                  <a:pt x="26" y="90"/>
                </a:lnTo>
                <a:lnTo>
                  <a:pt x="24" y="96"/>
                </a:lnTo>
                <a:lnTo>
                  <a:pt x="20" y="106"/>
                </a:lnTo>
                <a:lnTo>
                  <a:pt x="18" y="120"/>
                </a:lnTo>
                <a:lnTo>
                  <a:pt x="26" y="126"/>
                </a:lnTo>
                <a:lnTo>
                  <a:pt x="30" y="128"/>
                </a:lnTo>
                <a:lnTo>
                  <a:pt x="38" y="132"/>
                </a:lnTo>
                <a:lnTo>
                  <a:pt x="42" y="128"/>
                </a:lnTo>
                <a:lnTo>
                  <a:pt x="46" y="126"/>
                </a:lnTo>
                <a:lnTo>
                  <a:pt x="48" y="120"/>
                </a:lnTo>
                <a:lnTo>
                  <a:pt x="50" y="116"/>
                </a:lnTo>
                <a:lnTo>
                  <a:pt x="50" y="104"/>
                </a:lnTo>
                <a:lnTo>
                  <a:pt x="52" y="94"/>
                </a:lnTo>
                <a:lnTo>
                  <a:pt x="52" y="90"/>
                </a:lnTo>
                <a:lnTo>
                  <a:pt x="54" y="88"/>
                </a:lnTo>
                <a:lnTo>
                  <a:pt x="58" y="86"/>
                </a:lnTo>
                <a:lnTo>
                  <a:pt x="70" y="90"/>
                </a:lnTo>
                <a:lnTo>
                  <a:pt x="76" y="98"/>
                </a:lnTo>
                <a:lnTo>
                  <a:pt x="80" y="104"/>
                </a:lnTo>
                <a:lnTo>
                  <a:pt x="80" y="114"/>
                </a:lnTo>
                <a:lnTo>
                  <a:pt x="82" y="122"/>
                </a:lnTo>
                <a:lnTo>
                  <a:pt x="82" y="132"/>
                </a:lnTo>
                <a:lnTo>
                  <a:pt x="86" y="140"/>
                </a:lnTo>
                <a:lnTo>
                  <a:pt x="94" y="148"/>
                </a:lnTo>
                <a:lnTo>
                  <a:pt x="102" y="146"/>
                </a:lnTo>
                <a:lnTo>
                  <a:pt x="106" y="138"/>
                </a:lnTo>
                <a:lnTo>
                  <a:pt x="110" y="132"/>
                </a:lnTo>
                <a:lnTo>
                  <a:pt x="112" y="126"/>
                </a:lnTo>
                <a:lnTo>
                  <a:pt x="112" y="120"/>
                </a:lnTo>
                <a:lnTo>
                  <a:pt x="110" y="116"/>
                </a:lnTo>
                <a:lnTo>
                  <a:pt x="108" y="110"/>
                </a:lnTo>
                <a:lnTo>
                  <a:pt x="100" y="100"/>
                </a:lnTo>
                <a:lnTo>
                  <a:pt x="90" y="94"/>
                </a:lnTo>
                <a:lnTo>
                  <a:pt x="78" y="88"/>
                </a:lnTo>
                <a:lnTo>
                  <a:pt x="68" y="84"/>
                </a:lnTo>
                <a:lnTo>
                  <a:pt x="58" y="84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476" name="Freeform 157">
            <a:extLst xmlns:a="http://schemas.openxmlformats.org/drawingml/2006/main">
              <a:ext uri="{FF2B5EF4-FFF2-40B4-BE49-F238E27FC236}">
                <a16:creationId xmlns:a16="http://schemas.microsoft.com/office/drawing/2014/main" id="{A3471F3B-14AD-4C8E-AC0C-9AA58C014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0046" y="370376"/>
            <a:ext cx="89191" cy="121879"/>
          </a:xfrm>
          <a:custGeom xmlns:a="http://schemas.openxmlformats.org/drawingml/2006/main">
            <a:rect l="0" t="0" r="r" b="b"/>
            <a:pathLst>
              <a:path w="112" h="148">
                <a:moveTo>
                  <a:pt x="58" y="84"/>
                </a:moveTo>
                <a:lnTo>
                  <a:pt x="58" y="84"/>
                </a:lnTo>
                <a:lnTo>
                  <a:pt x="60" y="80"/>
                </a:lnTo>
                <a:lnTo>
                  <a:pt x="62" y="76"/>
                </a:lnTo>
                <a:lnTo>
                  <a:pt x="66" y="72"/>
                </a:lnTo>
                <a:lnTo>
                  <a:pt x="76" y="66"/>
                </a:lnTo>
                <a:lnTo>
                  <a:pt x="86" y="60"/>
                </a:lnTo>
                <a:lnTo>
                  <a:pt x="90" y="56"/>
                </a:lnTo>
                <a:lnTo>
                  <a:pt x="92" y="50"/>
                </a:lnTo>
                <a:lnTo>
                  <a:pt x="90" y="42"/>
                </a:lnTo>
                <a:lnTo>
                  <a:pt x="86" y="38"/>
                </a:lnTo>
                <a:lnTo>
                  <a:pt x="84" y="34"/>
                </a:lnTo>
                <a:lnTo>
                  <a:pt x="82" y="34"/>
                </a:lnTo>
                <a:lnTo>
                  <a:pt x="76" y="32"/>
                </a:lnTo>
                <a:lnTo>
                  <a:pt x="74" y="30"/>
                </a:lnTo>
                <a:lnTo>
                  <a:pt x="74" y="26"/>
                </a:lnTo>
                <a:lnTo>
                  <a:pt x="72" y="20"/>
                </a:lnTo>
                <a:lnTo>
                  <a:pt x="70" y="14"/>
                </a:lnTo>
                <a:lnTo>
                  <a:pt x="64" y="6"/>
                </a:lnTo>
                <a:lnTo>
                  <a:pt x="56" y="2"/>
                </a:lnTo>
                <a:lnTo>
                  <a:pt x="52" y="0"/>
                </a:lnTo>
                <a:lnTo>
                  <a:pt x="50" y="2"/>
                </a:lnTo>
                <a:lnTo>
                  <a:pt x="50" y="6"/>
                </a:lnTo>
                <a:lnTo>
                  <a:pt x="48" y="20"/>
                </a:lnTo>
                <a:lnTo>
                  <a:pt x="44" y="36"/>
                </a:lnTo>
                <a:lnTo>
                  <a:pt x="40" y="44"/>
                </a:lnTo>
                <a:lnTo>
                  <a:pt x="36" y="50"/>
                </a:lnTo>
                <a:lnTo>
                  <a:pt x="24" y="56"/>
                </a:lnTo>
                <a:lnTo>
                  <a:pt x="12" y="60"/>
                </a:lnTo>
                <a:lnTo>
                  <a:pt x="4" y="64"/>
                </a:lnTo>
                <a:lnTo>
                  <a:pt x="2" y="66"/>
                </a:lnTo>
                <a:lnTo>
                  <a:pt x="0" y="68"/>
                </a:lnTo>
                <a:lnTo>
                  <a:pt x="0" y="70"/>
                </a:lnTo>
                <a:lnTo>
                  <a:pt x="2" y="72"/>
                </a:lnTo>
                <a:lnTo>
                  <a:pt x="10" y="74"/>
                </a:lnTo>
                <a:lnTo>
                  <a:pt x="26" y="80"/>
                </a:lnTo>
                <a:lnTo>
                  <a:pt x="26" y="90"/>
                </a:lnTo>
                <a:lnTo>
                  <a:pt x="24" y="96"/>
                </a:lnTo>
                <a:lnTo>
                  <a:pt x="20" y="106"/>
                </a:lnTo>
                <a:lnTo>
                  <a:pt x="18" y="120"/>
                </a:lnTo>
                <a:lnTo>
                  <a:pt x="26" y="126"/>
                </a:lnTo>
                <a:lnTo>
                  <a:pt x="30" y="128"/>
                </a:lnTo>
                <a:lnTo>
                  <a:pt x="38" y="132"/>
                </a:lnTo>
                <a:lnTo>
                  <a:pt x="42" y="128"/>
                </a:lnTo>
                <a:lnTo>
                  <a:pt x="46" y="126"/>
                </a:lnTo>
                <a:lnTo>
                  <a:pt x="48" y="120"/>
                </a:lnTo>
                <a:lnTo>
                  <a:pt x="50" y="116"/>
                </a:lnTo>
                <a:lnTo>
                  <a:pt x="50" y="104"/>
                </a:lnTo>
                <a:lnTo>
                  <a:pt x="52" y="94"/>
                </a:lnTo>
                <a:lnTo>
                  <a:pt x="52" y="90"/>
                </a:lnTo>
                <a:lnTo>
                  <a:pt x="54" y="88"/>
                </a:lnTo>
                <a:lnTo>
                  <a:pt x="58" y="86"/>
                </a:lnTo>
                <a:lnTo>
                  <a:pt x="70" y="90"/>
                </a:lnTo>
                <a:lnTo>
                  <a:pt x="76" y="98"/>
                </a:lnTo>
                <a:lnTo>
                  <a:pt x="80" y="104"/>
                </a:lnTo>
                <a:lnTo>
                  <a:pt x="80" y="114"/>
                </a:lnTo>
                <a:lnTo>
                  <a:pt x="82" y="122"/>
                </a:lnTo>
                <a:lnTo>
                  <a:pt x="82" y="132"/>
                </a:lnTo>
                <a:lnTo>
                  <a:pt x="86" y="140"/>
                </a:lnTo>
                <a:lnTo>
                  <a:pt x="94" y="148"/>
                </a:lnTo>
                <a:lnTo>
                  <a:pt x="102" y="146"/>
                </a:lnTo>
                <a:lnTo>
                  <a:pt x="106" y="138"/>
                </a:lnTo>
                <a:lnTo>
                  <a:pt x="110" y="132"/>
                </a:lnTo>
                <a:lnTo>
                  <a:pt x="112" y="126"/>
                </a:lnTo>
                <a:lnTo>
                  <a:pt x="112" y="120"/>
                </a:lnTo>
                <a:lnTo>
                  <a:pt x="110" y="116"/>
                </a:lnTo>
                <a:lnTo>
                  <a:pt x="108" y="110"/>
                </a:lnTo>
                <a:lnTo>
                  <a:pt x="100" y="100"/>
                </a:lnTo>
                <a:lnTo>
                  <a:pt x="90" y="94"/>
                </a:lnTo>
                <a:lnTo>
                  <a:pt x="78" y="88"/>
                </a:lnTo>
                <a:lnTo>
                  <a:pt x="68" y="84"/>
                </a:lnTo>
                <a:lnTo>
                  <a:pt x="58" y="8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477" name="Freeform 158">
            <a:extLst xmlns:a="http://schemas.openxmlformats.org/drawingml/2006/main">
              <a:ext uri="{FF2B5EF4-FFF2-40B4-BE49-F238E27FC236}">
                <a16:creationId xmlns:a16="http://schemas.microsoft.com/office/drawing/2014/main" id="{C7CB8E7F-CA09-407E-A112-00DC8424B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77359" y="345671"/>
            <a:ext cx="138564" cy="172937"/>
          </a:xfrm>
          <a:custGeom xmlns:a="http://schemas.openxmlformats.org/drawingml/2006/main">
            <a:rect l="0" t="0" r="r" b="b"/>
            <a:pathLst>
              <a:path w="174" h="210">
                <a:moveTo>
                  <a:pt x="174" y="68"/>
                </a:moveTo>
                <a:lnTo>
                  <a:pt x="174" y="68"/>
                </a:lnTo>
                <a:lnTo>
                  <a:pt x="174" y="66"/>
                </a:lnTo>
                <a:lnTo>
                  <a:pt x="168" y="60"/>
                </a:lnTo>
                <a:lnTo>
                  <a:pt x="160" y="58"/>
                </a:lnTo>
                <a:lnTo>
                  <a:pt x="146" y="56"/>
                </a:lnTo>
                <a:lnTo>
                  <a:pt x="134" y="54"/>
                </a:lnTo>
                <a:lnTo>
                  <a:pt x="130" y="54"/>
                </a:lnTo>
                <a:lnTo>
                  <a:pt x="128" y="52"/>
                </a:lnTo>
                <a:lnTo>
                  <a:pt x="136" y="44"/>
                </a:lnTo>
                <a:lnTo>
                  <a:pt x="144" y="38"/>
                </a:lnTo>
                <a:lnTo>
                  <a:pt x="152" y="30"/>
                </a:lnTo>
                <a:lnTo>
                  <a:pt x="154" y="24"/>
                </a:lnTo>
                <a:lnTo>
                  <a:pt x="154" y="16"/>
                </a:lnTo>
                <a:lnTo>
                  <a:pt x="150" y="10"/>
                </a:lnTo>
                <a:lnTo>
                  <a:pt x="144" y="6"/>
                </a:lnTo>
                <a:lnTo>
                  <a:pt x="138" y="2"/>
                </a:lnTo>
                <a:lnTo>
                  <a:pt x="130" y="0"/>
                </a:lnTo>
                <a:lnTo>
                  <a:pt x="118" y="4"/>
                </a:lnTo>
                <a:lnTo>
                  <a:pt x="110" y="8"/>
                </a:lnTo>
                <a:lnTo>
                  <a:pt x="102" y="12"/>
                </a:lnTo>
                <a:lnTo>
                  <a:pt x="84" y="8"/>
                </a:lnTo>
                <a:lnTo>
                  <a:pt x="80" y="12"/>
                </a:lnTo>
                <a:lnTo>
                  <a:pt x="76" y="20"/>
                </a:lnTo>
                <a:lnTo>
                  <a:pt x="72" y="26"/>
                </a:lnTo>
                <a:lnTo>
                  <a:pt x="70" y="26"/>
                </a:lnTo>
                <a:lnTo>
                  <a:pt x="68" y="24"/>
                </a:lnTo>
                <a:lnTo>
                  <a:pt x="70" y="18"/>
                </a:lnTo>
                <a:lnTo>
                  <a:pt x="70" y="12"/>
                </a:lnTo>
                <a:lnTo>
                  <a:pt x="68" y="4"/>
                </a:lnTo>
                <a:lnTo>
                  <a:pt x="60" y="2"/>
                </a:lnTo>
                <a:lnTo>
                  <a:pt x="56" y="8"/>
                </a:lnTo>
                <a:lnTo>
                  <a:pt x="52" y="16"/>
                </a:lnTo>
                <a:lnTo>
                  <a:pt x="50" y="26"/>
                </a:lnTo>
                <a:lnTo>
                  <a:pt x="48" y="36"/>
                </a:lnTo>
                <a:lnTo>
                  <a:pt x="50" y="46"/>
                </a:lnTo>
                <a:lnTo>
                  <a:pt x="54" y="54"/>
                </a:lnTo>
                <a:lnTo>
                  <a:pt x="60" y="60"/>
                </a:lnTo>
                <a:lnTo>
                  <a:pt x="70" y="60"/>
                </a:lnTo>
                <a:lnTo>
                  <a:pt x="72" y="62"/>
                </a:lnTo>
                <a:lnTo>
                  <a:pt x="74" y="60"/>
                </a:lnTo>
                <a:lnTo>
                  <a:pt x="76" y="56"/>
                </a:lnTo>
                <a:lnTo>
                  <a:pt x="76" y="50"/>
                </a:lnTo>
                <a:lnTo>
                  <a:pt x="74" y="44"/>
                </a:lnTo>
                <a:lnTo>
                  <a:pt x="74" y="38"/>
                </a:lnTo>
                <a:lnTo>
                  <a:pt x="76" y="34"/>
                </a:lnTo>
                <a:lnTo>
                  <a:pt x="78" y="30"/>
                </a:lnTo>
                <a:lnTo>
                  <a:pt x="80" y="22"/>
                </a:lnTo>
                <a:lnTo>
                  <a:pt x="82" y="20"/>
                </a:lnTo>
                <a:lnTo>
                  <a:pt x="84" y="18"/>
                </a:lnTo>
                <a:lnTo>
                  <a:pt x="86" y="32"/>
                </a:lnTo>
                <a:lnTo>
                  <a:pt x="88" y="36"/>
                </a:lnTo>
                <a:lnTo>
                  <a:pt x="90" y="40"/>
                </a:lnTo>
                <a:lnTo>
                  <a:pt x="96" y="44"/>
                </a:lnTo>
                <a:lnTo>
                  <a:pt x="102" y="52"/>
                </a:lnTo>
                <a:lnTo>
                  <a:pt x="102" y="54"/>
                </a:lnTo>
                <a:lnTo>
                  <a:pt x="98" y="56"/>
                </a:lnTo>
                <a:lnTo>
                  <a:pt x="88" y="60"/>
                </a:lnTo>
                <a:lnTo>
                  <a:pt x="76" y="64"/>
                </a:lnTo>
                <a:lnTo>
                  <a:pt x="60" y="72"/>
                </a:lnTo>
                <a:lnTo>
                  <a:pt x="44" y="82"/>
                </a:lnTo>
                <a:lnTo>
                  <a:pt x="36" y="90"/>
                </a:lnTo>
                <a:lnTo>
                  <a:pt x="30" y="96"/>
                </a:lnTo>
                <a:lnTo>
                  <a:pt x="26" y="98"/>
                </a:lnTo>
                <a:lnTo>
                  <a:pt x="26" y="96"/>
                </a:lnTo>
                <a:lnTo>
                  <a:pt x="28" y="92"/>
                </a:lnTo>
                <a:lnTo>
                  <a:pt x="28" y="86"/>
                </a:lnTo>
                <a:lnTo>
                  <a:pt x="28" y="80"/>
                </a:lnTo>
                <a:lnTo>
                  <a:pt x="26" y="80"/>
                </a:lnTo>
                <a:lnTo>
                  <a:pt x="24" y="82"/>
                </a:lnTo>
                <a:lnTo>
                  <a:pt x="16" y="96"/>
                </a:lnTo>
                <a:lnTo>
                  <a:pt x="0" y="128"/>
                </a:lnTo>
                <a:lnTo>
                  <a:pt x="8" y="146"/>
                </a:lnTo>
                <a:lnTo>
                  <a:pt x="14" y="150"/>
                </a:lnTo>
                <a:lnTo>
                  <a:pt x="18" y="152"/>
                </a:lnTo>
                <a:lnTo>
                  <a:pt x="24" y="150"/>
                </a:lnTo>
                <a:lnTo>
                  <a:pt x="26" y="134"/>
                </a:lnTo>
                <a:lnTo>
                  <a:pt x="26" y="126"/>
                </a:lnTo>
                <a:lnTo>
                  <a:pt x="28" y="118"/>
                </a:lnTo>
                <a:lnTo>
                  <a:pt x="32" y="112"/>
                </a:lnTo>
                <a:lnTo>
                  <a:pt x="36" y="106"/>
                </a:lnTo>
                <a:lnTo>
                  <a:pt x="48" y="96"/>
                </a:lnTo>
                <a:lnTo>
                  <a:pt x="62" y="88"/>
                </a:lnTo>
                <a:lnTo>
                  <a:pt x="74" y="84"/>
                </a:lnTo>
                <a:lnTo>
                  <a:pt x="72" y="92"/>
                </a:lnTo>
                <a:lnTo>
                  <a:pt x="66" y="96"/>
                </a:lnTo>
                <a:lnTo>
                  <a:pt x="60" y="104"/>
                </a:lnTo>
                <a:lnTo>
                  <a:pt x="60" y="110"/>
                </a:lnTo>
                <a:lnTo>
                  <a:pt x="58" y="116"/>
                </a:lnTo>
                <a:lnTo>
                  <a:pt x="62" y="122"/>
                </a:lnTo>
                <a:lnTo>
                  <a:pt x="68" y="128"/>
                </a:lnTo>
                <a:lnTo>
                  <a:pt x="72" y="128"/>
                </a:lnTo>
                <a:lnTo>
                  <a:pt x="74" y="126"/>
                </a:lnTo>
                <a:lnTo>
                  <a:pt x="76" y="120"/>
                </a:lnTo>
                <a:lnTo>
                  <a:pt x="80" y="114"/>
                </a:lnTo>
                <a:lnTo>
                  <a:pt x="86" y="106"/>
                </a:lnTo>
                <a:lnTo>
                  <a:pt x="94" y="100"/>
                </a:lnTo>
                <a:lnTo>
                  <a:pt x="110" y="92"/>
                </a:lnTo>
                <a:lnTo>
                  <a:pt x="112" y="94"/>
                </a:lnTo>
                <a:lnTo>
                  <a:pt x="110" y="96"/>
                </a:lnTo>
                <a:lnTo>
                  <a:pt x="108" y="98"/>
                </a:lnTo>
                <a:lnTo>
                  <a:pt x="104" y="100"/>
                </a:lnTo>
                <a:lnTo>
                  <a:pt x="100" y="100"/>
                </a:lnTo>
                <a:lnTo>
                  <a:pt x="98" y="100"/>
                </a:lnTo>
                <a:lnTo>
                  <a:pt x="98" y="102"/>
                </a:lnTo>
                <a:lnTo>
                  <a:pt x="98" y="106"/>
                </a:lnTo>
                <a:lnTo>
                  <a:pt x="98" y="108"/>
                </a:lnTo>
                <a:lnTo>
                  <a:pt x="96" y="108"/>
                </a:lnTo>
                <a:lnTo>
                  <a:pt x="94" y="108"/>
                </a:lnTo>
                <a:lnTo>
                  <a:pt x="94" y="112"/>
                </a:lnTo>
                <a:lnTo>
                  <a:pt x="96" y="114"/>
                </a:lnTo>
                <a:lnTo>
                  <a:pt x="98" y="114"/>
                </a:lnTo>
                <a:lnTo>
                  <a:pt x="106" y="116"/>
                </a:lnTo>
                <a:lnTo>
                  <a:pt x="108" y="122"/>
                </a:lnTo>
                <a:lnTo>
                  <a:pt x="72" y="134"/>
                </a:lnTo>
                <a:lnTo>
                  <a:pt x="58" y="138"/>
                </a:lnTo>
                <a:lnTo>
                  <a:pt x="48" y="138"/>
                </a:lnTo>
                <a:lnTo>
                  <a:pt x="44" y="140"/>
                </a:lnTo>
                <a:lnTo>
                  <a:pt x="42" y="142"/>
                </a:lnTo>
                <a:lnTo>
                  <a:pt x="40" y="146"/>
                </a:lnTo>
                <a:lnTo>
                  <a:pt x="52" y="156"/>
                </a:lnTo>
                <a:lnTo>
                  <a:pt x="64" y="160"/>
                </a:lnTo>
                <a:lnTo>
                  <a:pt x="72" y="160"/>
                </a:lnTo>
                <a:lnTo>
                  <a:pt x="78" y="156"/>
                </a:lnTo>
                <a:lnTo>
                  <a:pt x="94" y="146"/>
                </a:lnTo>
                <a:lnTo>
                  <a:pt x="102" y="142"/>
                </a:lnTo>
                <a:lnTo>
                  <a:pt x="112" y="142"/>
                </a:lnTo>
                <a:lnTo>
                  <a:pt x="112" y="156"/>
                </a:lnTo>
                <a:lnTo>
                  <a:pt x="110" y="176"/>
                </a:lnTo>
                <a:lnTo>
                  <a:pt x="108" y="178"/>
                </a:lnTo>
                <a:lnTo>
                  <a:pt x="104" y="182"/>
                </a:lnTo>
                <a:lnTo>
                  <a:pt x="96" y="184"/>
                </a:lnTo>
                <a:lnTo>
                  <a:pt x="74" y="188"/>
                </a:lnTo>
                <a:lnTo>
                  <a:pt x="66" y="194"/>
                </a:lnTo>
                <a:lnTo>
                  <a:pt x="64" y="196"/>
                </a:lnTo>
                <a:lnTo>
                  <a:pt x="64" y="198"/>
                </a:lnTo>
                <a:lnTo>
                  <a:pt x="74" y="202"/>
                </a:lnTo>
                <a:lnTo>
                  <a:pt x="84" y="204"/>
                </a:lnTo>
                <a:lnTo>
                  <a:pt x="96" y="206"/>
                </a:lnTo>
                <a:lnTo>
                  <a:pt x="106" y="210"/>
                </a:lnTo>
                <a:lnTo>
                  <a:pt x="112" y="206"/>
                </a:lnTo>
                <a:lnTo>
                  <a:pt x="118" y="200"/>
                </a:lnTo>
                <a:lnTo>
                  <a:pt x="120" y="192"/>
                </a:lnTo>
                <a:lnTo>
                  <a:pt x="122" y="182"/>
                </a:lnTo>
                <a:lnTo>
                  <a:pt x="124" y="162"/>
                </a:lnTo>
                <a:lnTo>
                  <a:pt x="124" y="140"/>
                </a:lnTo>
                <a:lnTo>
                  <a:pt x="134" y="138"/>
                </a:lnTo>
                <a:lnTo>
                  <a:pt x="140" y="140"/>
                </a:lnTo>
                <a:lnTo>
                  <a:pt x="148" y="140"/>
                </a:lnTo>
                <a:lnTo>
                  <a:pt x="150" y="138"/>
                </a:lnTo>
                <a:lnTo>
                  <a:pt x="148" y="126"/>
                </a:lnTo>
                <a:lnTo>
                  <a:pt x="144" y="120"/>
                </a:lnTo>
                <a:lnTo>
                  <a:pt x="140" y="118"/>
                </a:lnTo>
                <a:lnTo>
                  <a:pt x="136" y="116"/>
                </a:lnTo>
                <a:lnTo>
                  <a:pt x="128" y="116"/>
                </a:lnTo>
                <a:lnTo>
                  <a:pt x="122" y="116"/>
                </a:lnTo>
                <a:lnTo>
                  <a:pt x="120" y="116"/>
                </a:lnTo>
                <a:lnTo>
                  <a:pt x="118" y="114"/>
                </a:lnTo>
                <a:lnTo>
                  <a:pt x="120" y="108"/>
                </a:lnTo>
                <a:lnTo>
                  <a:pt x="126" y="102"/>
                </a:lnTo>
                <a:lnTo>
                  <a:pt x="130" y="96"/>
                </a:lnTo>
                <a:lnTo>
                  <a:pt x="134" y="88"/>
                </a:lnTo>
                <a:lnTo>
                  <a:pt x="140" y="88"/>
                </a:lnTo>
                <a:lnTo>
                  <a:pt x="148" y="88"/>
                </a:lnTo>
                <a:lnTo>
                  <a:pt x="166" y="88"/>
                </a:lnTo>
                <a:lnTo>
                  <a:pt x="168" y="88"/>
                </a:lnTo>
                <a:lnTo>
                  <a:pt x="170" y="88"/>
                </a:lnTo>
                <a:lnTo>
                  <a:pt x="172" y="82"/>
                </a:lnTo>
                <a:lnTo>
                  <a:pt x="174" y="68"/>
                </a:lnTo>
                <a:close/>
                <a:moveTo>
                  <a:pt x="108" y="16"/>
                </a:moveTo>
                <a:lnTo>
                  <a:pt x="108" y="16"/>
                </a:lnTo>
                <a:lnTo>
                  <a:pt x="112" y="12"/>
                </a:lnTo>
                <a:lnTo>
                  <a:pt x="116" y="10"/>
                </a:lnTo>
                <a:lnTo>
                  <a:pt x="124" y="6"/>
                </a:lnTo>
                <a:lnTo>
                  <a:pt x="134" y="6"/>
                </a:lnTo>
                <a:lnTo>
                  <a:pt x="136" y="10"/>
                </a:lnTo>
                <a:lnTo>
                  <a:pt x="138" y="14"/>
                </a:lnTo>
                <a:lnTo>
                  <a:pt x="126" y="30"/>
                </a:lnTo>
                <a:lnTo>
                  <a:pt x="120" y="38"/>
                </a:lnTo>
                <a:lnTo>
                  <a:pt x="112" y="44"/>
                </a:lnTo>
                <a:lnTo>
                  <a:pt x="108" y="42"/>
                </a:lnTo>
                <a:lnTo>
                  <a:pt x="106" y="28"/>
                </a:lnTo>
                <a:lnTo>
                  <a:pt x="106" y="22"/>
                </a:lnTo>
                <a:lnTo>
                  <a:pt x="108" y="16"/>
                </a:lnTo>
                <a:close/>
                <a:moveTo>
                  <a:pt x="126" y="76"/>
                </a:moveTo>
                <a:lnTo>
                  <a:pt x="126" y="76"/>
                </a:lnTo>
                <a:lnTo>
                  <a:pt x="96" y="84"/>
                </a:lnTo>
                <a:lnTo>
                  <a:pt x="90" y="88"/>
                </a:lnTo>
                <a:lnTo>
                  <a:pt x="84" y="92"/>
                </a:lnTo>
                <a:lnTo>
                  <a:pt x="84" y="84"/>
                </a:lnTo>
                <a:lnTo>
                  <a:pt x="88" y="80"/>
                </a:lnTo>
                <a:lnTo>
                  <a:pt x="92" y="74"/>
                </a:lnTo>
                <a:lnTo>
                  <a:pt x="98" y="70"/>
                </a:lnTo>
                <a:lnTo>
                  <a:pt x="110" y="64"/>
                </a:lnTo>
                <a:lnTo>
                  <a:pt x="116" y="62"/>
                </a:lnTo>
                <a:lnTo>
                  <a:pt x="146" y="64"/>
                </a:lnTo>
                <a:lnTo>
                  <a:pt x="146" y="68"/>
                </a:lnTo>
                <a:lnTo>
                  <a:pt x="142" y="68"/>
                </a:lnTo>
                <a:lnTo>
                  <a:pt x="136" y="72"/>
                </a:lnTo>
                <a:lnTo>
                  <a:pt x="126" y="76"/>
                </a:lnTo>
                <a:close/>
              </a:path>
            </a:pathLst>
          </a:custGeom>
          <a:solidFill xmlns:a="http://schemas.openxmlformats.org/drawingml/2006/main">
            <a:srgbClr val="004D8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478" name="Freeform 159">
            <a:extLst xmlns:a="http://schemas.openxmlformats.org/drawingml/2006/main">
              <a:ext uri="{FF2B5EF4-FFF2-40B4-BE49-F238E27FC236}">
                <a16:creationId xmlns:a16="http://schemas.microsoft.com/office/drawing/2014/main" id="{EBF15FE0-FECD-45C4-AABA-C68EEFCEE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39134" y="345671"/>
            <a:ext cx="138564" cy="172937"/>
          </a:xfrm>
          <a:custGeom xmlns:a="http://schemas.openxmlformats.org/drawingml/2006/main">
            <a:rect l="0" t="0" r="r" b="b"/>
            <a:pathLst>
              <a:path w="174" h="210">
                <a:moveTo>
                  <a:pt x="174" y="68"/>
                </a:moveTo>
                <a:lnTo>
                  <a:pt x="174" y="68"/>
                </a:lnTo>
                <a:lnTo>
                  <a:pt x="174" y="66"/>
                </a:lnTo>
                <a:lnTo>
                  <a:pt x="168" y="60"/>
                </a:lnTo>
                <a:lnTo>
                  <a:pt x="160" y="58"/>
                </a:lnTo>
                <a:lnTo>
                  <a:pt x="146" y="56"/>
                </a:lnTo>
                <a:lnTo>
                  <a:pt x="134" y="54"/>
                </a:lnTo>
                <a:lnTo>
                  <a:pt x="130" y="54"/>
                </a:lnTo>
                <a:lnTo>
                  <a:pt x="128" y="52"/>
                </a:lnTo>
                <a:lnTo>
                  <a:pt x="136" y="44"/>
                </a:lnTo>
                <a:lnTo>
                  <a:pt x="144" y="38"/>
                </a:lnTo>
                <a:lnTo>
                  <a:pt x="152" y="30"/>
                </a:lnTo>
                <a:lnTo>
                  <a:pt x="154" y="24"/>
                </a:lnTo>
                <a:lnTo>
                  <a:pt x="154" y="16"/>
                </a:lnTo>
                <a:lnTo>
                  <a:pt x="150" y="10"/>
                </a:lnTo>
                <a:lnTo>
                  <a:pt x="144" y="6"/>
                </a:lnTo>
                <a:lnTo>
                  <a:pt x="138" y="2"/>
                </a:lnTo>
                <a:lnTo>
                  <a:pt x="130" y="0"/>
                </a:lnTo>
                <a:lnTo>
                  <a:pt x="118" y="4"/>
                </a:lnTo>
                <a:lnTo>
                  <a:pt x="110" y="8"/>
                </a:lnTo>
                <a:lnTo>
                  <a:pt x="102" y="12"/>
                </a:lnTo>
                <a:lnTo>
                  <a:pt x="84" y="8"/>
                </a:lnTo>
                <a:lnTo>
                  <a:pt x="80" y="12"/>
                </a:lnTo>
                <a:lnTo>
                  <a:pt x="76" y="20"/>
                </a:lnTo>
                <a:lnTo>
                  <a:pt x="72" y="26"/>
                </a:lnTo>
                <a:lnTo>
                  <a:pt x="70" y="26"/>
                </a:lnTo>
                <a:lnTo>
                  <a:pt x="68" y="24"/>
                </a:lnTo>
                <a:lnTo>
                  <a:pt x="70" y="18"/>
                </a:lnTo>
                <a:lnTo>
                  <a:pt x="70" y="12"/>
                </a:lnTo>
                <a:lnTo>
                  <a:pt x="68" y="4"/>
                </a:lnTo>
                <a:lnTo>
                  <a:pt x="60" y="2"/>
                </a:lnTo>
                <a:lnTo>
                  <a:pt x="56" y="8"/>
                </a:lnTo>
                <a:lnTo>
                  <a:pt x="52" y="16"/>
                </a:lnTo>
                <a:lnTo>
                  <a:pt x="50" y="26"/>
                </a:lnTo>
                <a:lnTo>
                  <a:pt x="48" y="36"/>
                </a:lnTo>
                <a:lnTo>
                  <a:pt x="50" y="46"/>
                </a:lnTo>
                <a:lnTo>
                  <a:pt x="54" y="54"/>
                </a:lnTo>
                <a:lnTo>
                  <a:pt x="60" y="60"/>
                </a:lnTo>
                <a:lnTo>
                  <a:pt x="70" y="60"/>
                </a:lnTo>
                <a:lnTo>
                  <a:pt x="72" y="62"/>
                </a:lnTo>
                <a:lnTo>
                  <a:pt x="74" y="60"/>
                </a:lnTo>
                <a:lnTo>
                  <a:pt x="76" y="56"/>
                </a:lnTo>
                <a:lnTo>
                  <a:pt x="76" y="50"/>
                </a:lnTo>
                <a:lnTo>
                  <a:pt x="74" y="44"/>
                </a:lnTo>
                <a:lnTo>
                  <a:pt x="74" y="38"/>
                </a:lnTo>
                <a:lnTo>
                  <a:pt x="76" y="34"/>
                </a:lnTo>
                <a:lnTo>
                  <a:pt x="78" y="30"/>
                </a:lnTo>
                <a:lnTo>
                  <a:pt x="80" y="22"/>
                </a:lnTo>
                <a:lnTo>
                  <a:pt x="82" y="20"/>
                </a:lnTo>
                <a:lnTo>
                  <a:pt x="84" y="18"/>
                </a:lnTo>
                <a:lnTo>
                  <a:pt x="86" y="32"/>
                </a:lnTo>
                <a:lnTo>
                  <a:pt x="88" y="36"/>
                </a:lnTo>
                <a:lnTo>
                  <a:pt x="90" y="40"/>
                </a:lnTo>
                <a:lnTo>
                  <a:pt x="96" y="44"/>
                </a:lnTo>
                <a:lnTo>
                  <a:pt x="102" y="52"/>
                </a:lnTo>
                <a:lnTo>
                  <a:pt x="102" y="54"/>
                </a:lnTo>
                <a:lnTo>
                  <a:pt x="98" y="56"/>
                </a:lnTo>
                <a:lnTo>
                  <a:pt x="88" y="60"/>
                </a:lnTo>
                <a:lnTo>
                  <a:pt x="76" y="64"/>
                </a:lnTo>
                <a:lnTo>
                  <a:pt x="60" y="72"/>
                </a:lnTo>
                <a:lnTo>
                  <a:pt x="44" y="82"/>
                </a:lnTo>
                <a:lnTo>
                  <a:pt x="36" y="90"/>
                </a:lnTo>
                <a:lnTo>
                  <a:pt x="30" y="96"/>
                </a:lnTo>
                <a:lnTo>
                  <a:pt x="26" y="98"/>
                </a:lnTo>
                <a:lnTo>
                  <a:pt x="26" y="96"/>
                </a:lnTo>
                <a:lnTo>
                  <a:pt x="28" y="92"/>
                </a:lnTo>
                <a:lnTo>
                  <a:pt x="28" y="86"/>
                </a:lnTo>
                <a:lnTo>
                  <a:pt x="28" y="80"/>
                </a:lnTo>
                <a:lnTo>
                  <a:pt x="26" y="80"/>
                </a:lnTo>
                <a:lnTo>
                  <a:pt x="24" y="82"/>
                </a:lnTo>
                <a:lnTo>
                  <a:pt x="16" y="96"/>
                </a:lnTo>
                <a:lnTo>
                  <a:pt x="0" y="128"/>
                </a:lnTo>
                <a:lnTo>
                  <a:pt x="8" y="146"/>
                </a:lnTo>
                <a:lnTo>
                  <a:pt x="14" y="150"/>
                </a:lnTo>
                <a:lnTo>
                  <a:pt x="18" y="152"/>
                </a:lnTo>
                <a:lnTo>
                  <a:pt x="24" y="150"/>
                </a:lnTo>
                <a:lnTo>
                  <a:pt x="26" y="134"/>
                </a:lnTo>
                <a:lnTo>
                  <a:pt x="26" y="126"/>
                </a:lnTo>
                <a:lnTo>
                  <a:pt x="28" y="118"/>
                </a:lnTo>
                <a:lnTo>
                  <a:pt x="32" y="112"/>
                </a:lnTo>
                <a:lnTo>
                  <a:pt x="36" y="106"/>
                </a:lnTo>
                <a:lnTo>
                  <a:pt x="48" y="96"/>
                </a:lnTo>
                <a:lnTo>
                  <a:pt x="62" y="88"/>
                </a:lnTo>
                <a:lnTo>
                  <a:pt x="74" y="84"/>
                </a:lnTo>
                <a:lnTo>
                  <a:pt x="72" y="92"/>
                </a:lnTo>
                <a:lnTo>
                  <a:pt x="66" y="96"/>
                </a:lnTo>
                <a:lnTo>
                  <a:pt x="60" y="104"/>
                </a:lnTo>
                <a:lnTo>
                  <a:pt x="60" y="110"/>
                </a:lnTo>
                <a:lnTo>
                  <a:pt x="58" y="116"/>
                </a:lnTo>
                <a:lnTo>
                  <a:pt x="62" y="122"/>
                </a:lnTo>
                <a:lnTo>
                  <a:pt x="68" y="128"/>
                </a:lnTo>
                <a:lnTo>
                  <a:pt x="72" y="128"/>
                </a:lnTo>
                <a:lnTo>
                  <a:pt x="74" y="126"/>
                </a:lnTo>
                <a:lnTo>
                  <a:pt x="76" y="120"/>
                </a:lnTo>
                <a:lnTo>
                  <a:pt x="80" y="114"/>
                </a:lnTo>
                <a:lnTo>
                  <a:pt x="86" y="106"/>
                </a:lnTo>
                <a:lnTo>
                  <a:pt x="94" y="100"/>
                </a:lnTo>
                <a:lnTo>
                  <a:pt x="110" y="92"/>
                </a:lnTo>
                <a:lnTo>
                  <a:pt x="112" y="94"/>
                </a:lnTo>
                <a:lnTo>
                  <a:pt x="110" y="96"/>
                </a:lnTo>
                <a:lnTo>
                  <a:pt x="108" y="98"/>
                </a:lnTo>
                <a:lnTo>
                  <a:pt x="104" y="100"/>
                </a:lnTo>
                <a:lnTo>
                  <a:pt x="100" y="100"/>
                </a:lnTo>
                <a:lnTo>
                  <a:pt x="98" y="100"/>
                </a:lnTo>
                <a:lnTo>
                  <a:pt x="98" y="102"/>
                </a:lnTo>
                <a:lnTo>
                  <a:pt x="98" y="106"/>
                </a:lnTo>
                <a:lnTo>
                  <a:pt x="98" y="108"/>
                </a:lnTo>
                <a:lnTo>
                  <a:pt x="96" y="108"/>
                </a:lnTo>
                <a:lnTo>
                  <a:pt x="94" y="108"/>
                </a:lnTo>
                <a:lnTo>
                  <a:pt x="94" y="112"/>
                </a:lnTo>
                <a:lnTo>
                  <a:pt x="96" y="114"/>
                </a:lnTo>
                <a:lnTo>
                  <a:pt x="98" y="114"/>
                </a:lnTo>
                <a:lnTo>
                  <a:pt x="106" y="116"/>
                </a:lnTo>
                <a:lnTo>
                  <a:pt x="108" y="122"/>
                </a:lnTo>
                <a:lnTo>
                  <a:pt x="72" y="134"/>
                </a:lnTo>
                <a:lnTo>
                  <a:pt x="58" y="138"/>
                </a:lnTo>
                <a:lnTo>
                  <a:pt x="48" y="138"/>
                </a:lnTo>
                <a:lnTo>
                  <a:pt x="44" y="140"/>
                </a:lnTo>
                <a:lnTo>
                  <a:pt x="42" y="142"/>
                </a:lnTo>
                <a:lnTo>
                  <a:pt x="40" y="146"/>
                </a:lnTo>
                <a:lnTo>
                  <a:pt x="52" y="156"/>
                </a:lnTo>
                <a:lnTo>
                  <a:pt x="64" y="160"/>
                </a:lnTo>
                <a:lnTo>
                  <a:pt x="72" y="160"/>
                </a:lnTo>
                <a:lnTo>
                  <a:pt x="78" y="156"/>
                </a:lnTo>
                <a:lnTo>
                  <a:pt x="94" y="146"/>
                </a:lnTo>
                <a:lnTo>
                  <a:pt x="102" y="142"/>
                </a:lnTo>
                <a:lnTo>
                  <a:pt x="112" y="142"/>
                </a:lnTo>
                <a:lnTo>
                  <a:pt x="112" y="156"/>
                </a:lnTo>
                <a:lnTo>
                  <a:pt x="110" y="176"/>
                </a:lnTo>
                <a:lnTo>
                  <a:pt x="108" y="178"/>
                </a:lnTo>
                <a:lnTo>
                  <a:pt x="104" y="182"/>
                </a:lnTo>
                <a:lnTo>
                  <a:pt x="96" y="184"/>
                </a:lnTo>
                <a:lnTo>
                  <a:pt x="74" y="188"/>
                </a:lnTo>
                <a:lnTo>
                  <a:pt x="66" y="194"/>
                </a:lnTo>
                <a:lnTo>
                  <a:pt x="64" y="196"/>
                </a:lnTo>
                <a:lnTo>
                  <a:pt x="64" y="198"/>
                </a:lnTo>
                <a:lnTo>
                  <a:pt x="74" y="202"/>
                </a:lnTo>
                <a:lnTo>
                  <a:pt x="84" y="204"/>
                </a:lnTo>
                <a:lnTo>
                  <a:pt x="96" y="206"/>
                </a:lnTo>
                <a:lnTo>
                  <a:pt x="106" y="210"/>
                </a:lnTo>
                <a:lnTo>
                  <a:pt x="112" y="206"/>
                </a:lnTo>
                <a:lnTo>
                  <a:pt x="118" y="200"/>
                </a:lnTo>
                <a:lnTo>
                  <a:pt x="120" y="192"/>
                </a:lnTo>
                <a:lnTo>
                  <a:pt x="122" y="182"/>
                </a:lnTo>
                <a:lnTo>
                  <a:pt x="124" y="162"/>
                </a:lnTo>
                <a:lnTo>
                  <a:pt x="124" y="140"/>
                </a:lnTo>
                <a:lnTo>
                  <a:pt x="134" y="138"/>
                </a:lnTo>
                <a:lnTo>
                  <a:pt x="140" y="140"/>
                </a:lnTo>
                <a:lnTo>
                  <a:pt x="148" y="140"/>
                </a:lnTo>
                <a:lnTo>
                  <a:pt x="150" y="138"/>
                </a:lnTo>
                <a:lnTo>
                  <a:pt x="148" y="126"/>
                </a:lnTo>
                <a:lnTo>
                  <a:pt x="144" y="120"/>
                </a:lnTo>
                <a:lnTo>
                  <a:pt x="140" y="118"/>
                </a:lnTo>
                <a:lnTo>
                  <a:pt x="136" y="116"/>
                </a:lnTo>
                <a:lnTo>
                  <a:pt x="128" y="116"/>
                </a:lnTo>
                <a:lnTo>
                  <a:pt x="122" y="116"/>
                </a:lnTo>
                <a:lnTo>
                  <a:pt x="120" y="116"/>
                </a:lnTo>
                <a:lnTo>
                  <a:pt x="118" y="114"/>
                </a:lnTo>
                <a:lnTo>
                  <a:pt x="120" y="108"/>
                </a:lnTo>
                <a:lnTo>
                  <a:pt x="126" y="102"/>
                </a:lnTo>
                <a:lnTo>
                  <a:pt x="130" y="96"/>
                </a:lnTo>
                <a:lnTo>
                  <a:pt x="134" y="88"/>
                </a:lnTo>
                <a:lnTo>
                  <a:pt x="140" y="88"/>
                </a:lnTo>
                <a:lnTo>
                  <a:pt x="148" y="88"/>
                </a:lnTo>
                <a:lnTo>
                  <a:pt x="166" y="88"/>
                </a:lnTo>
                <a:lnTo>
                  <a:pt x="168" y="88"/>
                </a:lnTo>
                <a:lnTo>
                  <a:pt x="170" y="88"/>
                </a:lnTo>
                <a:lnTo>
                  <a:pt x="172" y="82"/>
                </a:lnTo>
                <a:lnTo>
                  <a:pt x="174" y="68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479" name="Freeform 160">
            <a:extLst xmlns:a="http://schemas.openxmlformats.org/drawingml/2006/main">
              <a:ext uri="{FF2B5EF4-FFF2-40B4-BE49-F238E27FC236}">
                <a16:creationId xmlns:a16="http://schemas.microsoft.com/office/drawing/2014/main" id="{844F275F-6079-4752-8F2A-923E9D713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23547" y="350612"/>
            <a:ext cx="25483" cy="31293"/>
          </a:xfrm>
          <a:custGeom xmlns:a="http://schemas.openxmlformats.org/drawingml/2006/main">
            <a:rect l="0" t="0" r="r" b="b"/>
            <a:pathLst>
              <a:path w="32" h="38">
                <a:moveTo>
                  <a:pt x="2" y="10"/>
                </a:moveTo>
                <a:lnTo>
                  <a:pt x="2" y="10"/>
                </a:lnTo>
                <a:lnTo>
                  <a:pt x="6" y="6"/>
                </a:lnTo>
                <a:lnTo>
                  <a:pt x="10" y="4"/>
                </a:lnTo>
                <a:lnTo>
                  <a:pt x="18" y="0"/>
                </a:lnTo>
                <a:lnTo>
                  <a:pt x="28" y="0"/>
                </a:lnTo>
                <a:lnTo>
                  <a:pt x="30" y="4"/>
                </a:lnTo>
                <a:lnTo>
                  <a:pt x="32" y="8"/>
                </a:lnTo>
                <a:lnTo>
                  <a:pt x="20" y="24"/>
                </a:lnTo>
                <a:lnTo>
                  <a:pt x="14" y="32"/>
                </a:lnTo>
                <a:lnTo>
                  <a:pt x="6" y="38"/>
                </a:lnTo>
                <a:lnTo>
                  <a:pt x="2" y="36"/>
                </a:lnTo>
                <a:lnTo>
                  <a:pt x="0" y="22"/>
                </a:lnTo>
                <a:lnTo>
                  <a:pt x="0" y="16"/>
                </a:lnTo>
                <a:lnTo>
                  <a:pt x="2" y="10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480" name="Freeform 161">
            <a:extLst xmlns:a="http://schemas.openxmlformats.org/drawingml/2006/main">
              <a:ext uri="{FF2B5EF4-FFF2-40B4-BE49-F238E27FC236}">
                <a16:creationId xmlns:a16="http://schemas.microsoft.com/office/drawing/2014/main" id="{35A3B936-8AAE-4A8B-AFE2-83C303F16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06027" y="396728"/>
            <a:ext cx="49373" cy="24705"/>
          </a:xfrm>
          <a:custGeom xmlns:a="http://schemas.openxmlformats.org/drawingml/2006/main">
            <a:rect l="0" t="0" r="r" b="b"/>
            <a:pathLst>
              <a:path w="62" h="30">
                <a:moveTo>
                  <a:pt x="42" y="14"/>
                </a:moveTo>
                <a:lnTo>
                  <a:pt x="42" y="14"/>
                </a:lnTo>
                <a:lnTo>
                  <a:pt x="12" y="22"/>
                </a:lnTo>
                <a:lnTo>
                  <a:pt x="6" y="26"/>
                </a:lnTo>
                <a:lnTo>
                  <a:pt x="0" y="30"/>
                </a:lnTo>
                <a:lnTo>
                  <a:pt x="0" y="22"/>
                </a:lnTo>
                <a:lnTo>
                  <a:pt x="4" y="18"/>
                </a:lnTo>
                <a:lnTo>
                  <a:pt x="8" y="12"/>
                </a:lnTo>
                <a:lnTo>
                  <a:pt x="14" y="8"/>
                </a:lnTo>
                <a:lnTo>
                  <a:pt x="26" y="2"/>
                </a:lnTo>
                <a:lnTo>
                  <a:pt x="32" y="0"/>
                </a:lnTo>
                <a:lnTo>
                  <a:pt x="62" y="2"/>
                </a:lnTo>
                <a:lnTo>
                  <a:pt x="62" y="6"/>
                </a:lnTo>
                <a:lnTo>
                  <a:pt x="58" y="6"/>
                </a:lnTo>
                <a:lnTo>
                  <a:pt x="52" y="10"/>
                </a:lnTo>
                <a:lnTo>
                  <a:pt x="42" y="14"/>
                </a:lnTo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9481" name="矩形 278">
            <a:extLst xmlns:a="http://schemas.openxmlformats.org/drawingml/2006/main">
              <a:ext uri="{FF2B5EF4-FFF2-40B4-BE49-F238E27FC236}">
                <a16:creationId xmlns:a16="http://schemas.microsoft.com/office/drawing/2014/main" id="{26B37545-BA63-4C83-ACB5-7330EA30F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2331" y="151260"/>
            <a:ext cx="1451411" cy="46277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49482" name="Rectangle 114">
            <a:extLst xmlns:a="http://schemas.openxmlformats.org/drawingml/2006/main">
              <a:ext uri="{FF2B5EF4-FFF2-40B4-BE49-F238E27FC236}">
                <a16:creationId xmlns:a16="http://schemas.microsoft.com/office/drawing/2014/main" id="{D3AC3A85-BFAD-4F9E-BD9A-1A679A822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98978" y="534190"/>
            <a:ext cx="893501" cy="545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/>
        </p:txBody>
      </p:sp>
      <p:sp>
        <p:nvSpPr>
          <p:cNvPr id="1049483" name="Freeform 115">
            <a:extLst xmlns:a="http://schemas.openxmlformats.org/drawingml/2006/main">
              <a:ext uri="{FF2B5EF4-FFF2-40B4-BE49-F238E27FC236}">
                <a16:creationId xmlns:a16="http://schemas.microsoft.com/office/drawing/2014/main" id="{23EACF73-AD41-4A1E-9D97-079D29545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92764" y="347207"/>
            <a:ext cx="78633" cy="161050"/>
          </a:xfrm>
          <a:custGeom xmlns:a="http://schemas.openxmlformats.org/drawingml/2006/main">
            <a:rect l="0" t="0" r="r" b="b"/>
            <a:pathLst>
              <a:path w="226" h="472">
                <a:moveTo>
                  <a:pt x="8" y="62"/>
                </a:moveTo>
                <a:lnTo>
                  <a:pt x="8" y="0"/>
                </a:lnTo>
                <a:lnTo>
                  <a:pt x="226" y="0"/>
                </a:lnTo>
                <a:lnTo>
                  <a:pt x="202" y="62"/>
                </a:lnTo>
                <a:lnTo>
                  <a:pt x="144" y="62"/>
                </a:lnTo>
                <a:lnTo>
                  <a:pt x="144" y="62"/>
                </a:lnTo>
                <a:lnTo>
                  <a:pt x="138" y="62"/>
                </a:lnTo>
                <a:lnTo>
                  <a:pt x="134" y="64"/>
                </a:lnTo>
                <a:lnTo>
                  <a:pt x="132" y="68"/>
                </a:lnTo>
                <a:lnTo>
                  <a:pt x="130" y="72"/>
                </a:lnTo>
                <a:lnTo>
                  <a:pt x="122" y="100"/>
                </a:lnTo>
                <a:lnTo>
                  <a:pt x="122" y="100"/>
                </a:lnTo>
                <a:lnTo>
                  <a:pt x="122" y="106"/>
                </a:lnTo>
                <a:lnTo>
                  <a:pt x="124" y="110"/>
                </a:lnTo>
                <a:lnTo>
                  <a:pt x="128" y="112"/>
                </a:lnTo>
                <a:lnTo>
                  <a:pt x="132" y="114"/>
                </a:lnTo>
                <a:lnTo>
                  <a:pt x="216" y="114"/>
                </a:lnTo>
                <a:lnTo>
                  <a:pt x="216" y="408"/>
                </a:lnTo>
                <a:lnTo>
                  <a:pt x="138" y="472"/>
                </a:lnTo>
                <a:lnTo>
                  <a:pt x="28" y="472"/>
                </a:lnTo>
                <a:lnTo>
                  <a:pt x="28" y="238"/>
                </a:lnTo>
                <a:lnTo>
                  <a:pt x="0" y="238"/>
                </a:lnTo>
                <a:lnTo>
                  <a:pt x="46" y="74"/>
                </a:lnTo>
                <a:lnTo>
                  <a:pt x="46" y="74"/>
                </a:lnTo>
                <a:lnTo>
                  <a:pt x="46" y="70"/>
                </a:lnTo>
                <a:lnTo>
                  <a:pt x="44" y="66"/>
                </a:lnTo>
                <a:lnTo>
                  <a:pt x="40" y="62"/>
                </a:lnTo>
                <a:lnTo>
                  <a:pt x="36" y="62"/>
                </a:lnTo>
                <a:lnTo>
                  <a:pt x="8" y="62"/>
                </a:lnTo>
                <a:close/>
                <a:moveTo>
                  <a:pt x="126" y="174"/>
                </a:moveTo>
                <a:lnTo>
                  <a:pt x="118" y="174"/>
                </a:lnTo>
                <a:lnTo>
                  <a:pt x="118" y="174"/>
                </a:lnTo>
                <a:lnTo>
                  <a:pt x="112" y="176"/>
                </a:lnTo>
                <a:lnTo>
                  <a:pt x="108" y="178"/>
                </a:lnTo>
                <a:lnTo>
                  <a:pt x="106" y="182"/>
                </a:lnTo>
                <a:lnTo>
                  <a:pt x="106" y="186"/>
                </a:lnTo>
                <a:lnTo>
                  <a:pt x="106" y="398"/>
                </a:lnTo>
                <a:lnTo>
                  <a:pt x="106" y="398"/>
                </a:lnTo>
                <a:lnTo>
                  <a:pt x="106" y="404"/>
                </a:lnTo>
                <a:lnTo>
                  <a:pt x="108" y="408"/>
                </a:lnTo>
                <a:lnTo>
                  <a:pt x="112" y="410"/>
                </a:lnTo>
                <a:lnTo>
                  <a:pt x="116" y="410"/>
                </a:lnTo>
                <a:lnTo>
                  <a:pt x="126" y="410"/>
                </a:lnTo>
                <a:lnTo>
                  <a:pt x="126" y="410"/>
                </a:lnTo>
                <a:lnTo>
                  <a:pt x="132" y="410"/>
                </a:lnTo>
                <a:lnTo>
                  <a:pt x="136" y="408"/>
                </a:lnTo>
                <a:lnTo>
                  <a:pt x="138" y="404"/>
                </a:lnTo>
                <a:lnTo>
                  <a:pt x="138" y="398"/>
                </a:lnTo>
                <a:lnTo>
                  <a:pt x="138" y="186"/>
                </a:lnTo>
                <a:lnTo>
                  <a:pt x="138" y="186"/>
                </a:lnTo>
                <a:lnTo>
                  <a:pt x="138" y="182"/>
                </a:lnTo>
                <a:lnTo>
                  <a:pt x="136" y="178"/>
                </a:lnTo>
                <a:lnTo>
                  <a:pt x="132" y="176"/>
                </a:lnTo>
                <a:lnTo>
                  <a:pt x="126" y="174"/>
                </a:lnTo>
                <a:lnTo>
                  <a:pt x="126" y="174"/>
                </a:lnTo>
                <a:close/>
              </a:path>
            </a:pathLst>
          </a:custGeom>
          <a:solidFill xmlns:a="http://schemas.openxmlformats.org/drawingml/2006/main">
            <a:srgbClr val="353236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/>
        </p:txBody>
      </p:sp>
      <p:sp>
        <p:nvSpPr>
          <p:cNvPr id="1049484" name="Freeform 116">
            <a:extLst xmlns:a="http://schemas.openxmlformats.org/drawingml/2006/main">
              <a:ext uri="{FF2B5EF4-FFF2-40B4-BE49-F238E27FC236}">
                <a16:creationId xmlns:a16="http://schemas.microsoft.com/office/drawing/2014/main" id="{75CCBDC4-366B-4B3F-AEF7-0B43C22AA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72094" y="347207"/>
            <a:ext cx="93247" cy="170604"/>
          </a:xfrm>
          <a:custGeom xmlns:a="http://schemas.openxmlformats.org/drawingml/2006/main">
            <a:rect l="0" t="0" r="r" b="b"/>
            <a:pathLst>
              <a:path w="268" h="500">
                <a:moveTo>
                  <a:pt x="20" y="270"/>
                </a:moveTo>
                <a:lnTo>
                  <a:pt x="0" y="270"/>
                </a:lnTo>
                <a:lnTo>
                  <a:pt x="0" y="208"/>
                </a:lnTo>
                <a:lnTo>
                  <a:pt x="24" y="208"/>
                </a:lnTo>
                <a:lnTo>
                  <a:pt x="24" y="208"/>
                </a:lnTo>
                <a:lnTo>
                  <a:pt x="28" y="206"/>
                </a:lnTo>
                <a:lnTo>
                  <a:pt x="30" y="204"/>
                </a:lnTo>
                <a:lnTo>
                  <a:pt x="34" y="200"/>
                </a:lnTo>
                <a:lnTo>
                  <a:pt x="34" y="196"/>
                </a:lnTo>
                <a:lnTo>
                  <a:pt x="34" y="74"/>
                </a:lnTo>
                <a:lnTo>
                  <a:pt x="34" y="74"/>
                </a:lnTo>
                <a:lnTo>
                  <a:pt x="34" y="70"/>
                </a:lnTo>
                <a:lnTo>
                  <a:pt x="30" y="68"/>
                </a:lnTo>
                <a:lnTo>
                  <a:pt x="28" y="64"/>
                </a:lnTo>
                <a:lnTo>
                  <a:pt x="24" y="64"/>
                </a:lnTo>
                <a:lnTo>
                  <a:pt x="8" y="64"/>
                </a:lnTo>
                <a:lnTo>
                  <a:pt x="8" y="0"/>
                </a:lnTo>
                <a:lnTo>
                  <a:pt x="266" y="0"/>
                </a:lnTo>
                <a:lnTo>
                  <a:pt x="242" y="64"/>
                </a:lnTo>
                <a:lnTo>
                  <a:pt x="238" y="64"/>
                </a:lnTo>
                <a:lnTo>
                  <a:pt x="238" y="64"/>
                </a:lnTo>
                <a:lnTo>
                  <a:pt x="234" y="64"/>
                </a:lnTo>
                <a:lnTo>
                  <a:pt x="230" y="66"/>
                </a:lnTo>
                <a:lnTo>
                  <a:pt x="228" y="70"/>
                </a:lnTo>
                <a:lnTo>
                  <a:pt x="228" y="74"/>
                </a:lnTo>
                <a:lnTo>
                  <a:pt x="228" y="194"/>
                </a:lnTo>
                <a:lnTo>
                  <a:pt x="228" y="194"/>
                </a:lnTo>
                <a:lnTo>
                  <a:pt x="230" y="200"/>
                </a:lnTo>
                <a:lnTo>
                  <a:pt x="232" y="204"/>
                </a:lnTo>
                <a:lnTo>
                  <a:pt x="236" y="206"/>
                </a:lnTo>
                <a:lnTo>
                  <a:pt x="242" y="208"/>
                </a:lnTo>
                <a:lnTo>
                  <a:pt x="268" y="208"/>
                </a:lnTo>
                <a:lnTo>
                  <a:pt x="244" y="270"/>
                </a:lnTo>
                <a:lnTo>
                  <a:pt x="240" y="270"/>
                </a:lnTo>
                <a:lnTo>
                  <a:pt x="240" y="270"/>
                </a:lnTo>
                <a:lnTo>
                  <a:pt x="236" y="272"/>
                </a:lnTo>
                <a:lnTo>
                  <a:pt x="232" y="274"/>
                </a:lnTo>
                <a:lnTo>
                  <a:pt x="230" y="278"/>
                </a:lnTo>
                <a:lnTo>
                  <a:pt x="228" y="284"/>
                </a:lnTo>
                <a:lnTo>
                  <a:pt x="228" y="500"/>
                </a:lnTo>
                <a:lnTo>
                  <a:pt x="150" y="500"/>
                </a:lnTo>
                <a:lnTo>
                  <a:pt x="150" y="280"/>
                </a:lnTo>
                <a:lnTo>
                  <a:pt x="150" y="280"/>
                </a:lnTo>
                <a:lnTo>
                  <a:pt x="150" y="276"/>
                </a:lnTo>
                <a:lnTo>
                  <a:pt x="148" y="274"/>
                </a:lnTo>
                <a:lnTo>
                  <a:pt x="144" y="272"/>
                </a:lnTo>
                <a:lnTo>
                  <a:pt x="140" y="270"/>
                </a:lnTo>
                <a:lnTo>
                  <a:pt x="120" y="270"/>
                </a:lnTo>
                <a:lnTo>
                  <a:pt x="120" y="270"/>
                </a:lnTo>
                <a:lnTo>
                  <a:pt x="116" y="272"/>
                </a:lnTo>
                <a:lnTo>
                  <a:pt x="114" y="274"/>
                </a:lnTo>
                <a:lnTo>
                  <a:pt x="110" y="278"/>
                </a:lnTo>
                <a:lnTo>
                  <a:pt x="110" y="282"/>
                </a:lnTo>
                <a:lnTo>
                  <a:pt x="110" y="500"/>
                </a:lnTo>
                <a:lnTo>
                  <a:pt x="34" y="500"/>
                </a:lnTo>
                <a:lnTo>
                  <a:pt x="34" y="284"/>
                </a:lnTo>
                <a:lnTo>
                  <a:pt x="34" y="284"/>
                </a:lnTo>
                <a:lnTo>
                  <a:pt x="32" y="278"/>
                </a:lnTo>
                <a:lnTo>
                  <a:pt x="30" y="274"/>
                </a:lnTo>
                <a:lnTo>
                  <a:pt x="26" y="272"/>
                </a:lnTo>
                <a:lnTo>
                  <a:pt x="20" y="270"/>
                </a:lnTo>
                <a:lnTo>
                  <a:pt x="20" y="270"/>
                </a:lnTo>
                <a:close/>
                <a:moveTo>
                  <a:pt x="150" y="196"/>
                </a:moveTo>
                <a:lnTo>
                  <a:pt x="150" y="74"/>
                </a:lnTo>
                <a:lnTo>
                  <a:pt x="150" y="74"/>
                </a:lnTo>
                <a:lnTo>
                  <a:pt x="150" y="70"/>
                </a:lnTo>
                <a:lnTo>
                  <a:pt x="148" y="66"/>
                </a:lnTo>
                <a:lnTo>
                  <a:pt x="146" y="64"/>
                </a:lnTo>
                <a:lnTo>
                  <a:pt x="142" y="64"/>
                </a:lnTo>
                <a:lnTo>
                  <a:pt x="120" y="64"/>
                </a:lnTo>
                <a:lnTo>
                  <a:pt x="120" y="64"/>
                </a:lnTo>
                <a:lnTo>
                  <a:pt x="116" y="64"/>
                </a:lnTo>
                <a:lnTo>
                  <a:pt x="112" y="66"/>
                </a:lnTo>
                <a:lnTo>
                  <a:pt x="110" y="70"/>
                </a:lnTo>
                <a:lnTo>
                  <a:pt x="110" y="74"/>
                </a:lnTo>
                <a:lnTo>
                  <a:pt x="110" y="196"/>
                </a:lnTo>
                <a:lnTo>
                  <a:pt x="110" y="196"/>
                </a:lnTo>
                <a:lnTo>
                  <a:pt x="110" y="200"/>
                </a:lnTo>
                <a:lnTo>
                  <a:pt x="114" y="204"/>
                </a:lnTo>
                <a:lnTo>
                  <a:pt x="116" y="206"/>
                </a:lnTo>
                <a:lnTo>
                  <a:pt x="120" y="208"/>
                </a:lnTo>
                <a:lnTo>
                  <a:pt x="138" y="208"/>
                </a:lnTo>
                <a:lnTo>
                  <a:pt x="138" y="208"/>
                </a:lnTo>
                <a:lnTo>
                  <a:pt x="144" y="206"/>
                </a:lnTo>
                <a:lnTo>
                  <a:pt x="148" y="204"/>
                </a:lnTo>
                <a:lnTo>
                  <a:pt x="150" y="200"/>
                </a:lnTo>
                <a:lnTo>
                  <a:pt x="150" y="196"/>
                </a:lnTo>
                <a:lnTo>
                  <a:pt x="150" y="196"/>
                </a:lnTo>
                <a:close/>
              </a:path>
            </a:pathLst>
          </a:custGeom>
          <a:solidFill xmlns:a="http://schemas.openxmlformats.org/drawingml/2006/main">
            <a:srgbClr val="353236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/>
        </p:txBody>
      </p:sp>
      <p:sp>
        <p:nvSpPr>
          <p:cNvPr id="1049485" name="Freeform 117">
            <a:extLst xmlns:a="http://schemas.openxmlformats.org/drawingml/2006/main">
              <a:ext uri="{FF2B5EF4-FFF2-40B4-BE49-F238E27FC236}">
                <a16:creationId xmlns:a16="http://schemas.microsoft.com/office/drawing/2014/main" id="{D45D88C9-B222-4C63-AFCC-3B6155FD2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1477" y="355396"/>
            <a:ext cx="166313" cy="152861"/>
          </a:xfrm>
          <a:custGeom xmlns:a="http://schemas.openxmlformats.org/drawingml/2006/main">
            <a:rect l="0" t="0" r="r" b="b"/>
            <a:pathLst>
              <a:path w="478" h="448">
                <a:moveTo>
                  <a:pt x="172" y="64"/>
                </a:moveTo>
                <a:lnTo>
                  <a:pt x="2" y="64"/>
                </a:lnTo>
                <a:lnTo>
                  <a:pt x="2" y="0"/>
                </a:lnTo>
                <a:lnTo>
                  <a:pt x="474" y="0"/>
                </a:lnTo>
                <a:lnTo>
                  <a:pt x="444" y="64"/>
                </a:lnTo>
                <a:lnTo>
                  <a:pt x="306" y="64"/>
                </a:lnTo>
                <a:lnTo>
                  <a:pt x="306" y="64"/>
                </a:lnTo>
                <a:lnTo>
                  <a:pt x="298" y="66"/>
                </a:lnTo>
                <a:lnTo>
                  <a:pt x="292" y="70"/>
                </a:lnTo>
                <a:lnTo>
                  <a:pt x="288" y="76"/>
                </a:lnTo>
                <a:lnTo>
                  <a:pt x="286" y="84"/>
                </a:lnTo>
                <a:lnTo>
                  <a:pt x="286" y="368"/>
                </a:lnTo>
                <a:lnTo>
                  <a:pt x="286" y="368"/>
                </a:lnTo>
                <a:lnTo>
                  <a:pt x="288" y="374"/>
                </a:lnTo>
                <a:lnTo>
                  <a:pt x="290" y="378"/>
                </a:lnTo>
                <a:lnTo>
                  <a:pt x="296" y="382"/>
                </a:lnTo>
                <a:lnTo>
                  <a:pt x="302" y="382"/>
                </a:lnTo>
                <a:lnTo>
                  <a:pt x="478" y="382"/>
                </a:lnTo>
                <a:lnTo>
                  <a:pt x="446" y="448"/>
                </a:lnTo>
                <a:lnTo>
                  <a:pt x="0" y="448"/>
                </a:lnTo>
                <a:lnTo>
                  <a:pt x="0" y="382"/>
                </a:lnTo>
                <a:lnTo>
                  <a:pt x="172" y="382"/>
                </a:lnTo>
                <a:lnTo>
                  <a:pt x="172" y="382"/>
                </a:lnTo>
                <a:lnTo>
                  <a:pt x="180" y="382"/>
                </a:lnTo>
                <a:lnTo>
                  <a:pt x="186" y="378"/>
                </a:lnTo>
                <a:lnTo>
                  <a:pt x="190" y="372"/>
                </a:lnTo>
                <a:lnTo>
                  <a:pt x="192" y="364"/>
                </a:lnTo>
                <a:lnTo>
                  <a:pt x="192" y="84"/>
                </a:lnTo>
                <a:lnTo>
                  <a:pt x="192" y="84"/>
                </a:lnTo>
                <a:lnTo>
                  <a:pt x="190" y="76"/>
                </a:lnTo>
                <a:lnTo>
                  <a:pt x="186" y="70"/>
                </a:lnTo>
                <a:lnTo>
                  <a:pt x="180" y="66"/>
                </a:lnTo>
                <a:lnTo>
                  <a:pt x="172" y="64"/>
                </a:lnTo>
                <a:lnTo>
                  <a:pt x="172" y="64"/>
                </a:lnTo>
                <a:close/>
              </a:path>
            </a:pathLst>
          </a:custGeom>
          <a:solidFill xmlns:a="http://schemas.openxmlformats.org/drawingml/2006/main">
            <a:srgbClr val="353236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/>
        </p:txBody>
      </p:sp>
      <p:sp>
        <p:nvSpPr>
          <p:cNvPr id="1049486" name="Line 118">
            <a:extLst xmlns:a="http://schemas.openxmlformats.org/drawingml/2006/main">
              <a:ext uri="{FF2B5EF4-FFF2-40B4-BE49-F238E27FC236}">
                <a16:creationId xmlns:a16="http://schemas.microsoft.com/office/drawing/2014/main" id="{6ABB5FAC-7D98-4BB3-AA5F-9E8FBE853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55756" y="414766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/>
        </p:txBody>
      </p:sp>
      <p:sp>
        <p:nvSpPr>
          <p:cNvPr id="1049487" name="Line 119">
            <a:extLst xmlns:a="http://schemas.openxmlformats.org/drawingml/2006/main">
              <a:ext uri="{FF2B5EF4-FFF2-40B4-BE49-F238E27FC236}">
                <a16:creationId xmlns:a16="http://schemas.microsoft.com/office/drawing/2014/main" id="{140F28ED-E0A0-4DEC-A7C7-4A9D1DB2E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55756" y="414766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/>
        </p:txBody>
      </p:sp>
      <p:sp>
        <p:nvSpPr>
          <p:cNvPr id="1049488" name="Freeform 120">
            <a:extLst xmlns:a="http://schemas.openxmlformats.org/drawingml/2006/main">
              <a:ext uri="{FF2B5EF4-FFF2-40B4-BE49-F238E27FC236}">
                <a16:creationId xmlns:a16="http://schemas.microsoft.com/office/drawing/2014/main" id="{D16CC9EA-A161-4EC1-8BB5-900F20B1E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49493" y="347207"/>
            <a:ext cx="84200" cy="170604"/>
          </a:xfrm>
          <a:custGeom xmlns:a="http://schemas.openxmlformats.org/drawingml/2006/main">
            <a:rect l="0" t="0" r="r" b="b"/>
            <a:pathLst>
              <a:path w="242" h="500">
                <a:moveTo>
                  <a:pt x="156" y="188"/>
                </a:moveTo>
                <a:lnTo>
                  <a:pt x="156" y="500"/>
                </a:lnTo>
                <a:lnTo>
                  <a:pt x="88" y="500"/>
                </a:lnTo>
                <a:lnTo>
                  <a:pt x="88" y="188"/>
                </a:lnTo>
                <a:lnTo>
                  <a:pt x="88" y="188"/>
                </a:lnTo>
                <a:lnTo>
                  <a:pt x="86" y="182"/>
                </a:lnTo>
                <a:lnTo>
                  <a:pt x="84" y="178"/>
                </a:lnTo>
                <a:lnTo>
                  <a:pt x="78" y="174"/>
                </a:lnTo>
                <a:lnTo>
                  <a:pt x="74" y="174"/>
                </a:lnTo>
                <a:lnTo>
                  <a:pt x="0" y="174"/>
                </a:lnTo>
                <a:lnTo>
                  <a:pt x="0" y="116"/>
                </a:lnTo>
                <a:lnTo>
                  <a:pt x="74" y="116"/>
                </a:lnTo>
                <a:lnTo>
                  <a:pt x="74" y="116"/>
                </a:lnTo>
                <a:lnTo>
                  <a:pt x="80" y="114"/>
                </a:lnTo>
                <a:lnTo>
                  <a:pt x="84" y="112"/>
                </a:lnTo>
                <a:lnTo>
                  <a:pt x="86" y="108"/>
                </a:lnTo>
                <a:lnTo>
                  <a:pt x="88" y="102"/>
                </a:lnTo>
                <a:lnTo>
                  <a:pt x="88" y="88"/>
                </a:lnTo>
                <a:lnTo>
                  <a:pt x="88" y="88"/>
                </a:lnTo>
                <a:lnTo>
                  <a:pt x="86" y="84"/>
                </a:lnTo>
                <a:lnTo>
                  <a:pt x="84" y="80"/>
                </a:lnTo>
                <a:lnTo>
                  <a:pt x="80" y="78"/>
                </a:lnTo>
                <a:lnTo>
                  <a:pt x="76" y="78"/>
                </a:lnTo>
                <a:lnTo>
                  <a:pt x="4" y="84"/>
                </a:lnTo>
                <a:lnTo>
                  <a:pt x="4" y="22"/>
                </a:lnTo>
                <a:lnTo>
                  <a:pt x="242" y="0"/>
                </a:lnTo>
                <a:lnTo>
                  <a:pt x="226" y="62"/>
                </a:lnTo>
                <a:lnTo>
                  <a:pt x="170" y="68"/>
                </a:lnTo>
                <a:lnTo>
                  <a:pt x="170" y="68"/>
                </a:lnTo>
                <a:lnTo>
                  <a:pt x="164" y="70"/>
                </a:lnTo>
                <a:lnTo>
                  <a:pt x="160" y="74"/>
                </a:lnTo>
                <a:lnTo>
                  <a:pt x="158" y="78"/>
                </a:lnTo>
                <a:lnTo>
                  <a:pt x="156" y="84"/>
                </a:lnTo>
                <a:lnTo>
                  <a:pt x="156" y="100"/>
                </a:lnTo>
                <a:lnTo>
                  <a:pt x="156" y="100"/>
                </a:lnTo>
                <a:lnTo>
                  <a:pt x="158" y="106"/>
                </a:lnTo>
                <a:lnTo>
                  <a:pt x="160" y="110"/>
                </a:lnTo>
                <a:lnTo>
                  <a:pt x="166" y="114"/>
                </a:lnTo>
                <a:lnTo>
                  <a:pt x="172" y="116"/>
                </a:lnTo>
                <a:lnTo>
                  <a:pt x="242" y="116"/>
                </a:lnTo>
                <a:lnTo>
                  <a:pt x="216" y="174"/>
                </a:lnTo>
                <a:lnTo>
                  <a:pt x="170" y="174"/>
                </a:lnTo>
                <a:lnTo>
                  <a:pt x="170" y="174"/>
                </a:lnTo>
                <a:lnTo>
                  <a:pt x="166" y="174"/>
                </a:lnTo>
                <a:lnTo>
                  <a:pt x="160" y="178"/>
                </a:lnTo>
                <a:lnTo>
                  <a:pt x="158" y="182"/>
                </a:lnTo>
                <a:lnTo>
                  <a:pt x="156" y="188"/>
                </a:lnTo>
                <a:lnTo>
                  <a:pt x="156" y="188"/>
                </a:lnTo>
                <a:close/>
              </a:path>
            </a:pathLst>
          </a:custGeom>
          <a:solidFill xmlns:a="http://schemas.openxmlformats.org/drawingml/2006/main">
            <a:srgbClr val="353236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/>
        </p:txBody>
      </p:sp>
      <p:sp>
        <p:nvSpPr>
          <p:cNvPr id="1049489" name="Freeform 121">
            <a:extLst xmlns:a="http://schemas.openxmlformats.org/drawingml/2006/main">
              <a:ext uri="{FF2B5EF4-FFF2-40B4-BE49-F238E27FC236}">
                <a16:creationId xmlns:a16="http://schemas.microsoft.com/office/drawing/2014/main" id="{1302A405-9401-4B70-8A5F-AD66B9A51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35781" y="347207"/>
            <a:ext cx="82113" cy="170604"/>
          </a:xfrm>
          <a:custGeom xmlns:a="http://schemas.openxmlformats.org/drawingml/2006/main">
            <a:rect l="0" t="0" r="r" b="b"/>
            <a:pathLst>
              <a:path w="236" h="500">
                <a:moveTo>
                  <a:pt x="130" y="0"/>
                </a:moveTo>
                <a:lnTo>
                  <a:pt x="202" y="0"/>
                </a:lnTo>
                <a:lnTo>
                  <a:pt x="202" y="342"/>
                </a:lnTo>
                <a:lnTo>
                  <a:pt x="202" y="342"/>
                </a:lnTo>
                <a:lnTo>
                  <a:pt x="202" y="346"/>
                </a:lnTo>
                <a:lnTo>
                  <a:pt x="204" y="348"/>
                </a:lnTo>
                <a:lnTo>
                  <a:pt x="208" y="350"/>
                </a:lnTo>
                <a:lnTo>
                  <a:pt x="212" y="352"/>
                </a:lnTo>
                <a:lnTo>
                  <a:pt x="236" y="350"/>
                </a:lnTo>
                <a:lnTo>
                  <a:pt x="216" y="412"/>
                </a:lnTo>
                <a:lnTo>
                  <a:pt x="210" y="412"/>
                </a:lnTo>
                <a:lnTo>
                  <a:pt x="210" y="412"/>
                </a:lnTo>
                <a:lnTo>
                  <a:pt x="206" y="412"/>
                </a:lnTo>
                <a:lnTo>
                  <a:pt x="204" y="414"/>
                </a:lnTo>
                <a:lnTo>
                  <a:pt x="202" y="418"/>
                </a:lnTo>
                <a:lnTo>
                  <a:pt x="202" y="420"/>
                </a:lnTo>
                <a:lnTo>
                  <a:pt x="202" y="500"/>
                </a:lnTo>
                <a:lnTo>
                  <a:pt x="130" y="500"/>
                </a:lnTo>
                <a:lnTo>
                  <a:pt x="130" y="426"/>
                </a:lnTo>
                <a:lnTo>
                  <a:pt x="130" y="426"/>
                </a:lnTo>
                <a:lnTo>
                  <a:pt x="128" y="422"/>
                </a:lnTo>
                <a:lnTo>
                  <a:pt x="126" y="418"/>
                </a:lnTo>
                <a:lnTo>
                  <a:pt x="122" y="416"/>
                </a:lnTo>
                <a:lnTo>
                  <a:pt x="118" y="416"/>
                </a:lnTo>
                <a:lnTo>
                  <a:pt x="0" y="424"/>
                </a:lnTo>
                <a:lnTo>
                  <a:pt x="0" y="364"/>
                </a:lnTo>
                <a:lnTo>
                  <a:pt x="118" y="356"/>
                </a:lnTo>
                <a:lnTo>
                  <a:pt x="118" y="356"/>
                </a:lnTo>
                <a:lnTo>
                  <a:pt x="122" y="354"/>
                </a:lnTo>
                <a:lnTo>
                  <a:pt x="126" y="352"/>
                </a:lnTo>
                <a:lnTo>
                  <a:pt x="128" y="348"/>
                </a:lnTo>
                <a:lnTo>
                  <a:pt x="130" y="344"/>
                </a:lnTo>
                <a:lnTo>
                  <a:pt x="130" y="0"/>
                </a:lnTo>
                <a:close/>
              </a:path>
            </a:pathLst>
          </a:custGeom>
          <a:solidFill xmlns:a="http://schemas.openxmlformats.org/drawingml/2006/main">
            <a:srgbClr val="353236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/>
        </p:txBody>
      </p:sp>
      <p:sp>
        <p:nvSpPr>
          <p:cNvPr id="1049490" name="Freeform 122">
            <a:extLst xmlns:a="http://schemas.openxmlformats.org/drawingml/2006/main">
              <a:ext uri="{FF2B5EF4-FFF2-40B4-BE49-F238E27FC236}">
                <a16:creationId xmlns:a16="http://schemas.microsoft.com/office/drawing/2014/main" id="{4669FD4A-BC3C-495C-8B1F-7DA7B4ADA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42740" y="364950"/>
            <a:ext cx="30618" cy="36168"/>
          </a:xfrm>
          <a:custGeom xmlns:a="http://schemas.openxmlformats.org/drawingml/2006/main">
            <a:rect l="0" t="0" r="r" b="b"/>
            <a:pathLst>
              <a:path w="88" h="106">
                <a:moveTo>
                  <a:pt x="0" y="0"/>
                </a:moveTo>
                <a:lnTo>
                  <a:pt x="0" y="62"/>
                </a:lnTo>
                <a:lnTo>
                  <a:pt x="88" y="106"/>
                </a:lnTo>
                <a:lnTo>
                  <a:pt x="88" y="4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53236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/>
        </p:txBody>
      </p:sp>
      <p:sp>
        <p:nvSpPr>
          <p:cNvPr id="1049491" name="Freeform 123">
            <a:extLst xmlns:a="http://schemas.openxmlformats.org/drawingml/2006/main">
              <a:ext uri="{FF2B5EF4-FFF2-40B4-BE49-F238E27FC236}">
                <a16:creationId xmlns:a16="http://schemas.microsoft.com/office/drawing/2014/main" id="{E9DBAFD4-C80E-498B-8C55-9FF323F9E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42740" y="408625"/>
            <a:ext cx="30618" cy="36168"/>
          </a:xfrm>
          <a:custGeom xmlns:a="http://schemas.openxmlformats.org/drawingml/2006/main">
            <a:rect l="0" t="0" r="r" b="b"/>
            <a:pathLst>
              <a:path w="88" h="106">
                <a:moveTo>
                  <a:pt x="0" y="0"/>
                </a:moveTo>
                <a:lnTo>
                  <a:pt x="0" y="62"/>
                </a:lnTo>
                <a:lnTo>
                  <a:pt x="88" y="106"/>
                </a:lnTo>
                <a:lnTo>
                  <a:pt x="88" y="4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53236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/>
        </p:txBody>
      </p:sp>
      <p:sp>
        <p:nvSpPr>
          <p:cNvPr id="1049492" name="Rectangle 124">
            <a:extLst xmlns:a="http://schemas.openxmlformats.org/drawingml/2006/main">
              <a:ext uri="{FF2B5EF4-FFF2-40B4-BE49-F238E27FC236}">
                <a16:creationId xmlns:a16="http://schemas.microsoft.com/office/drawing/2014/main" id="{A1008E2E-1689-4DEF-B1B1-AB09634EE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52972" y="414766"/>
            <a:ext cx="22267" cy="934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3236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/>
        </p:txBody>
      </p:sp>
      <p:sp>
        <p:nvSpPr>
          <p:cNvPr id="1049493" name="Rectangle 125">
            <a:extLst xmlns:a="http://schemas.openxmlformats.org/drawingml/2006/main">
              <a:ext uri="{FF2B5EF4-FFF2-40B4-BE49-F238E27FC236}">
                <a16:creationId xmlns:a16="http://schemas.microsoft.com/office/drawing/2014/main" id="{C58F9831-2D5B-4B4D-9A0B-B28ADF075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8642" y="414766"/>
            <a:ext cx="21572" cy="934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3236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/>
        </p:txBody>
      </p:sp>
      <p:sp>
        <p:nvSpPr>
          <p:cNvPr id="1049494" name="Freeform 126">
            <a:extLst xmlns:a="http://schemas.openxmlformats.org/drawingml/2006/main">
              <a:ext uri="{FF2B5EF4-FFF2-40B4-BE49-F238E27FC236}">
                <a16:creationId xmlns:a16="http://schemas.microsoft.com/office/drawing/2014/main" id="{22F32D26-852D-45D0-998C-94EBD9C2A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16581" y="347207"/>
            <a:ext cx="79329" cy="170604"/>
          </a:xfrm>
          <a:custGeom xmlns:a="http://schemas.openxmlformats.org/drawingml/2006/main">
            <a:rect l="0" t="0" r="r" b="b"/>
            <a:pathLst>
              <a:path w="228" h="500">
                <a:moveTo>
                  <a:pt x="104" y="98"/>
                </a:moveTo>
                <a:lnTo>
                  <a:pt x="228" y="76"/>
                </a:lnTo>
                <a:lnTo>
                  <a:pt x="212" y="154"/>
                </a:lnTo>
                <a:lnTo>
                  <a:pt x="102" y="170"/>
                </a:lnTo>
                <a:lnTo>
                  <a:pt x="102" y="170"/>
                </a:lnTo>
                <a:lnTo>
                  <a:pt x="96" y="172"/>
                </a:lnTo>
                <a:lnTo>
                  <a:pt x="92" y="176"/>
                </a:lnTo>
                <a:lnTo>
                  <a:pt x="88" y="182"/>
                </a:lnTo>
                <a:lnTo>
                  <a:pt x="88" y="188"/>
                </a:lnTo>
                <a:lnTo>
                  <a:pt x="88" y="422"/>
                </a:lnTo>
                <a:lnTo>
                  <a:pt x="88" y="422"/>
                </a:lnTo>
                <a:lnTo>
                  <a:pt x="88" y="426"/>
                </a:lnTo>
                <a:lnTo>
                  <a:pt x="92" y="432"/>
                </a:lnTo>
                <a:lnTo>
                  <a:pt x="96" y="436"/>
                </a:lnTo>
                <a:lnTo>
                  <a:pt x="102" y="436"/>
                </a:lnTo>
                <a:lnTo>
                  <a:pt x="222" y="436"/>
                </a:lnTo>
                <a:lnTo>
                  <a:pt x="192" y="500"/>
                </a:lnTo>
                <a:lnTo>
                  <a:pt x="38" y="500"/>
                </a:lnTo>
                <a:lnTo>
                  <a:pt x="38" y="500"/>
                </a:lnTo>
                <a:lnTo>
                  <a:pt x="30" y="500"/>
                </a:lnTo>
                <a:lnTo>
                  <a:pt x="24" y="498"/>
                </a:lnTo>
                <a:lnTo>
                  <a:pt x="18" y="494"/>
                </a:lnTo>
                <a:lnTo>
                  <a:pt x="12" y="490"/>
                </a:lnTo>
                <a:lnTo>
                  <a:pt x="6" y="484"/>
                </a:lnTo>
                <a:lnTo>
                  <a:pt x="4" y="478"/>
                </a:lnTo>
                <a:lnTo>
                  <a:pt x="0" y="470"/>
                </a:lnTo>
                <a:lnTo>
                  <a:pt x="0" y="462"/>
                </a:lnTo>
                <a:lnTo>
                  <a:pt x="0" y="0"/>
                </a:lnTo>
                <a:lnTo>
                  <a:pt x="88" y="0"/>
                </a:lnTo>
                <a:lnTo>
                  <a:pt x="88" y="84"/>
                </a:lnTo>
                <a:lnTo>
                  <a:pt x="88" y="84"/>
                </a:lnTo>
                <a:lnTo>
                  <a:pt x="88" y="90"/>
                </a:lnTo>
                <a:lnTo>
                  <a:pt x="92" y="94"/>
                </a:lnTo>
                <a:lnTo>
                  <a:pt x="98" y="96"/>
                </a:lnTo>
                <a:lnTo>
                  <a:pt x="104" y="98"/>
                </a:lnTo>
                <a:lnTo>
                  <a:pt x="104" y="98"/>
                </a:lnTo>
                <a:close/>
              </a:path>
            </a:pathLst>
          </a:custGeom>
          <a:solidFill xmlns:a="http://schemas.openxmlformats.org/drawingml/2006/main">
            <a:srgbClr val="353236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/>
        </p:txBody>
      </p:sp>
      <p:sp>
        <p:nvSpPr>
          <p:cNvPr id="1049495" name="Freeform 127">
            <a:extLst xmlns:a="http://schemas.openxmlformats.org/drawingml/2006/main">
              <a:ext uri="{FF2B5EF4-FFF2-40B4-BE49-F238E27FC236}">
                <a16:creationId xmlns:a16="http://schemas.microsoft.com/office/drawing/2014/main" id="{CDFFF420-3F20-45AE-8F8F-2E9ABEC6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6813" y="347207"/>
            <a:ext cx="73066" cy="170604"/>
          </a:xfrm>
          <a:custGeom xmlns:a="http://schemas.openxmlformats.org/drawingml/2006/main">
            <a:rect l="0" t="0" r="r" b="b"/>
            <a:pathLst>
              <a:path w="210" h="500">
                <a:moveTo>
                  <a:pt x="122" y="0"/>
                </a:moveTo>
                <a:lnTo>
                  <a:pt x="122" y="80"/>
                </a:lnTo>
                <a:lnTo>
                  <a:pt x="122" y="80"/>
                </a:lnTo>
                <a:lnTo>
                  <a:pt x="122" y="86"/>
                </a:lnTo>
                <a:lnTo>
                  <a:pt x="118" y="92"/>
                </a:lnTo>
                <a:lnTo>
                  <a:pt x="114" y="94"/>
                </a:lnTo>
                <a:lnTo>
                  <a:pt x="108" y="96"/>
                </a:lnTo>
                <a:lnTo>
                  <a:pt x="0" y="96"/>
                </a:lnTo>
                <a:lnTo>
                  <a:pt x="0" y="160"/>
                </a:lnTo>
                <a:lnTo>
                  <a:pt x="108" y="160"/>
                </a:lnTo>
                <a:lnTo>
                  <a:pt x="108" y="160"/>
                </a:lnTo>
                <a:lnTo>
                  <a:pt x="114" y="162"/>
                </a:lnTo>
                <a:lnTo>
                  <a:pt x="120" y="164"/>
                </a:lnTo>
                <a:lnTo>
                  <a:pt x="122" y="170"/>
                </a:lnTo>
                <a:lnTo>
                  <a:pt x="124" y="176"/>
                </a:lnTo>
                <a:lnTo>
                  <a:pt x="124" y="418"/>
                </a:lnTo>
                <a:lnTo>
                  <a:pt x="124" y="418"/>
                </a:lnTo>
                <a:lnTo>
                  <a:pt x="122" y="424"/>
                </a:lnTo>
                <a:lnTo>
                  <a:pt x="118" y="430"/>
                </a:lnTo>
                <a:lnTo>
                  <a:pt x="112" y="434"/>
                </a:lnTo>
                <a:lnTo>
                  <a:pt x="104" y="436"/>
                </a:lnTo>
                <a:lnTo>
                  <a:pt x="2" y="436"/>
                </a:lnTo>
                <a:lnTo>
                  <a:pt x="2" y="500"/>
                </a:lnTo>
                <a:lnTo>
                  <a:pt x="170" y="500"/>
                </a:lnTo>
                <a:lnTo>
                  <a:pt x="170" y="500"/>
                </a:lnTo>
                <a:lnTo>
                  <a:pt x="178" y="500"/>
                </a:lnTo>
                <a:lnTo>
                  <a:pt x="186" y="498"/>
                </a:lnTo>
                <a:lnTo>
                  <a:pt x="192" y="492"/>
                </a:lnTo>
                <a:lnTo>
                  <a:pt x="198" y="488"/>
                </a:lnTo>
                <a:lnTo>
                  <a:pt x="204" y="480"/>
                </a:lnTo>
                <a:lnTo>
                  <a:pt x="208" y="470"/>
                </a:lnTo>
                <a:lnTo>
                  <a:pt x="210" y="460"/>
                </a:lnTo>
                <a:lnTo>
                  <a:pt x="210" y="448"/>
                </a:lnTo>
                <a:lnTo>
                  <a:pt x="210" y="0"/>
                </a:lnTo>
                <a:lnTo>
                  <a:pt x="122" y="0"/>
                </a:lnTo>
                <a:close/>
              </a:path>
            </a:pathLst>
          </a:custGeom>
          <a:solidFill xmlns:a="http://schemas.openxmlformats.org/drawingml/2006/main">
            <a:srgbClr val="353236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/>
        </p:txBody>
      </p:sp>
      <p:sp>
        <p:nvSpPr>
          <p:cNvPr id="1049496" name="Rectangle 128">
            <a:extLst xmlns:a="http://schemas.openxmlformats.org/drawingml/2006/main">
              <a:ext uri="{FF2B5EF4-FFF2-40B4-BE49-F238E27FC236}">
                <a16:creationId xmlns:a16="http://schemas.microsoft.com/office/drawing/2014/main" id="{77A6A413-37B8-4A56-ACE3-A56D98AE3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8721" y="558074"/>
            <a:ext cx="4871" cy="436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/>
        </p:txBody>
      </p:sp>
      <p:sp>
        <p:nvSpPr>
          <p:cNvPr id="1049497" name="Freeform 129">
            <a:extLst xmlns:a="http://schemas.openxmlformats.org/drawingml/2006/main">
              <a:ext uri="{FF2B5EF4-FFF2-40B4-BE49-F238E27FC236}">
                <a16:creationId xmlns:a16="http://schemas.microsoft.com/office/drawing/2014/main" id="{56754EF3-14EC-46AF-A657-0566D0FDE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19855" y="569675"/>
            <a:ext cx="21572" cy="32073"/>
          </a:xfrm>
          <a:custGeom xmlns:a="http://schemas.openxmlformats.org/drawingml/2006/main">
            <a:rect l="0" t="0" r="r" b="b"/>
            <a:pathLst>
              <a:path w="62" h="94">
                <a:moveTo>
                  <a:pt x="0" y="94"/>
                </a:moveTo>
                <a:lnTo>
                  <a:pt x="0" y="2"/>
                </a:lnTo>
                <a:lnTo>
                  <a:pt x="12" y="2"/>
                </a:lnTo>
                <a:lnTo>
                  <a:pt x="12" y="14"/>
                </a:lnTo>
                <a:lnTo>
                  <a:pt x="12" y="14"/>
                </a:lnTo>
                <a:lnTo>
                  <a:pt x="16" y="8"/>
                </a:lnTo>
                <a:lnTo>
                  <a:pt x="22" y="4"/>
                </a:lnTo>
                <a:lnTo>
                  <a:pt x="22" y="4"/>
                </a:lnTo>
                <a:lnTo>
                  <a:pt x="28" y="0"/>
                </a:lnTo>
                <a:lnTo>
                  <a:pt x="36" y="0"/>
                </a:lnTo>
                <a:lnTo>
                  <a:pt x="36" y="0"/>
                </a:lnTo>
                <a:lnTo>
                  <a:pt x="42" y="0"/>
                </a:lnTo>
                <a:lnTo>
                  <a:pt x="46" y="2"/>
                </a:lnTo>
                <a:lnTo>
                  <a:pt x="46" y="2"/>
                </a:lnTo>
                <a:lnTo>
                  <a:pt x="56" y="8"/>
                </a:lnTo>
                <a:lnTo>
                  <a:pt x="56" y="8"/>
                </a:lnTo>
                <a:lnTo>
                  <a:pt x="58" y="12"/>
                </a:lnTo>
                <a:lnTo>
                  <a:pt x="60" y="18"/>
                </a:lnTo>
                <a:lnTo>
                  <a:pt x="60" y="18"/>
                </a:lnTo>
                <a:lnTo>
                  <a:pt x="62" y="36"/>
                </a:lnTo>
                <a:lnTo>
                  <a:pt x="62" y="94"/>
                </a:lnTo>
                <a:lnTo>
                  <a:pt x="48" y="94"/>
                </a:lnTo>
                <a:lnTo>
                  <a:pt x="48" y="38"/>
                </a:lnTo>
                <a:lnTo>
                  <a:pt x="48" y="38"/>
                </a:lnTo>
                <a:lnTo>
                  <a:pt x="48" y="22"/>
                </a:lnTo>
                <a:lnTo>
                  <a:pt x="48" y="22"/>
                </a:lnTo>
                <a:lnTo>
                  <a:pt x="44" y="18"/>
                </a:lnTo>
                <a:lnTo>
                  <a:pt x="42" y="16"/>
                </a:lnTo>
                <a:lnTo>
                  <a:pt x="42" y="16"/>
                </a:lnTo>
                <a:lnTo>
                  <a:pt x="38" y="14"/>
                </a:lnTo>
                <a:lnTo>
                  <a:pt x="34" y="12"/>
                </a:lnTo>
                <a:lnTo>
                  <a:pt x="34" y="12"/>
                </a:lnTo>
                <a:lnTo>
                  <a:pt x="24" y="14"/>
                </a:lnTo>
                <a:lnTo>
                  <a:pt x="18" y="20"/>
                </a:lnTo>
                <a:lnTo>
                  <a:pt x="18" y="20"/>
                </a:lnTo>
                <a:lnTo>
                  <a:pt x="14" y="28"/>
                </a:lnTo>
                <a:lnTo>
                  <a:pt x="14" y="44"/>
                </a:lnTo>
                <a:lnTo>
                  <a:pt x="14" y="94"/>
                </a:lnTo>
                <a:lnTo>
                  <a:pt x="0" y="94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/>
        </p:txBody>
      </p:sp>
      <p:sp>
        <p:nvSpPr>
          <p:cNvPr id="1049498" name="Freeform 130">
            <a:extLst xmlns:a="http://schemas.openxmlformats.org/drawingml/2006/main">
              <a:ext uri="{FF2B5EF4-FFF2-40B4-BE49-F238E27FC236}">
                <a16:creationId xmlns:a16="http://schemas.microsoft.com/office/drawing/2014/main" id="{85AC7DD0-F348-4BB5-BFD0-A7749AA5B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44906" y="569675"/>
            <a:ext cx="21572" cy="32756"/>
          </a:xfrm>
          <a:custGeom xmlns:a="http://schemas.openxmlformats.org/drawingml/2006/main">
            <a:rect l="0" t="0" r="r" b="b"/>
            <a:pathLst>
              <a:path w="62" h="96">
                <a:moveTo>
                  <a:pt x="0" y="66"/>
                </a:moveTo>
                <a:lnTo>
                  <a:pt x="12" y="64"/>
                </a:lnTo>
                <a:lnTo>
                  <a:pt x="12" y="64"/>
                </a:lnTo>
                <a:lnTo>
                  <a:pt x="14" y="72"/>
                </a:lnTo>
                <a:lnTo>
                  <a:pt x="18" y="78"/>
                </a:lnTo>
                <a:lnTo>
                  <a:pt x="18" y="78"/>
                </a:lnTo>
                <a:lnTo>
                  <a:pt x="24" y="82"/>
                </a:lnTo>
                <a:lnTo>
                  <a:pt x="32" y="82"/>
                </a:lnTo>
                <a:lnTo>
                  <a:pt x="32" y="82"/>
                </a:lnTo>
                <a:lnTo>
                  <a:pt x="40" y="82"/>
                </a:lnTo>
                <a:lnTo>
                  <a:pt x="44" y="78"/>
                </a:lnTo>
                <a:lnTo>
                  <a:pt x="44" y="78"/>
                </a:lnTo>
                <a:lnTo>
                  <a:pt x="48" y="74"/>
                </a:lnTo>
                <a:lnTo>
                  <a:pt x="50" y="68"/>
                </a:lnTo>
                <a:lnTo>
                  <a:pt x="50" y="68"/>
                </a:lnTo>
                <a:lnTo>
                  <a:pt x="48" y="64"/>
                </a:lnTo>
                <a:lnTo>
                  <a:pt x="46" y="60"/>
                </a:lnTo>
                <a:lnTo>
                  <a:pt x="46" y="60"/>
                </a:lnTo>
                <a:lnTo>
                  <a:pt x="32" y="54"/>
                </a:lnTo>
                <a:lnTo>
                  <a:pt x="32" y="54"/>
                </a:lnTo>
                <a:lnTo>
                  <a:pt x="12" y="46"/>
                </a:lnTo>
                <a:lnTo>
                  <a:pt x="12" y="46"/>
                </a:lnTo>
                <a:lnTo>
                  <a:pt x="8" y="42"/>
                </a:lnTo>
                <a:lnTo>
                  <a:pt x="4" y="38"/>
                </a:lnTo>
                <a:lnTo>
                  <a:pt x="4" y="38"/>
                </a:lnTo>
                <a:lnTo>
                  <a:pt x="2" y="32"/>
                </a:lnTo>
                <a:lnTo>
                  <a:pt x="2" y="26"/>
                </a:lnTo>
                <a:lnTo>
                  <a:pt x="2" y="26"/>
                </a:lnTo>
                <a:lnTo>
                  <a:pt x="4" y="16"/>
                </a:lnTo>
                <a:lnTo>
                  <a:pt x="10" y="6"/>
                </a:lnTo>
                <a:lnTo>
                  <a:pt x="10" y="6"/>
                </a:lnTo>
                <a:lnTo>
                  <a:pt x="18" y="2"/>
                </a:lnTo>
                <a:lnTo>
                  <a:pt x="30" y="0"/>
                </a:lnTo>
                <a:lnTo>
                  <a:pt x="30" y="0"/>
                </a:lnTo>
                <a:lnTo>
                  <a:pt x="38" y="0"/>
                </a:lnTo>
                <a:lnTo>
                  <a:pt x="46" y="2"/>
                </a:lnTo>
                <a:lnTo>
                  <a:pt x="46" y="2"/>
                </a:lnTo>
                <a:lnTo>
                  <a:pt x="50" y="6"/>
                </a:lnTo>
                <a:lnTo>
                  <a:pt x="54" y="10"/>
                </a:lnTo>
                <a:lnTo>
                  <a:pt x="54" y="10"/>
                </a:lnTo>
                <a:lnTo>
                  <a:pt x="58" y="16"/>
                </a:lnTo>
                <a:lnTo>
                  <a:pt x="60" y="26"/>
                </a:lnTo>
                <a:lnTo>
                  <a:pt x="46" y="28"/>
                </a:lnTo>
                <a:lnTo>
                  <a:pt x="46" y="28"/>
                </a:lnTo>
                <a:lnTo>
                  <a:pt x="46" y="20"/>
                </a:lnTo>
                <a:lnTo>
                  <a:pt x="42" y="16"/>
                </a:lnTo>
                <a:lnTo>
                  <a:pt x="38" y="14"/>
                </a:lnTo>
                <a:lnTo>
                  <a:pt x="30" y="12"/>
                </a:lnTo>
                <a:lnTo>
                  <a:pt x="30" y="12"/>
                </a:lnTo>
                <a:lnTo>
                  <a:pt x="24" y="12"/>
                </a:lnTo>
                <a:lnTo>
                  <a:pt x="18" y="16"/>
                </a:lnTo>
                <a:lnTo>
                  <a:pt x="18" y="16"/>
                </a:lnTo>
                <a:lnTo>
                  <a:pt x="16" y="20"/>
                </a:lnTo>
                <a:lnTo>
                  <a:pt x="14" y="24"/>
                </a:lnTo>
                <a:lnTo>
                  <a:pt x="14" y="24"/>
                </a:lnTo>
                <a:lnTo>
                  <a:pt x="16" y="28"/>
                </a:lnTo>
                <a:lnTo>
                  <a:pt x="18" y="32"/>
                </a:lnTo>
                <a:lnTo>
                  <a:pt x="18" y="32"/>
                </a:lnTo>
                <a:lnTo>
                  <a:pt x="32" y="38"/>
                </a:lnTo>
                <a:lnTo>
                  <a:pt x="32" y="38"/>
                </a:lnTo>
                <a:lnTo>
                  <a:pt x="52" y="46"/>
                </a:lnTo>
                <a:lnTo>
                  <a:pt x="52" y="46"/>
                </a:lnTo>
                <a:lnTo>
                  <a:pt x="56" y="50"/>
                </a:lnTo>
                <a:lnTo>
                  <a:pt x="60" y="54"/>
                </a:lnTo>
                <a:lnTo>
                  <a:pt x="60" y="54"/>
                </a:lnTo>
                <a:lnTo>
                  <a:pt x="62" y="60"/>
                </a:lnTo>
                <a:lnTo>
                  <a:pt x="62" y="66"/>
                </a:lnTo>
                <a:lnTo>
                  <a:pt x="62" y="66"/>
                </a:lnTo>
                <a:lnTo>
                  <a:pt x="60" y="78"/>
                </a:lnTo>
                <a:lnTo>
                  <a:pt x="58" y="84"/>
                </a:lnTo>
                <a:lnTo>
                  <a:pt x="54" y="88"/>
                </a:lnTo>
                <a:lnTo>
                  <a:pt x="54" y="88"/>
                </a:lnTo>
                <a:lnTo>
                  <a:pt x="50" y="90"/>
                </a:lnTo>
                <a:lnTo>
                  <a:pt x="44" y="94"/>
                </a:lnTo>
                <a:lnTo>
                  <a:pt x="32" y="96"/>
                </a:lnTo>
                <a:lnTo>
                  <a:pt x="32" y="96"/>
                </a:lnTo>
                <a:lnTo>
                  <a:pt x="20" y="94"/>
                </a:lnTo>
                <a:lnTo>
                  <a:pt x="10" y="88"/>
                </a:lnTo>
                <a:lnTo>
                  <a:pt x="4" y="78"/>
                </a:lnTo>
                <a:lnTo>
                  <a:pt x="0" y="66"/>
                </a:lnTo>
                <a:lnTo>
                  <a:pt x="0" y="66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/>
        </p:txBody>
      </p:sp>
      <p:sp>
        <p:nvSpPr>
          <p:cNvPr id="1049499" name="Freeform 131">
            <a:extLst xmlns:a="http://schemas.openxmlformats.org/drawingml/2006/main">
              <a:ext uri="{FF2B5EF4-FFF2-40B4-BE49-F238E27FC236}">
                <a16:creationId xmlns:a16="http://schemas.microsoft.com/office/drawing/2014/main" id="{FD1A0022-0803-4E0F-9945-1F672B1D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67870" y="559439"/>
            <a:ext cx="13221" cy="42309"/>
          </a:xfrm>
          <a:custGeom xmlns:a="http://schemas.openxmlformats.org/drawingml/2006/main">
            <a:rect l="0" t="0" r="r" b="b"/>
            <a:pathLst>
              <a:path w="38" h="124">
                <a:moveTo>
                  <a:pt x="36" y="110"/>
                </a:moveTo>
                <a:lnTo>
                  <a:pt x="38" y="124"/>
                </a:lnTo>
                <a:lnTo>
                  <a:pt x="38" y="124"/>
                </a:lnTo>
                <a:lnTo>
                  <a:pt x="28" y="124"/>
                </a:lnTo>
                <a:lnTo>
                  <a:pt x="28" y="124"/>
                </a:lnTo>
                <a:lnTo>
                  <a:pt x="22" y="124"/>
                </a:lnTo>
                <a:lnTo>
                  <a:pt x="16" y="122"/>
                </a:lnTo>
                <a:lnTo>
                  <a:pt x="16" y="122"/>
                </a:lnTo>
                <a:lnTo>
                  <a:pt x="14" y="118"/>
                </a:lnTo>
                <a:lnTo>
                  <a:pt x="12" y="114"/>
                </a:lnTo>
                <a:lnTo>
                  <a:pt x="12" y="114"/>
                </a:lnTo>
                <a:lnTo>
                  <a:pt x="10" y="96"/>
                </a:lnTo>
                <a:lnTo>
                  <a:pt x="10" y="44"/>
                </a:lnTo>
                <a:lnTo>
                  <a:pt x="0" y="44"/>
                </a:lnTo>
                <a:lnTo>
                  <a:pt x="0" y="32"/>
                </a:lnTo>
                <a:lnTo>
                  <a:pt x="10" y="32"/>
                </a:lnTo>
                <a:lnTo>
                  <a:pt x="10" y="8"/>
                </a:lnTo>
                <a:lnTo>
                  <a:pt x="22" y="0"/>
                </a:lnTo>
                <a:lnTo>
                  <a:pt x="22" y="32"/>
                </a:lnTo>
                <a:lnTo>
                  <a:pt x="36" y="32"/>
                </a:lnTo>
                <a:lnTo>
                  <a:pt x="36" y="44"/>
                </a:lnTo>
                <a:lnTo>
                  <a:pt x="22" y="44"/>
                </a:lnTo>
                <a:lnTo>
                  <a:pt x="22" y="98"/>
                </a:lnTo>
                <a:lnTo>
                  <a:pt x="22" y="98"/>
                </a:lnTo>
                <a:lnTo>
                  <a:pt x="24" y="106"/>
                </a:lnTo>
                <a:lnTo>
                  <a:pt x="24" y="106"/>
                </a:lnTo>
                <a:lnTo>
                  <a:pt x="26" y="110"/>
                </a:lnTo>
                <a:lnTo>
                  <a:pt x="30" y="110"/>
                </a:lnTo>
                <a:lnTo>
                  <a:pt x="30" y="110"/>
                </a:lnTo>
                <a:lnTo>
                  <a:pt x="36" y="110"/>
                </a:lnTo>
                <a:lnTo>
                  <a:pt x="36" y="110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/>
        </p:txBody>
      </p:sp>
      <p:sp>
        <p:nvSpPr>
          <p:cNvPr id="1049500" name="Freeform 132">
            <a:extLst xmlns:a="http://schemas.openxmlformats.org/drawingml/2006/main">
              <a:ext uri="{FF2B5EF4-FFF2-40B4-BE49-F238E27FC236}">
                <a16:creationId xmlns:a16="http://schemas.microsoft.com/office/drawing/2014/main" id="{3CEDF67C-7CB8-4F06-A333-6A970001D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3179" y="558074"/>
            <a:ext cx="4175" cy="43674"/>
          </a:xfrm>
          <a:custGeom xmlns:a="http://schemas.openxmlformats.org/drawingml/2006/main">
            <a:rect l="0" t="0" r="r" b="b"/>
            <a:pathLst>
              <a:path w="12" h="128">
                <a:moveTo>
                  <a:pt x="0" y="18"/>
                </a:moveTo>
                <a:lnTo>
                  <a:pt x="0" y="0"/>
                </a:lnTo>
                <a:lnTo>
                  <a:pt x="12" y="0"/>
                </a:lnTo>
                <a:lnTo>
                  <a:pt x="12" y="18"/>
                </a:lnTo>
                <a:lnTo>
                  <a:pt x="0" y="18"/>
                </a:lnTo>
                <a:close/>
                <a:moveTo>
                  <a:pt x="0" y="128"/>
                </a:moveTo>
                <a:lnTo>
                  <a:pt x="0" y="36"/>
                </a:lnTo>
                <a:lnTo>
                  <a:pt x="12" y="36"/>
                </a:lnTo>
                <a:lnTo>
                  <a:pt x="12" y="128"/>
                </a:lnTo>
                <a:lnTo>
                  <a:pt x="0" y="128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/>
        </p:txBody>
      </p:sp>
      <p:sp>
        <p:nvSpPr>
          <p:cNvPr id="1049501" name="Freeform 133">
            <a:extLst xmlns:a="http://schemas.openxmlformats.org/drawingml/2006/main">
              <a:ext uri="{FF2B5EF4-FFF2-40B4-BE49-F238E27FC236}">
                <a16:creationId xmlns:a16="http://schemas.microsoft.com/office/drawing/2014/main" id="{2B126BE5-F28C-4F72-956B-7C740D4B5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0138" y="559439"/>
            <a:ext cx="12525" cy="42309"/>
          </a:xfrm>
          <a:custGeom xmlns:a="http://schemas.openxmlformats.org/drawingml/2006/main">
            <a:rect l="0" t="0" r="r" b="b"/>
            <a:pathLst>
              <a:path w="36" h="124">
                <a:moveTo>
                  <a:pt x="36" y="110"/>
                </a:moveTo>
                <a:lnTo>
                  <a:pt x="36" y="124"/>
                </a:lnTo>
                <a:lnTo>
                  <a:pt x="36" y="124"/>
                </a:lnTo>
                <a:lnTo>
                  <a:pt x="28" y="124"/>
                </a:lnTo>
                <a:lnTo>
                  <a:pt x="28" y="124"/>
                </a:lnTo>
                <a:lnTo>
                  <a:pt x="22" y="124"/>
                </a:lnTo>
                <a:lnTo>
                  <a:pt x="16" y="122"/>
                </a:lnTo>
                <a:lnTo>
                  <a:pt x="16" y="122"/>
                </a:lnTo>
                <a:lnTo>
                  <a:pt x="14" y="118"/>
                </a:lnTo>
                <a:lnTo>
                  <a:pt x="12" y="114"/>
                </a:lnTo>
                <a:lnTo>
                  <a:pt x="12" y="114"/>
                </a:lnTo>
                <a:lnTo>
                  <a:pt x="10" y="96"/>
                </a:lnTo>
                <a:lnTo>
                  <a:pt x="10" y="44"/>
                </a:lnTo>
                <a:lnTo>
                  <a:pt x="0" y="44"/>
                </a:lnTo>
                <a:lnTo>
                  <a:pt x="0" y="32"/>
                </a:lnTo>
                <a:lnTo>
                  <a:pt x="10" y="32"/>
                </a:lnTo>
                <a:lnTo>
                  <a:pt x="10" y="8"/>
                </a:lnTo>
                <a:lnTo>
                  <a:pt x="22" y="0"/>
                </a:lnTo>
                <a:lnTo>
                  <a:pt x="22" y="32"/>
                </a:lnTo>
                <a:lnTo>
                  <a:pt x="36" y="32"/>
                </a:lnTo>
                <a:lnTo>
                  <a:pt x="36" y="44"/>
                </a:lnTo>
                <a:lnTo>
                  <a:pt x="22" y="44"/>
                </a:lnTo>
                <a:lnTo>
                  <a:pt x="22" y="98"/>
                </a:lnTo>
                <a:lnTo>
                  <a:pt x="22" y="98"/>
                </a:lnTo>
                <a:lnTo>
                  <a:pt x="24" y="106"/>
                </a:lnTo>
                <a:lnTo>
                  <a:pt x="24" y="106"/>
                </a:lnTo>
                <a:lnTo>
                  <a:pt x="26" y="110"/>
                </a:lnTo>
                <a:lnTo>
                  <a:pt x="30" y="110"/>
                </a:lnTo>
                <a:lnTo>
                  <a:pt x="30" y="110"/>
                </a:lnTo>
                <a:lnTo>
                  <a:pt x="36" y="110"/>
                </a:lnTo>
                <a:lnTo>
                  <a:pt x="36" y="110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/>
        </p:txBody>
      </p:sp>
      <p:sp>
        <p:nvSpPr>
          <p:cNvPr id="1049502" name="Freeform 134">
            <a:extLst xmlns:a="http://schemas.openxmlformats.org/drawingml/2006/main">
              <a:ext uri="{FF2B5EF4-FFF2-40B4-BE49-F238E27FC236}">
                <a16:creationId xmlns:a16="http://schemas.microsoft.com/office/drawing/2014/main" id="{5B7468B4-130D-4762-BF72-774031704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04751" y="570358"/>
            <a:ext cx="21572" cy="32073"/>
          </a:xfrm>
          <a:custGeom xmlns:a="http://schemas.openxmlformats.org/drawingml/2006/main">
            <a:rect l="0" t="0" r="r" b="b"/>
            <a:pathLst>
              <a:path w="62" h="94">
                <a:moveTo>
                  <a:pt x="50" y="92"/>
                </a:moveTo>
                <a:lnTo>
                  <a:pt x="50" y="78"/>
                </a:lnTo>
                <a:lnTo>
                  <a:pt x="50" y="78"/>
                </a:lnTo>
                <a:lnTo>
                  <a:pt x="46" y="84"/>
                </a:lnTo>
                <a:lnTo>
                  <a:pt x="40" y="90"/>
                </a:lnTo>
                <a:lnTo>
                  <a:pt x="40" y="90"/>
                </a:lnTo>
                <a:lnTo>
                  <a:pt x="34" y="92"/>
                </a:lnTo>
                <a:lnTo>
                  <a:pt x="26" y="94"/>
                </a:lnTo>
                <a:lnTo>
                  <a:pt x="26" y="94"/>
                </a:lnTo>
                <a:lnTo>
                  <a:pt x="18" y="92"/>
                </a:lnTo>
                <a:lnTo>
                  <a:pt x="12" y="88"/>
                </a:lnTo>
                <a:lnTo>
                  <a:pt x="12" y="88"/>
                </a:lnTo>
                <a:lnTo>
                  <a:pt x="6" y="84"/>
                </a:lnTo>
                <a:lnTo>
                  <a:pt x="2" y="76"/>
                </a:lnTo>
                <a:lnTo>
                  <a:pt x="2" y="76"/>
                </a:lnTo>
                <a:lnTo>
                  <a:pt x="2" y="68"/>
                </a:lnTo>
                <a:lnTo>
                  <a:pt x="0" y="56"/>
                </a:lnTo>
                <a:lnTo>
                  <a:pt x="0" y="0"/>
                </a:lnTo>
                <a:lnTo>
                  <a:pt x="14" y="0"/>
                </a:lnTo>
                <a:lnTo>
                  <a:pt x="14" y="50"/>
                </a:lnTo>
                <a:lnTo>
                  <a:pt x="14" y="50"/>
                </a:lnTo>
                <a:lnTo>
                  <a:pt x="14" y="70"/>
                </a:lnTo>
                <a:lnTo>
                  <a:pt x="14" y="70"/>
                </a:lnTo>
                <a:lnTo>
                  <a:pt x="16" y="74"/>
                </a:lnTo>
                <a:lnTo>
                  <a:pt x="20" y="78"/>
                </a:lnTo>
                <a:lnTo>
                  <a:pt x="20" y="78"/>
                </a:lnTo>
                <a:lnTo>
                  <a:pt x="24" y="80"/>
                </a:lnTo>
                <a:lnTo>
                  <a:pt x="28" y="80"/>
                </a:lnTo>
                <a:lnTo>
                  <a:pt x="28" y="80"/>
                </a:lnTo>
                <a:lnTo>
                  <a:pt x="38" y="78"/>
                </a:lnTo>
                <a:lnTo>
                  <a:pt x="44" y="72"/>
                </a:lnTo>
                <a:lnTo>
                  <a:pt x="44" y="72"/>
                </a:lnTo>
                <a:lnTo>
                  <a:pt x="48" y="64"/>
                </a:lnTo>
                <a:lnTo>
                  <a:pt x="48" y="48"/>
                </a:lnTo>
                <a:lnTo>
                  <a:pt x="48" y="0"/>
                </a:lnTo>
                <a:lnTo>
                  <a:pt x="62" y="0"/>
                </a:lnTo>
                <a:lnTo>
                  <a:pt x="62" y="92"/>
                </a:lnTo>
                <a:lnTo>
                  <a:pt x="50" y="92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/>
        </p:txBody>
      </p:sp>
      <p:sp>
        <p:nvSpPr>
          <p:cNvPr id="1049503" name="Freeform 135">
            <a:extLst xmlns:a="http://schemas.openxmlformats.org/drawingml/2006/main">
              <a:ext uri="{FF2B5EF4-FFF2-40B4-BE49-F238E27FC236}">
                <a16:creationId xmlns:a16="http://schemas.microsoft.com/office/drawing/2014/main" id="{0C2702D5-2B38-4E00-B10B-DA131209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29107" y="559439"/>
            <a:ext cx="13221" cy="42309"/>
          </a:xfrm>
          <a:custGeom xmlns:a="http://schemas.openxmlformats.org/drawingml/2006/main">
            <a:rect l="0" t="0" r="r" b="b"/>
            <a:pathLst>
              <a:path w="38" h="124">
                <a:moveTo>
                  <a:pt x="36" y="110"/>
                </a:moveTo>
                <a:lnTo>
                  <a:pt x="38" y="124"/>
                </a:lnTo>
                <a:lnTo>
                  <a:pt x="38" y="124"/>
                </a:lnTo>
                <a:lnTo>
                  <a:pt x="28" y="124"/>
                </a:lnTo>
                <a:lnTo>
                  <a:pt x="28" y="124"/>
                </a:lnTo>
                <a:lnTo>
                  <a:pt x="22" y="124"/>
                </a:lnTo>
                <a:lnTo>
                  <a:pt x="18" y="122"/>
                </a:lnTo>
                <a:lnTo>
                  <a:pt x="18" y="122"/>
                </a:lnTo>
                <a:lnTo>
                  <a:pt x="14" y="118"/>
                </a:lnTo>
                <a:lnTo>
                  <a:pt x="12" y="114"/>
                </a:lnTo>
                <a:lnTo>
                  <a:pt x="12" y="114"/>
                </a:lnTo>
                <a:lnTo>
                  <a:pt x="10" y="96"/>
                </a:lnTo>
                <a:lnTo>
                  <a:pt x="10" y="44"/>
                </a:lnTo>
                <a:lnTo>
                  <a:pt x="0" y="44"/>
                </a:lnTo>
                <a:lnTo>
                  <a:pt x="0" y="32"/>
                </a:lnTo>
                <a:lnTo>
                  <a:pt x="10" y="32"/>
                </a:lnTo>
                <a:lnTo>
                  <a:pt x="10" y="8"/>
                </a:lnTo>
                <a:lnTo>
                  <a:pt x="22" y="0"/>
                </a:lnTo>
                <a:lnTo>
                  <a:pt x="22" y="32"/>
                </a:lnTo>
                <a:lnTo>
                  <a:pt x="36" y="32"/>
                </a:lnTo>
                <a:lnTo>
                  <a:pt x="36" y="44"/>
                </a:lnTo>
                <a:lnTo>
                  <a:pt x="22" y="44"/>
                </a:lnTo>
                <a:lnTo>
                  <a:pt x="22" y="98"/>
                </a:lnTo>
                <a:lnTo>
                  <a:pt x="22" y="98"/>
                </a:lnTo>
                <a:lnTo>
                  <a:pt x="24" y="106"/>
                </a:lnTo>
                <a:lnTo>
                  <a:pt x="24" y="106"/>
                </a:lnTo>
                <a:lnTo>
                  <a:pt x="26" y="110"/>
                </a:lnTo>
                <a:lnTo>
                  <a:pt x="30" y="110"/>
                </a:lnTo>
                <a:lnTo>
                  <a:pt x="30" y="110"/>
                </a:lnTo>
                <a:lnTo>
                  <a:pt x="36" y="110"/>
                </a:lnTo>
                <a:lnTo>
                  <a:pt x="36" y="110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/>
        </p:txBody>
      </p:sp>
      <p:sp>
        <p:nvSpPr>
          <p:cNvPr id="1049504" name="Freeform 136">
            <a:extLst xmlns:a="http://schemas.openxmlformats.org/drawingml/2006/main">
              <a:ext uri="{FF2B5EF4-FFF2-40B4-BE49-F238E27FC236}">
                <a16:creationId xmlns:a16="http://schemas.microsoft.com/office/drawing/2014/main" id="{DB79A5E2-39FF-44E4-95F5-C45624765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42328" y="569675"/>
            <a:ext cx="24355" cy="32756"/>
          </a:xfrm>
          <a:custGeom xmlns:a="http://schemas.openxmlformats.org/drawingml/2006/main">
            <a:rect l="0" t="0" r="r" b="b"/>
            <a:pathLst>
              <a:path w="70" h="96">
                <a:moveTo>
                  <a:pt x="56" y="64"/>
                </a:moveTo>
                <a:lnTo>
                  <a:pt x="70" y="66"/>
                </a:lnTo>
                <a:lnTo>
                  <a:pt x="70" y="66"/>
                </a:lnTo>
                <a:lnTo>
                  <a:pt x="66" y="78"/>
                </a:lnTo>
                <a:lnTo>
                  <a:pt x="58" y="88"/>
                </a:lnTo>
                <a:lnTo>
                  <a:pt x="58" y="88"/>
                </a:lnTo>
                <a:lnTo>
                  <a:pt x="48" y="94"/>
                </a:lnTo>
                <a:lnTo>
                  <a:pt x="36" y="96"/>
                </a:lnTo>
                <a:lnTo>
                  <a:pt x="36" y="96"/>
                </a:lnTo>
                <a:lnTo>
                  <a:pt x="30" y="94"/>
                </a:lnTo>
                <a:lnTo>
                  <a:pt x="22" y="92"/>
                </a:lnTo>
                <a:lnTo>
                  <a:pt x="16" y="88"/>
                </a:lnTo>
                <a:lnTo>
                  <a:pt x="10" y="84"/>
                </a:lnTo>
                <a:lnTo>
                  <a:pt x="10" y="84"/>
                </a:lnTo>
                <a:lnTo>
                  <a:pt x="6" y="76"/>
                </a:lnTo>
                <a:lnTo>
                  <a:pt x="4" y="68"/>
                </a:lnTo>
                <a:lnTo>
                  <a:pt x="2" y="60"/>
                </a:lnTo>
                <a:lnTo>
                  <a:pt x="0" y="48"/>
                </a:lnTo>
                <a:lnTo>
                  <a:pt x="0" y="48"/>
                </a:lnTo>
                <a:lnTo>
                  <a:pt x="2" y="38"/>
                </a:lnTo>
                <a:lnTo>
                  <a:pt x="4" y="28"/>
                </a:lnTo>
                <a:lnTo>
                  <a:pt x="6" y="18"/>
                </a:lnTo>
                <a:lnTo>
                  <a:pt x="10" y="12"/>
                </a:lnTo>
                <a:lnTo>
                  <a:pt x="10" y="12"/>
                </a:lnTo>
                <a:lnTo>
                  <a:pt x="16" y="6"/>
                </a:lnTo>
                <a:lnTo>
                  <a:pt x="22" y="2"/>
                </a:lnTo>
                <a:lnTo>
                  <a:pt x="28" y="0"/>
                </a:lnTo>
                <a:lnTo>
                  <a:pt x="36" y="0"/>
                </a:lnTo>
                <a:lnTo>
                  <a:pt x="36" y="0"/>
                </a:lnTo>
                <a:lnTo>
                  <a:pt x="44" y="0"/>
                </a:lnTo>
                <a:lnTo>
                  <a:pt x="50" y="2"/>
                </a:lnTo>
                <a:lnTo>
                  <a:pt x="56" y="6"/>
                </a:lnTo>
                <a:lnTo>
                  <a:pt x="60" y="12"/>
                </a:lnTo>
                <a:lnTo>
                  <a:pt x="60" y="12"/>
                </a:lnTo>
                <a:lnTo>
                  <a:pt x="64" y="18"/>
                </a:lnTo>
                <a:lnTo>
                  <a:pt x="68" y="26"/>
                </a:lnTo>
                <a:lnTo>
                  <a:pt x="70" y="36"/>
                </a:lnTo>
                <a:lnTo>
                  <a:pt x="70" y="48"/>
                </a:lnTo>
                <a:lnTo>
                  <a:pt x="70" y="52"/>
                </a:lnTo>
                <a:lnTo>
                  <a:pt x="14" y="52"/>
                </a:lnTo>
                <a:lnTo>
                  <a:pt x="14" y="52"/>
                </a:lnTo>
                <a:lnTo>
                  <a:pt x="16" y="66"/>
                </a:lnTo>
                <a:lnTo>
                  <a:pt x="22" y="74"/>
                </a:lnTo>
                <a:lnTo>
                  <a:pt x="22" y="74"/>
                </a:lnTo>
                <a:lnTo>
                  <a:pt x="28" y="80"/>
                </a:lnTo>
                <a:lnTo>
                  <a:pt x="36" y="82"/>
                </a:lnTo>
                <a:lnTo>
                  <a:pt x="36" y="82"/>
                </a:lnTo>
                <a:lnTo>
                  <a:pt x="44" y="82"/>
                </a:lnTo>
                <a:lnTo>
                  <a:pt x="48" y="78"/>
                </a:lnTo>
                <a:lnTo>
                  <a:pt x="54" y="72"/>
                </a:lnTo>
                <a:lnTo>
                  <a:pt x="56" y="64"/>
                </a:lnTo>
                <a:lnTo>
                  <a:pt x="56" y="64"/>
                </a:lnTo>
                <a:close/>
                <a:moveTo>
                  <a:pt x="14" y="38"/>
                </a:moveTo>
                <a:lnTo>
                  <a:pt x="56" y="38"/>
                </a:lnTo>
                <a:lnTo>
                  <a:pt x="56" y="38"/>
                </a:lnTo>
                <a:lnTo>
                  <a:pt x="56" y="28"/>
                </a:lnTo>
                <a:lnTo>
                  <a:pt x="52" y="20"/>
                </a:lnTo>
                <a:lnTo>
                  <a:pt x="52" y="20"/>
                </a:lnTo>
                <a:lnTo>
                  <a:pt x="44" y="14"/>
                </a:lnTo>
                <a:lnTo>
                  <a:pt x="36" y="12"/>
                </a:lnTo>
                <a:lnTo>
                  <a:pt x="36" y="12"/>
                </a:lnTo>
                <a:lnTo>
                  <a:pt x="28" y="14"/>
                </a:lnTo>
                <a:lnTo>
                  <a:pt x="22" y="20"/>
                </a:lnTo>
                <a:lnTo>
                  <a:pt x="22" y="20"/>
                </a:lnTo>
                <a:lnTo>
                  <a:pt x="16" y="28"/>
                </a:lnTo>
                <a:lnTo>
                  <a:pt x="14" y="38"/>
                </a:lnTo>
                <a:lnTo>
                  <a:pt x="14" y="38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/>
        </p:txBody>
      </p:sp>
      <p:sp>
        <p:nvSpPr>
          <p:cNvPr id="1049505" name="Freeform 137">
            <a:extLst xmlns:a="http://schemas.openxmlformats.org/drawingml/2006/main">
              <a:ext uri="{FF2B5EF4-FFF2-40B4-BE49-F238E27FC236}">
                <a16:creationId xmlns:a16="http://schemas.microsoft.com/office/drawing/2014/main" id="{7EB14AAC-4FDB-45A2-84F8-3F2DB6FC0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81297" y="569675"/>
            <a:ext cx="25051" cy="32756"/>
          </a:xfrm>
          <a:custGeom xmlns:a="http://schemas.openxmlformats.org/drawingml/2006/main">
            <a:rect l="0" t="0" r="r" b="b"/>
            <a:pathLst>
              <a:path w="72" h="96">
                <a:moveTo>
                  <a:pt x="0" y="48"/>
                </a:moveTo>
                <a:lnTo>
                  <a:pt x="0" y="48"/>
                </a:lnTo>
                <a:lnTo>
                  <a:pt x="2" y="36"/>
                </a:lnTo>
                <a:lnTo>
                  <a:pt x="4" y="26"/>
                </a:lnTo>
                <a:lnTo>
                  <a:pt x="6" y="18"/>
                </a:lnTo>
                <a:lnTo>
                  <a:pt x="10" y="12"/>
                </a:lnTo>
                <a:lnTo>
                  <a:pt x="10" y="12"/>
                </a:lnTo>
                <a:lnTo>
                  <a:pt x="16" y="6"/>
                </a:lnTo>
                <a:lnTo>
                  <a:pt x="22" y="2"/>
                </a:lnTo>
                <a:lnTo>
                  <a:pt x="28" y="0"/>
                </a:lnTo>
                <a:lnTo>
                  <a:pt x="36" y="0"/>
                </a:lnTo>
                <a:lnTo>
                  <a:pt x="36" y="0"/>
                </a:lnTo>
                <a:lnTo>
                  <a:pt x="44" y="0"/>
                </a:lnTo>
                <a:lnTo>
                  <a:pt x="50" y="2"/>
                </a:lnTo>
                <a:lnTo>
                  <a:pt x="56" y="6"/>
                </a:lnTo>
                <a:lnTo>
                  <a:pt x="62" y="12"/>
                </a:lnTo>
                <a:lnTo>
                  <a:pt x="62" y="12"/>
                </a:lnTo>
                <a:lnTo>
                  <a:pt x="66" y="18"/>
                </a:lnTo>
                <a:lnTo>
                  <a:pt x="68" y="26"/>
                </a:lnTo>
                <a:lnTo>
                  <a:pt x="70" y="36"/>
                </a:lnTo>
                <a:lnTo>
                  <a:pt x="72" y="46"/>
                </a:lnTo>
                <a:lnTo>
                  <a:pt x="72" y="46"/>
                </a:lnTo>
                <a:lnTo>
                  <a:pt x="70" y="58"/>
                </a:lnTo>
                <a:lnTo>
                  <a:pt x="68" y="68"/>
                </a:lnTo>
                <a:lnTo>
                  <a:pt x="66" y="76"/>
                </a:lnTo>
                <a:lnTo>
                  <a:pt x="62" y="84"/>
                </a:lnTo>
                <a:lnTo>
                  <a:pt x="62" y="84"/>
                </a:lnTo>
                <a:lnTo>
                  <a:pt x="56" y="88"/>
                </a:lnTo>
                <a:lnTo>
                  <a:pt x="50" y="92"/>
                </a:lnTo>
                <a:lnTo>
                  <a:pt x="44" y="94"/>
                </a:lnTo>
                <a:lnTo>
                  <a:pt x="36" y="96"/>
                </a:lnTo>
                <a:lnTo>
                  <a:pt x="36" y="96"/>
                </a:lnTo>
                <a:lnTo>
                  <a:pt x="28" y="94"/>
                </a:lnTo>
                <a:lnTo>
                  <a:pt x="22" y="92"/>
                </a:lnTo>
                <a:lnTo>
                  <a:pt x="16" y="88"/>
                </a:lnTo>
                <a:lnTo>
                  <a:pt x="10" y="84"/>
                </a:lnTo>
                <a:lnTo>
                  <a:pt x="10" y="84"/>
                </a:lnTo>
                <a:lnTo>
                  <a:pt x="6" y="76"/>
                </a:lnTo>
                <a:lnTo>
                  <a:pt x="4" y="68"/>
                </a:lnTo>
                <a:lnTo>
                  <a:pt x="2" y="58"/>
                </a:lnTo>
                <a:lnTo>
                  <a:pt x="0" y="48"/>
                </a:lnTo>
                <a:lnTo>
                  <a:pt x="0" y="48"/>
                </a:lnTo>
                <a:close/>
                <a:moveTo>
                  <a:pt x="14" y="48"/>
                </a:moveTo>
                <a:lnTo>
                  <a:pt x="14" y="48"/>
                </a:lnTo>
                <a:lnTo>
                  <a:pt x="16" y="64"/>
                </a:lnTo>
                <a:lnTo>
                  <a:pt x="18" y="70"/>
                </a:lnTo>
                <a:lnTo>
                  <a:pt x="20" y="74"/>
                </a:lnTo>
                <a:lnTo>
                  <a:pt x="20" y="74"/>
                </a:lnTo>
                <a:lnTo>
                  <a:pt x="28" y="80"/>
                </a:lnTo>
                <a:lnTo>
                  <a:pt x="36" y="82"/>
                </a:lnTo>
                <a:lnTo>
                  <a:pt x="36" y="82"/>
                </a:lnTo>
                <a:lnTo>
                  <a:pt x="44" y="80"/>
                </a:lnTo>
                <a:lnTo>
                  <a:pt x="52" y="74"/>
                </a:lnTo>
                <a:lnTo>
                  <a:pt x="52" y="74"/>
                </a:lnTo>
                <a:lnTo>
                  <a:pt x="56" y="62"/>
                </a:lnTo>
                <a:lnTo>
                  <a:pt x="58" y="48"/>
                </a:lnTo>
                <a:lnTo>
                  <a:pt x="58" y="48"/>
                </a:lnTo>
                <a:lnTo>
                  <a:pt x="56" y="32"/>
                </a:lnTo>
                <a:lnTo>
                  <a:pt x="52" y="20"/>
                </a:lnTo>
                <a:lnTo>
                  <a:pt x="52" y="20"/>
                </a:lnTo>
                <a:lnTo>
                  <a:pt x="44" y="14"/>
                </a:lnTo>
                <a:lnTo>
                  <a:pt x="36" y="12"/>
                </a:lnTo>
                <a:lnTo>
                  <a:pt x="36" y="12"/>
                </a:lnTo>
                <a:lnTo>
                  <a:pt x="28" y="14"/>
                </a:lnTo>
                <a:lnTo>
                  <a:pt x="20" y="20"/>
                </a:lnTo>
                <a:lnTo>
                  <a:pt x="20" y="20"/>
                </a:lnTo>
                <a:lnTo>
                  <a:pt x="16" y="32"/>
                </a:lnTo>
                <a:lnTo>
                  <a:pt x="14" y="48"/>
                </a:lnTo>
                <a:lnTo>
                  <a:pt x="14" y="48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/>
        </p:txBody>
      </p:sp>
      <p:sp>
        <p:nvSpPr>
          <p:cNvPr id="1049506" name="Freeform 138">
            <a:extLst xmlns:a="http://schemas.openxmlformats.org/drawingml/2006/main">
              <a:ext uri="{FF2B5EF4-FFF2-40B4-BE49-F238E27FC236}">
                <a16:creationId xmlns:a16="http://schemas.microsoft.com/office/drawing/2014/main" id="{FDB2C209-5A43-40B3-9A65-86B6AEABF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07045" y="557392"/>
            <a:ext cx="15309" cy="44357"/>
          </a:xfrm>
          <a:custGeom xmlns:a="http://schemas.openxmlformats.org/drawingml/2006/main">
            <a:rect l="0" t="0" r="r" b="b"/>
            <a:pathLst>
              <a:path w="44" h="130">
                <a:moveTo>
                  <a:pt x="12" y="130"/>
                </a:moveTo>
                <a:lnTo>
                  <a:pt x="12" y="50"/>
                </a:lnTo>
                <a:lnTo>
                  <a:pt x="0" y="50"/>
                </a:lnTo>
                <a:lnTo>
                  <a:pt x="0" y="38"/>
                </a:lnTo>
                <a:lnTo>
                  <a:pt x="12" y="38"/>
                </a:lnTo>
                <a:lnTo>
                  <a:pt x="12" y="28"/>
                </a:lnTo>
                <a:lnTo>
                  <a:pt x="12" y="28"/>
                </a:lnTo>
                <a:lnTo>
                  <a:pt x="12" y="18"/>
                </a:lnTo>
                <a:lnTo>
                  <a:pt x="14" y="12"/>
                </a:lnTo>
                <a:lnTo>
                  <a:pt x="14" y="12"/>
                </a:lnTo>
                <a:lnTo>
                  <a:pt x="16" y="6"/>
                </a:lnTo>
                <a:lnTo>
                  <a:pt x="20" y="4"/>
                </a:lnTo>
                <a:lnTo>
                  <a:pt x="20" y="4"/>
                </a:lnTo>
                <a:lnTo>
                  <a:pt x="26" y="0"/>
                </a:lnTo>
                <a:lnTo>
                  <a:pt x="32" y="0"/>
                </a:lnTo>
                <a:lnTo>
                  <a:pt x="32" y="0"/>
                </a:lnTo>
                <a:lnTo>
                  <a:pt x="44" y="2"/>
                </a:lnTo>
                <a:lnTo>
                  <a:pt x="42" y="16"/>
                </a:lnTo>
                <a:lnTo>
                  <a:pt x="42" y="16"/>
                </a:lnTo>
                <a:lnTo>
                  <a:pt x="34" y="14"/>
                </a:lnTo>
                <a:lnTo>
                  <a:pt x="34" y="14"/>
                </a:lnTo>
                <a:lnTo>
                  <a:pt x="30" y="16"/>
                </a:lnTo>
                <a:lnTo>
                  <a:pt x="26" y="18"/>
                </a:lnTo>
                <a:lnTo>
                  <a:pt x="26" y="18"/>
                </a:lnTo>
                <a:lnTo>
                  <a:pt x="24" y="22"/>
                </a:lnTo>
                <a:lnTo>
                  <a:pt x="24" y="28"/>
                </a:lnTo>
                <a:lnTo>
                  <a:pt x="24" y="38"/>
                </a:lnTo>
                <a:lnTo>
                  <a:pt x="38" y="38"/>
                </a:lnTo>
                <a:lnTo>
                  <a:pt x="38" y="50"/>
                </a:lnTo>
                <a:lnTo>
                  <a:pt x="24" y="50"/>
                </a:lnTo>
                <a:lnTo>
                  <a:pt x="24" y="130"/>
                </a:lnTo>
                <a:lnTo>
                  <a:pt x="12" y="130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/>
        </p:txBody>
      </p:sp>
      <p:sp>
        <p:nvSpPr>
          <p:cNvPr id="1049507" name="Freeform 139">
            <a:extLst xmlns:a="http://schemas.openxmlformats.org/drawingml/2006/main">
              <a:ext uri="{FF2B5EF4-FFF2-40B4-BE49-F238E27FC236}">
                <a16:creationId xmlns:a16="http://schemas.microsoft.com/office/drawing/2014/main" id="{225A8CBD-D180-449D-A35B-66BB2F5A8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35575" y="558074"/>
            <a:ext cx="27139" cy="43674"/>
          </a:xfrm>
          <a:custGeom xmlns:a="http://schemas.openxmlformats.org/drawingml/2006/main">
            <a:rect l="0" t="0" r="r" b="b"/>
            <a:pathLst>
              <a:path w="78" h="128">
                <a:moveTo>
                  <a:pt x="0" y="128"/>
                </a:moveTo>
                <a:lnTo>
                  <a:pt x="0" y="0"/>
                </a:lnTo>
                <a:lnTo>
                  <a:pt x="76" y="0"/>
                </a:lnTo>
                <a:lnTo>
                  <a:pt x="76" y="16"/>
                </a:lnTo>
                <a:lnTo>
                  <a:pt x="14" y="16"/>
                </a:lnTo>
                <a:lnTo>
                  <a:pt x="14" y="54"/>
                </a:lnTo>
                <a:lnTo>
                  <a:pt x="72" y="54"/>
                </a:lnTo>
                <a:lnTo>
                  <a:pt x="72" y="70"/>
                </a:lnTo>
                <a:lnTo>
                  <a:pt x="14" y="70"/>
                </a:lnTo>
                <a:lnTo>
                  <a:pt x="14" y="112"/>
                </a:lnTo>
                <a:lnTo>
                  <a:pt x="78" y="112"/>
                </a:lnTo>
                <a:lnTo>
                  <a:pt x="78" y="128"/>
                </a:lnTo>
                <a:lnTo>
                  <a:pt x="0" y="128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/>
        </p:txBody>
      </p:sp>
      <p:sp>
        <p:nvSpPr>
          <p:cNvPr id="1049508" name="Freeform 140">
            <a:extLst xmlns:a="http://schemas.openxmlformats.org/drawingml/2006/main">
              <a:ext uri="{FF2B5EF4-FFF2-40B4-BE49-F238E27FC236}">
                <a16:creationId xmlns:a16="http://schemas.microsoft.com/office/drawing/2014/main" id="{50B83F70-B638-49BC-A4C2-3A7044F32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6890" y="569675"/>
            <a:ext cx="21572" cy="32073"/>
          </a:xfrm>
          <a:custGeom xmlns:a="http://schemas.openxmlformats.org/drawingml/2006/main">
            <a:rect l="0" t="0" r="r" b="b"/>
            <a:pathLst>
              <a:path w="62" h="94">
                <a:moveTo>
                  <a:pt x="0" y="94"/>
                </a:moveTo>
                <a:lnTo>
                  <a:pt x="0" y="2"/>
                </a:lnTo>
                <a:lnTo>
                  <a:pt x="12" y="2"/>
                </a:lnTo>
                <a:lnTo>
                  <a:pt x="12" y="14"/>
                </a:lnTo>
                <a:lnTo>
                  <a:pt x="12" y="14"/>
                </a:lnTo>
                <a:lnTo>
                  <a:pt x="16" y="8"/>
                </a:lnTo>
                <a:lnTo>
                  <a:pt x="22" y="4"/>
                </a:lnTo>
                <a:lnTo>
                  <a:pt x="22" y="4"/>
                </a:lnTo>
                <a:lnTo>
                  <a:pt x="28" y="0"/>
                </a:lnTo>
                <a:lnTo>
                  <a:pt x="36" y="0"/>
                </a:lnTo>
                <a:lnTo>
                  <a:pt x="36" y="0"/>
                </a:lnTo>
                <a:lnTo>
                  <a:pt x="42" y="0"/>
                </a:lnTo>
                <a:lnTo>
                  <a:pt x="48" y="2"/>
                </a:lnTo>
                <a:lnTo>
                  <a:pt x="48" y="2"/>
                </a:lnTo>
                <a:lnTo>
                  <a:pt x="56" y="8"/>
                </a:lnTo>
                <a:lnTo>
                  <a:pt x="56" y="8"/>
                </a:lnTo>
                <a:lnTo>
                  <a:pt x="58" y="12"/>
                </a:lnTo>
                <a:lnTo>
                  <a:pt x="60" y="18"/>
                </a:lnTo>
                <a:lnTo>
                  <a:pt x="60" y="18"/>
                </a:lnTo>
                <a:lnTo>
                  <a:pt x="62" y="36"/>
                </a:lnTo>
                <a:lnTo>
                  <a:pt x="62" y="94"/>
                </a:lnTo>
                <a:lnTo>
                  <a:pt x="48" y="94"/>
                </a:lnTo>
                <a:lnTo>
                  <a:pt x="48" y="38"/>
                </a:lnTo>
                <a:lnTo>
                  <a:pt x="48" y="38"/>
                </a:lnTo>
                <a:lnTo>
                  <a:pt x="48" y="22"/>
                </a:lnTo>
                <a:lnTo>
                  <a:pt x="48" y="22"/>
                </a:lnTo>
                <a:lnTo>
                  <a:pt x="44" y="18"/>
                </a:lnTo>
                <a:lnTo>
                  <a:pt x="42" y="16"/>
                </a:lnTo>
                <a:lnTo>
                  <a:pt x="42" y="16"/>
                </a:lnTo>
                <a:lnTo>
                  <a:pt x="38" y="14"/>
                </a:lnTo>
                <a:lnTo>
                  <a:pt x="34" y="12"/>
                </a:lnTo>
                <a:lnTo>
                  <a:pt x="34" y="12"/>
                </a:lnTo>
                <a:lnTo>
                  <a:pt x="26" y="14"/>
                </a:lnTo>
                <a:lnTo>
                  <a:pt x="18" y="20"/>
                </a:lnTo>
                <a:lnTo>
                  <a:pt x="18" y="20"/>
                </a:lnTo>
                <a:lnTo>
                  <a:pt x="14" y="28"/>
                </a:lnTo>
                <a:lnTo>
                  <a:pt x="14" y="44"/>
                </a:lnTo>
                <a:lnTo>
                  <a:pt x="14" y="94"/>
                </a:lnTo>
                <a:lnTo>
                  <a:pt x="0" y="94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/>
        </p:txBody>
      </p:sp>
      <p:sp>
        <p:nvSpPr>
          <p:cNvPr id="1049509" name="Freeform 141">
            <a:extLst xmlns:a="http://schemas.openxmlformats.org/drawingml/2006/main">
              <a:ext uri="{FF2B5EF4-FFF2-40B4-BE49-F238E27FC236}">
                <a16:creationId xmlns:a16="http://schemas.microsoft.com/office/drawing/2014/main" id="{048E3BAD-594D-4AF8-A137-C3EFB3A56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91941" y="569675"/>
            <a:ext cx="22963" cy="44357"/>
          </a:xfrm>
          <a:custGeom xmlns:a="http://schemas.openxmlformats.org/drawingml/2006/main">
            <a:rect l="0" t="0" r="r" b="b"/>
            <a:pathLst>
              <a:path w="66" h="130">
                <a:moveTo>
                  <a:pt x="2" y="102"/>
                </a:moveTo>
                <a:lnTo>
                  <a:pt x="14" y="104"/>
                </a:lnTo>
                <a:lnTo>
                  <a:pt x="14" y="104"/>
                </a:lnTo>
                <a:lnTo>
                  <a:pt x="16" y="110"/>
                </a:lnTo>
                <a:lnTo>
                  <a:pt x="20" y="114"/>
                </a:lnTo>
                <a:lnTo>
                  <a:pt x="20" y="114"/>
                </a:lnTo>
                <a:lnTo>
                  <a:pt x="26" y="116"/>
                </a:lnTo>
                <a:lnTo>
                  <a:pt x="32" y="118"/>
                </a:lnTo>
                <a:lnTo>
                  <a:pt x="32" y="118"/>
                </a:lnTo>
                <a:lnTo>
                  <a:pt x="40" y="116"/>
                </a:lnTo>
                <a:lnTo>
                  <a:pt x="46" y="114"/>
                </a:lnTo>
                <a:lnTo>
                  <a:pt x="46" y="114"/>
                </a:lnTo>
                <a:lnTo>
                  <a:pt x="50" y="108"/>
                </a:lnTo>
                <a:lnTo>
                  <a:pt x="52" y="102"/>
                </a:lnTo>
                <a:lnTo>
                  <a:pt x="52" y="102"/>
                </a:lnTo>
                <a:lnTo>
                  <a:pt x="54" y="82"/>
                </a:lnTo>
                <a:lnTo>
                  <a:pt x="54" y="82"/>
                </a:lnTo>
                <a:lnTo>
                  <a:pt x="48" y="86"/>
                </a:lnTo>
                <a:lnTo>
                  <a:pt x="44" y="90"/>
                </a:lnTo>
                <a:lnTo>
                  <a:pt x="44" y="90"/>
                </a:lnTo>
                <a:lnTo>
                  <a:pt x="38" y="92"/>
                </a:lnTo>
                <a:lnTo>
                  <a:pt x="32" y="94"/>
                </a:lnTo>
                <a:lnTo>
                  <a:pt x="32" y="94"/>
                </a:lnTo>
                <a:lnTo>
                  <a:pt x="26" y="92"/>
                </a:lnTo>
                <a:lnTo>
                  <a:pt x="20" y="90"/>
                </a:lnTo>
                <a:lnTo>
                  <a:pt x="14" y="86"/>
                </a:lnTo>
                <a:lnTo>
                  <a:pt x="10" y="82"/>
                </a:lnTo>
                <a:lnTo>
                  <a:pt x="10" y="82"/>
                </a:lnTo>
                <a:lnTo>
                  <a:pt x="6" y="74"/>
                </a:lnTo>
                <a:lnTo>
                  <a:pt x="2" y="66"/>
                </a:lnTo>
                <a:lnTo>
                  <a:pt x="0" y="58"/>
                </a:lnTo>
                <a:lnTo>
                  <a:pt x="0" y="46"/>
                </a:lnTo>
                <a:lnTo>
                  <a:pt x="0" y="46"/>
                </a:lnTo>
                <a:lnTo>
                  <a:pt x="0" y="32"/>
                </a:lnTo>
                <a:lnTo>
                  <a:pt x="4" y="20"/>
                </a:lnTo>
                <a:lnTo>
                  <a:pt x="4" y="20"/>
                </a:lnTo>
                <a:lnTo>
                  <a:pt x="10" y="12"/>
                </a:lnTo>
                <a:lnTo>
                  <a:pt x="16" y="4"/>
                </a:lnTo>
                <a:lnTo>
                  <a:pt x="16" y="4"/>
                </a:lnTo>
                <a:lnTo>
                  <a:pt x="24" y="0"/>
                </a:lnTo>
                <a:lnTo>
                  <a:pt x="32" y="0"/>
                </a:lnTo>
                <a:lnTo>
                  <a:pt x="32" y="0"/>
                </a:lnTo>
                <a:lnTo>
                  <a:pt x="38" y="0"/>
                </a:lnTo>
                <a:lnTo>
                  <a:pt x="44" y="2"/>
                </a:lnTo>
                <a:lnTo>
                  <a:pt x="44" y="2"/>
                </a:lnTo>
                <a:lnTo>
                  <a:pt x="50" y="6"/>
                </a:lnTo>
                <a:lnTo>
                  <a:pt x="54" y="12"/>
                </a:lnTo>
                <a:lnTo>
                  <a:pt x="54" y="2"/>
                </a:lnTo>
                <a:lnTo>
                  <a:pt x="66" y="2"/>
                </a:lnTo>
                <a:lnTo>
                  <a:pt x="66" y="80"/>
                </a:lnTo>
                <a:lnTo>
                  <a:pt x="66" y="80"/>
                </a:lnTo>
                <a:lnTo>
                  <a:pt x="66" y="100"/>
                </a:lnTo>
                <a:lnTo>
                  <a:pt x="62" y="112"/>
                </a:lnTo>
                <a:lnTo>
                  <a:pt x="62" y="112"/>
                </a:lnTo>
                <a:lnTo>
                  <a:pt x="58" y="120"/>
                </a:lnTo>
                <a:lnTo>
                  <a:pt x="52" y="126"/>
                </a:lnTo>
                <a:lnTo>
                  <a:pt x="52" y="126"/>
                </a:lnTo>
                <a:lnTo>
                  <a:pt x="42" y="130"/>
                </a:lnTo>
                <a:lnTo>
                  <a:pt x="32" y="130"/>
                </a:lnTo>
                <a:lnTo>
                  <a:pt x="32" y="130"/>
                </a:lnTo>
                <a:lnTo>
                  <a:pt x="20" y="128"/>
                </a:lnTo>
                <a:lnTo>
                  <a:pt x="14" y="126"/>
                </a:lnTo>
                <a:lnTo>
                  <a:pt x="10" y="122"/>
                </a:lnTo>
                <a:lnTo>
                  <a:pt x="10" y="122"/>
                </a:lnTo>
                <a:lnTo>
                  <a:pt x="6" y="118"/>
                </a:lnTo>
                <a:lnTo>
                  <a:pt x="4" y="114"/>
                </a:lnTo>
                <a:lnTo>
                  <a:pt x="2" y="102"/>
                </a:lnTo>
                <a:lnTo>
                  <a:pt x="2" y="102"/>
                </a:lnTo>
                <a:close/>
                <a:moveTo>
                  <a:pt x="12" y="46"/>
                </a:moveTo>
                <a:lnTo>
                  <a:pt x="12" y="46"/>
                </a:lnTo>
                <a:lnTo>
                  <a:pt x="14" y="62"/>
                </a:lnTo>
                <a:lnTo>
                  <a:pt x="18" y="72"/>
                </a:lnTo>
                <a:lnTo>
                  <a:pt x="18" y="72"/>
                </a:lnTo>
                <a:lnTo>
                  <a:pt x="26" y="78"/>
                </a:lnTo>
                <a:lnTo>
                  <a:pt x="34" y="80"/>
                </a:lnTo>
                <a:lnTo>
                  <a:pt x="34" y="80"/>
                </a:lnTo>
                <a:lnTo>
                  <a:pt x="42" y="78"/>
                </a:lnTo>
                <a:lnTo>
                  <a:pt x="48" y="72"/>
                </a:lnTo>
                <a:lnTo>
                  <a:pt x="48" y="72"/>
                </a:lnTo>
                <a:lnTo>
                  <a:pt x="52" y="62"/>
                </a:lnTo>
                <a:lnTo>
                  <a:pt x="54" y="46"/>
                </a:lnTo>
                <a:lnTo>
                  <a:pt x="54" y="46"/>
                </a:lnTo>
                <a:lnTo>
                  <a:pt x="52" y="32"/>
                </a:lnTo>
                <a:lnTo>
                  <a:pt x="48" y="20"/>
                </a:lnTo>
                <a:lnTo>
                  <a:pt x="48" y="20"/>
                </a:lnTo>
                <a:lnTo>
                  <a:pt x="42" y="14"/>
                </a:lnTo>
                <a:lnTo>
                  <a:pt x="32" y="12"/>
                </a:lnTo>
                <a:lnTo>
                  <a:pt x="32" y="12"/>
                </a:lnTo>
                <a:lnTo>
                  <a:pt x="26" y="14"/>
                </a:lnTo>
                <a:lnTo>
                  <a:pt x="18" y="20"/>
                </a:lnTo>
                <a:lnTo>
                  <a:pt x="18" y="20"/>
                </a:lnTo>
                <a:lnTo>
                  <a:pt x="14" y="32"/>
                </a:lnTo>
                <a:lnTo>
                  <a:pt x="12" y="46"/>
                </a:lnTo>
                <a:lnTo>
                  <a:pt x="12" y="46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/>
        </p:txBody>
      </p:sp>
      <p:sp>
        <p:nvSpPr>
          <p:cNvPr id="1049510" name="Freeform 142">
            <a:extLst xmlns:a="http://schemas.openxmlformats.org/drawingml/2006/main">
              <a:ext uri="{FF2B5EF4-FFF2-40B4-BE49-F238E27FC236}">
                <a16:creationId xmlns:a16="http://schemas.microsoft.com/office/drawing/2014/main" id="{4EFD4527-B1FB-48E5-9A49-0D2AE5148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20472" y="558074"/>
            <a:ext cx="4175" cy="43674"/>
          </a:xfrm>
          <a:custGeom xmlns:a="http://schemas.openxmlformats.org/drawingml/2006/main">
            <a:rect l="0" t="0" r="r" b="b"/>
            <a:pathLst>
              <a:path w="12" h="128">
                <a:moveTo>
                  <a:pt x="0" y="18"/>
                </a:moveTo>
                <a:lnTo>
                  <a:pt x="0" y="0"/>
                </a:lnTo>
                <a:lnTo>
                  <a:pt x="12" y="0"/>
                </a:lnTo>
                <a:lnTo>
                  <a:pt x="12" y="18"/>
                </a:lnTo>
                <a:lnTo>
                  <a:pt x="0" y="18"/>
                </a:lnTo>
                <a:close/>
                <a:moveTo>
                  <a:pt x="0" y="128"/>
                </a:moveTo>
                <a:lnTo>
                  <a:pt x="0" y="36"/>
                </a:lnTo>
                <a:lnTo>
                  <a:pt x="12" y="36"/>
                </a:lnTo>
                <a:lnTo>
                  <a:pt x="12" y="128"/>
                </a:lnTo>
                <a:lnTo>
                  <a:pt x="0" y="128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/>
        </p:txBody>
      </p:sp>
      <p:sp>
        <p:nvSpPr>
          <p:cNvPr id="1049511" name="Freeform 143">
            <a:extLst xmlns:a="http://schemas.openxmlformats.org/drawingml/2006/main">
              <a:ext uri="{FF2B5EF4-FFF2-40B4-BE49-F238E27FC236}">
                <a16:creationId xmlns:a16="http://schemas.microsoft.com/office/drawing/2014/main" id="{35E8A4B9-8354-4855-AF97-1982AEA3E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30214" y="569675"/>
            <a:ext cx="20876" cy="32073"/>
          </a:xfrm>
          <a:custGeom xmlns:a="http://schemas.openxmlformats.org/drawingml/2006/main">
            <a:rect l="0" t="0" r="r" b="b"/>
            <a:pathLst>
              <a:path w="60" h="94">
                <a:moveTo>
                  <a:pt x="0" y="94"/>
                </a:moveTo>
                <a:lnTo>
                  <a:pt x="0" y="2"/>
                </a:lnTo>
                <a:lnTo>
                  <a:pt x="10" y="2"/>
                </a:lnTo>
                <a:lnTo>
                  <a:pt x="10" y="14"/>
                </a:lnTo>
                <a:lnTo>
                  <a:pt x="10" y="14"/>
                </a:lnTo>
                <a:lnTo>
                  <a:pt x="16" y="8"/>
                </a:lnTo>
                <a:lnTo>
                  <a:pt x="20" y="4"/>
                </a:lnTo>
                <a:lnTo>
                  <a:pt x="20" y="4"/>
                </a:lnTo>
                <a:lnTo>
                  <a:pt x="28" y="0"/>
                </a:lnTo>
                <a:lnTo>
                  <a:pt x="34" y="0"/>
                </a:lnTo>
                <a:lnTo>
                  <a:pt x="34" y="0"/>
                </a:lnTo>
                <a:lnTo>
                  <a:pt x="40" y="0"/>
                </a:lnTo>
                <a:lnTo>
                  <a:pt x="46" y="2"/>
                </a:lnTo>
                <a:lnTo>
                  <a:pt x="46" y="2"/>
                </a:lnTo>
                <a:lnTo>
                  <a:pt x="54" y="8"/>
                </a:lnTo>
                <a:lnTo>
                  <a:pt x="54" y="8"/>
                </a:lnTo>
                <a:lnTo>
                  <a:pt x="56" y="12"/>
                </a:lnTo>
                <a:lnTo>
                  <a:pt x="58" y="18"/>
                </a:lnTo>
                <a:lnTo>
                  <a:pt x="58" y="18"/>
                </a:lnTo>
                <a:lnTo>
                  <a:pt x="60" y="36"/>
                </a:lnTo>
                <a:lnTo>
                  <a:pt x="60" y="94"/>
                </a:lnTo>
                <a:lnTo>
                  <a:pt x="48" y="94"/>
                </a:lnTo>
                <a:lnTo>
                  <a:pt x="48" y="38"/>
                </a:lnTo>
                <a:lnTo>
                  <a:pt x="48" y="38"/>
                </a:lnTo>
                <a:lnTo>
                  <a:pt x="46" y="22"/>
                </a:lnTo>
                <a:lnTo>
                  <a:pt x="46" y="22"/>
                </a:lnTo>
                <a:lnTo>
                  <a:pt x="44" y="18"/>
                </a:lnTo>
                <a:lnTo>
                  <a:pt x="40" y="16"/>
                </a:lnTo>
                <a:lnTo>
                  <a:pt x="40" y="16"/>
                </a:lnTo>
                <a:lnTo>
                  <a:pt x="36" y="14"/>
                </a:lnTo>
                <a:lnTo>
                  <a:pt x="32" y="12"/>
                </a:lnTo>
                <a:lnTo>
                  <a:pt x="32" y="12"/>
                </a:lnTo>
                <a:lnTo>
                  <a:pt x="24" y="14"/>
                </a:lnTo>
                <a:lnTo>
                  <a:pt x="18" y="20"/>
                </a:lnTo>
                <a:lnTo>
                  <a:pt x="18" y="20"/>
                </a:lnTo>
                <a:lnTo>
                  <a:pt x="14" y="28"/>
                </a:lnTo>
                <a:lnTo>
                  <a:pt x="12" y="44"/>
                </a:lnTo>
                <a:lnTo>
                  <a:pt x="12" y="94"/>
                </a:lnTo>
                <a:lnTo>
                  <a:pt x="0" y="94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/>
        </p:txBody>
      </p:sp>
      <p:sp>
        <p:nvSpPr>
          <p:cNvPr id="1049512" name="Freeform 144">
            <a:extLst xmlns:a="http://schemas.openxmlformats.org/drawingml/2006/main">
              <a:ext uri="{FF2B5EF4-FFF2-40B4-BE49-F238E27FC236}">
                <a16:creationId xmlns:a16="http://schemas.microsoft.com/office/drawing/2014/main" id="{15775545-D692-4ACB-A695-14AD42CC7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55266" y="569675"/>
            <a:ext cx="23659" cy="32756"/>
          </a:xfrm>
          <a:custGeom xmlns:a="http://schemas.openxmlformats.org/drawingml/2006/main">
            <a:rect l="0" t="0" r="r" b="b"/>
            <a:pathLst>
              <a:path w="68" h="96">
                <a:moveTo>
                  <a:pt x="56" y="64"/>
                </a:moveTo>
                <a:lnTo>
                  <a:pt x="68" y="66"/>
                </a:lnTo>
                <a:lnTo>
                  <a:pt x="68" y="66"/>
                </a:lnTo>
                <a:lnTo>
                  <a:pt x="64" y="78"/>
                </a:lnTo>
                <a:lnTo>
                  <a:pt x="56" y="88"/>
                </a:lnTo>
                <a:lnTo>
                  <a:pt x="56" y="88"/>
                </a:lnTo>
                <a:lnTo>
                  <a:pt x="46" y="94"/>
                </a:lnTo>
                <a:lnTo>
                  <a:pt x="36" y="96"/>
                </a:lnTo>
                <a:lnTo>
                  <a:pt x="36" y="96"/>
                </a:lnTo>
                <a:lnTo>
                  <a:pt x="28" y="94"/>
                </a:lnTo>
                <a:lnTo>
                  <a:pt x="20" y="92"/>
                </a:lnTo>
                <a:lnTo>
                  <a:pt x="14" y="88"/>
                </a:lnTo>
                <a:lnTo>
                  <a:pt x="10" y="84"/>
                </a:lnTo>
                <a:lnTo>
                  <a:pt x="10" y="84"/>
                </a:lnTo>
                <a:lnTo>
                  <a:pt x="4" y="76"/>
                </a:lnTo>
                <a:lnTo>
                  <a:pt x="2" y="68"/>
                </a:lnTo>
                <a:lnTo>
                  <a:pt x="0" y="60"/>
                </a:lnTo>
                <a:lnTo>
                  <a:pt x="0" y="48"/>
                </a:lnTo>
                <a:lnTo>
                  <a:pt x="0" y="48"/>
                </a:lnTo>
                <a:lnTo>
                  <a:pt x="0" y="38"/>
                </a:lnTo>
                <a:lnTo>
                  <a:pt x="2" y="28"/>
                </a:lnTo>
                <a:lnTo>
                  <a:pt x="4" y="18"/>
                </a:lnTo>
                <a:lnTo>
                  <a:pt x="10" y="12"/>
                </a:lnTo>
                <a:lnTo>
                  <a:pt x="10" y="12"/>
                </a:lnTo>
                <a:lnTo>
                  <a:pt x="14" y="6"/>
                </a:lnTo>
                <a:lnTo>
                  <a:pt x="20" y="2"/>
                </a:lnTo>
                <a:lnTo>
                  <a:pt x="28" y="0"/>
                </a:lnTo>
                <a:lnTo>
                  <a:pt x="34" y="0"/>
                </a:lnTo>
                <a:lnTo>
                  <a:pt x="34" y="0"/>
                </a:lnTo>
                <a:lnTo>
                  <a:pt x="42" y="0"/>
                </a:lnTo>
                <a:lnTo>
                  <a:pt x="48" y="2"/>
                </a:lnTo>
                <a:lnTo>
                  <a:pt x="54" y="6"/>
                </a:lnTo>
                <a:lnTo>
                  <a:pt x="58" y="12"/>
                </a:lnTo>
                <a:lnTo>
                  <a:pt x="58" y="12"/>
                </a:lnTo>
                <a:lnTo>
                  <a:pt x="64" y="18"/>
                </a:lnTo>
                <a:lnTo>
                  <a:pt x="66" y="26"/>
                </a:lnTo>
                <a:lnTo>
                  <a:pt x="68" y="36"/>
                </a:lnTo>
                <a:lnTo>
                  <a:pt x="68" y="48"/>
                </a:lnTo>
                <a:lnTo>
                  <a:pt x="68" y="52"/>
                </a:lnTo>
                <a:lnTo>
                  <a:pt x="12" y="52"/>
                </a:lnTo>
                <a:lnTo>
                  <a:pt x="12" y="52"/>
                </a:lnTo>
                <a:lnTo>
                  <a:pt x="14" y="66"/>
                </a:lnTo>
                <a:lnTo>
                  <a:pt x="20" y="74"/>
                </a:lnTo>
                <a:lnTo>
                  <a:pt x="20" y="74"/>
                </a:lnTo>
                <a:lnTo>
                  <a:pt x="26" y="80"/>
                </a:lnTo>
                <a:lnTo>
                  <a:pt x="36" y="82"/>
                </a:lnTo>
                <a:lnTo>
                  <a:pt x="36" y="82"/>
                </a:lnTo>
                <a:lnTo>
                  <a:pt x="42" y="82"/>
                </a:lnTo>
                <a:lnTo>
                  <a:pt x="48" y="78"/>
                </a:lnTo>
                <a:lnTo>
                  <a:pt x="52" y="72"/>
                </a:lnTo>
                <a:lnTo>
                  <a:pt x="56" y="64"/>
                </a:lnTo>
                <a:lnTo>
                  <a:pt x="56" y="64"/>
                </a:lnTo>
                <a:close/>
                <a:moveTo>
                  <a:pt x="14" y="38"/>
                </a:moveTo>
                <a:lnTo>
                  <a:pt x="56" y="38"/>
                </a:lnTo>
                <a:lnTo>
                  <a:pt x="56" y="38"/>
                </a:lnTo>
                <a:lnTo>
                  <a:pt x="54" y="28"/>
                </a:lnTo>
                <a:lnTo>
                  <a:pt x="50" y="20"/>
                </a:lnTo>
                <a:lnTo>
                  <a:pt x="50" y="20"/>
                </a:lnTo>
                <a:lnTo>
                  <a:pt x="44" y="14"/>
                </a:lnTo>
                <a:lnTo>
                  <a:pt x="34" y="12"/>
                </a:lnTo>
                <a:lnTo>
                  <a:pt x="34" y="12"/>
                </a:lnTo>
                <a:lnTo>
                  <a:pt x="26" y="14"/>
                </a:lnTo>
                <a:lnTo>
                  <a:pt x="20" y="20"/>
                </a:lnTo>
                <a:lnTo>
                  <a:pt x="20" y="20"/>
                </a:lnTo>
                <a:lnTo>
                  <a:pt x="16" y="28"/>
                </a:lnTo>
                <a:lnTo>
                  <a:pt x="14" y="38"/>
                </a:lnTo>
                <a:lnTo>
                  <a:pt x="14" y="38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/>
        </p:txBody>
      </p:sp>
      <p:sp>
        <p:nvSpPr>
          <p:cNvPr id="1049513" name="Freeform 145">
            <a:extLst xmlns:a="http://schemas.openxmlformats.org/drawingml/2006/main">
              <a:ext uri="{FF2B5EF4-FFF2-40B4-BE49-F238E27FC236}">
                <a16:creationId xmlns:a16="http://schemas.microsoft.com/office/drawing/2014/main" id="{AABAF703-C78E-4E9F-B012-8E1A7EA96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1709" y="569675"/>
            <a:ext cx="24355" cy="32756"/>
          </a:xfrm>
          <a:custGeom xmlns:a="http://schemas.openxmlformats.org/drawingml/2006/main">
            <a:rect l="0" t="0" r="r" b="b"/>
            <a:pathLst>
              <a:path w="70" h="96">
                <a:moveTo>
                  <a:pt x="56" y="64"/>
                </a:moveTo>
                <a:lnTo>
                  <a:pt x="68" y="66"/>
                </a:lnTo>
                <a:lnTo>
                  <a:pt x="68" y="66"/>
                </a:lnTo>
                <a:lnTo>
                  <a:pt x="64" y="78"/>
                </a:lnTo>
                <a:lnTo>
                  <a:pt x="56" y="88"/>
                </a:lnTo>
                <a:lnTo>
                  <a:pt x="56" y="88"/>
                </a:lnTo>
                <a:lnTo>
                  <a:pt x="48" y="94"/>
                </a:lnTo>
                <a:lnTo>
                  <a:pt x="36" y="96"/>
                </a:lnTo>
                <a:lnTo>
                  <a:pt x="36" y="96"/>
                </a:lnTo>
                <a:lnTo>
                  <a:pt x="28" y="94"/>
                </a:lnTo>
                <a:lnTo>
                  <a:pt x="20" y="92"/>
                </a:lnTo>
                <a:lnTo>
                  <a:pt x="14" y="88"/>
                </a:lnTo>
                <a:lnTo>
                  <a:pt x="10" y="84"/>
                </a:lnTo>
                <a:lnTo>
                  <a:pt x="10" y="84"/>
                </a:lnTo>
                <a:lnTo>
                  <a:pt x="6" y="76"/>
                </a:lnTo>
                <a:lnTo>
                  <a:pt x="2" y="68"/>
                </a:lnTo>
                <a:lnTo>
                  <a:pt x="0" y="60"/>
                </a:lnTo>
                <a:lnTo>
                  <a:pt x="0" y="48"/>
                </a:lnTo>
                <a:lnTo>
                  <a:pt x="0" y="48"/>
                </a:lnTo>
                <a:lnTo>
                  <a:pt x="0" y="38"/>
                </a:lnTo>
                <a:lnTo>
                  <a:pt x="2" y="28"/>
                </a:lnTo>
                <a:lnTo>
                  <a:pt x="6" y="18"/>
                </a:lnTo>
                <a:lnTo>
                  <a:pt x="10" y="12"/>
                </a:lnTo>
                <a:lnTo>
                  <a:pt x="10" y="12"/>
                </a:lnTo>
                <a:lnTo>
                  <a:pt x="14" y="6"/>
                </a:lnTo>
                <a:lnTo>
                  <a:pt x="20" y="2"/>
                </a:lnTo>
                <a:lnTo>
                  <a:pt x="28" y="0"/>
                </a:lnTo>
                <a:lnTo>
                  <a:pt x="34" y="0"/>
                </a:lnTo>
                <a:lnTo>
                  <a:pt x="34" y="0"/>
                </a:lnTo>
                <a:lnTo>
                  <a:pt x="42" y="0"/>
                </a:lnTo>
                <a:lnTo>
                  <a:pt x="48" y="2"/>
                </a:lnTo>
                <a:lnTo>
                  <a:pt x="54" y="6"/>
                </a:lnTo>
                <a:lnTo>
                  <a:pt x="60" y="12"/>
                </a:lnTo>
                <a:lnTo>
                  <a:pt x="60" y="12"/>
                </a:lnTo>
                <a:lnTo>
                  <a:pt x="64" y="18"/>
                </a:lnTo>
                <a:lnTo>
                  <a:pt x="66" y="26"/>
                </a:lnTo>
                <a:lnTo>
                  <a:pt x="68" y="36"/>
                </a:lnTo>
                <a:lnTo>
                  <a:pt x="70" y="48"/>
                </a:lnTo>
                <a:lnTo>
                  <a:pt x="70" y="52"/>
                </a:lnTo>
                <a:lnTo>
                  <a:pt x="12" y="52"/>
                </a:lnTo>
                <a:lnTo>
                  <a:pt x="12" y="52"/>
                </a:lnTo>
                <a:lnTo>
                  <a:pt x="14" y="66"/>
                </a:lnTo>
                <a:lnTo>
                  <a:pt x="20" y="74"/>
                </a:lnTo>
                <a:lnTo>
                  <a:pt x="20" y="74"/>
                </a:lnTo>
                <a:lnTo>
                  <a:pt x="28" y="80"/>
                </a:lnTo>
                <a:lnTo>
                  <a:pt x="36" y="82"/>
                </a:lnTo>
                <a:lnTo>
                  <a:pt x="36" y="82"/>
                </a:lnTo>
                <a:lnTo>
                  <a:pt x="42" y="82"/>
                </a:lnTo>
                <a:lnTo>
                  <a:pt x="48" y="78"/>
                </a:lnTo>
                <a:lnTo>
                  <a:pt x="52" y="72"/>
                </a:lnTo>
                <a:lnTo>
                  <a:pt x="56" y="64"/>
                </a:lnTo>
                <a:lnTo>
                  <a:pt x="56" y="64"/>
                </a:lnTo>
                <a:close/>
                <a:moveTo>
                  <a:pt x="14" y="38"/>
                </a:moveTo>
                <a:lnTo>
                  <a:pt x="56" y="38"/>
                </a:lnTo>
                <a:lnTo>
                  <a:pt x="56" y="38"/>
                </a:lnTo>
                <a:lnTo>
                  <a:pt x="54" y="28"/>
                </a:lnTo>
                <a:lnTo>
                  <a:pt x="50" y="20"/>
                </a:lnTo>
                <a:lnTo>
                  <a:pt x="50" y="20"/>
                </a:lnTo>
                <a:lnTo>
                  <a:pt x="44" y="14"/>
                </a:lnTo>
                <a:lnTo>
                  <a:pt x="34" y="12"/>
                </a:lnTo>
                <a:lnTo>
                  <a:pt x="34" y="12"/>
                </a:lnTo>
                <a:lnTo>
                  <a:pt x="26" y="14"/>
                </a:lnTo>
                <a:lnTo>
                  <a:pt x="20" y="20"/>
                </a:lnTo>
                <a:lnTo>
                  <a:pt x="20" y="20"/>
                </a:lnTo>
                <a:lnTo>
                  <a:pt x="16" y="28"/>
                </a:lnTo>
                <a:lnTo>
                  <a:pt x="14" y="38"/>
                </a:lnTo>
                <a:lnTo>
                  <a:pt x="14" y="38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/>
        </p:txBody>
      </p:sp>
      <p:sp>
        <p:nvSpPr>
          <p:cNvPr id="1049514" name="Freeform 146">
            <a:extLst xmlns:a="http://schemas.openxmlformats.org/drawingml/2006/main">
              <a:ext uri="{FF2B5EF4-FFF2-40B4-BE49-F238E27FC236}">
                <a16:creationId xmlns:a16="http://schemas.microsoft.com/office/drawing/2014/main" id="{2CC3B937-49F8-40EB-9126-0FC4E8E5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09544" y="569675"/>
            <a:ext cx="14613" cy="32073"/>
          </a:xfrm>
          <a:custGeom xmlns:a="http://schemas.openxmlformats.org/drawingml/2006/main">
            <a:rect l="0" t="0" r="r" b="b"/>
            <a:pathLst>
              <a:path w="42" h="94">
                <a:moveTo>
                  <a:pt x="0" y="94"/>
                </a:moveTo>
                <a:lnTo>
                  <a:pt x="0" y="2"/>
                </a:lnTo>
                <a:lnTo>
                  <a:pt x="12" y="2"/>
                </a:lnTo>
                <a:lnTo>
                  <a:pt x="12" y="16"/>
                </a:lnTo>
                <a:lnTo>
                  <a:pt x="12" y="16"/>
                </a:lnTo>
                <a:lnTo>
                  <a:pt x="16" y="8"/>
                </a:lnTo>
                <a:lnTo>
                  <a:pt x="20" y="2"/>
                </a:lnTo>
                <a:lnTo>
                  <a:pt x="20" y="2"/>
                </a:lnTo>
                <a:lnTo>
                  <a:pt x="24" y="0"/>
                </a:lnTo>
                <a:lnTo>
                  <a:pt x="28" y="0"/>
                </a:lnTo>
                <a:lnTo>
                  <a:pt x="28" y="0"/>
                </a:lnTo>
                <a:lnTo>
                  <a:pt x="34" y="0"/>
                </a:lnTo>
                <a:lnTo>
                  <a:pt x="42" y="4"/>
                </a:lnTo>
                <a:lnTo>
                  <a:pt x="36" y="18"/>
                </a:lnTo>
                <a:lnTo>
                  <a:pt x="36" y="18"/>
                </a:lnTo>
                <a:lnTo>
                  <a:pt x="32" y="16"/>
                </a:lnTo>
                <a:lnTo>
                  <a:pt x="28" y="16"/>
                </a:lnTo>
                <a:lnTo>
                  <a:pt x="28" y="16"/>
                </a:lnTo>
                <a:lnTo>
                  <a:pt x="24" y="16"/>
                </a:lnTo>
                <a:lnTo>
                  <a:pt x="20" y="18"/>
                </a:lnTo>
                <a:lnTo>
                  <a:pt x="20" y="18"/>
                </a:lnTo>
                <a:lnTo>
                  <a:pt x="18" y="22"/>
                </a:lnTo>
                <a:lnTo>
                  <a:pt x="16" y="26"/>
                </a:lnTo>
                <a:lnTo>
                  <a:pt x="16" y="26"/>
                </a:lnTo>
                <a:lnTo>
                  <a:pt x="14" y="36"/>
                </a:lnTo>
                <a:lnTo>
                  <a:pt x="14" y="46"/>
                </a:lnTo>
                <a:lnTo>
                  <a:pt x="14" y="94"/>
                </a:lnTo>
                <a:lnTo>
                  <a:pt x="0" y="94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/>
        </p:txBody>
      </p:sp>
      <p:sp>
        <p:nvSpPr>
          <p:cNvPr id="1049515" name="Freeform 147">
            <a:extLst xmlns:a="http://schemas.openxmlformats.org/drawingml/2006/main">
              <a:ext uri="{FF2B5EF4-FFF2-40B4-BE49-F238E27FC236}">
                <a16:creationId xmlns:a16="http://schemas.microsoft.com/office/drawing/2014/main" id="{FC582BAE-2E84-4818-A308-3F7E66E3D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24853" y="558074"/>
            <a:ext cx="4175" cy="43674"/>
          </a:xfrm>
          <a:custGeom xmlns:a="http://schemas.openxmlformats.org/drawingml/2006/main">
            <a:rect l="0" t="0" r="r" b="b"/>
            <a:pathLst>
              <a:path w="12" h="128">
                <a:moveTo>
                  <a:pt x="0" y="18"/>
                </a:moveTo>
                <a:lnTo>
                  <a:pt x="0" y="0"/>
                </a:lnTo>
                <a:lnTo>
                  <a:pt x="12" y="0"/>
                </a:lnTo>
                <a:lnTo>
                  <a:pt x="12" y="18"/>
                </a:lnTo>
                <a:lnTo>
                  <a:pt x="0" y="18"/>
                </a:lnTo>
                <a:close/>
                <a:moveTo>
                  <a:pt x="0" y="128"/>
                </a:moveTo>
                <a:lnTo>
                  <a:pt x="0" y="36"/>
                </a:lnTo>
                <a:lnTo>
                  <a:pt x="12" y="36"/>
                </a:lnTo>
                <a:lnTo>
                  <a:pt x="12" y="128"/>
                </a:lnTo>
                <a:lnTo>
                  <a:pt x="0" y="128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/>
        </p:txBody>
      </p:sp>
      <p:sp>
        <p:nvSpPr>
          <p:cNvPr id="1049516" name="Freeform 148">
            <a:extLst xmlns:a="http://schemas.openxmlformats.org/drawingml/2006/main">
              <a:ext uri="{FF2B5EF4-FFF2-40B4-BE49-F238E27FC236}">
                <a16:creationId xmlns:a16="http://schemas.microsoft.com/office/drawing/2014/main" id="{1863E9B7-137B-431C-991F-FED853982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34595" y="569675"/>
            <a:ext cx="21572" cy="32073"/>
          </a:xfrm>
          <a:custGeom xmlns:a="http://schemas.openxmlformats.org/drawingml/2006/main">
            <a:rect l="0" t="0" r="r" b="b"/>
            <a:pathLst>
              <a:path w="62" h="94">
                <a:moveTo>
                  <a:pt x="0" y="94"/>
                </a:moveTo>
                <a:lnTo>
                  <a:pt x="0" y="2"/>
                </a:lnTo>
                <a:lnTo>
                  <a:pt x="12" y="2"/>
                </a:lnTo>
                <a:lnTo>
                  <a:pt x="12" y="14"/>
                </a:lnTo>
                <a:lnTo>
                  <a:pt x="12" y="14"/>
                </a:lnTo>
                <a:lnTo>
                  <a:pt x="16" y="8"/>
                </a:lnTo>
                <a:lnTo>
                  <a:pt x="22" y="4"/>
                </a:lnTo>
                <a:lnTo>
                  <a:pt x="22" y="4"/>
                </a:lnTo>
                <a:lnTo>
                  <a:pt x="28" y="0"/>
                </a:lnTo>
                <a:lnTo>
                  <a:pt x="36" y="0"/>
                </a:lnTo>
                <a:lnTo>
                  <a:pt x="36" y="0"/>
                </a:lnTo>
                <a:lnTo>
                  <a:pt x="42" y="0"/>
                </a:lnTo>
                <a:lnTo>
                  <a:pt x="46" y="2"/>
                </a:lnTo>
                <a:lnTo>
                  <a:pt x="46" y="2"/>
                </a:lnTo>
                <a:lnTo>
                  <a:pt x="56" y="8"/>
                </a:lnTo>
                <a:lnTo>
                  <a:pt x="56" y="8"/>
                </a:lnTo>
                <a:lnTo>
                  <a:pt x="58" y="12"/>
                </a:lnTo>
                <a:lnTo>
                  <a:pt x="60" y="18"/>
                </a:lnTo>
                <a:lnTo>
                  <a:pt x="60" y="18"/>
                </a:lnTo>
                <a:lnTo>
                  <a:pt x="62" y="36"/>
                </a:lnTo>
                <a:lnTo>
                  <a:pt x="62" y="94"/>
                </a:lnTo>
                <a:lnTo>
                  <a:pt x="48" y="94"/>
                </a:lnTo>
                <a:lnTo>
                  <a:pt x="48" y="38"/>
                </a:lnTo>
                <a:lnTo>
                  <a:pt x="48" y="38"/>
                </a:lnTo>
                <a:lnTo>
                  <a:pt x="46" y="22"/>
                </a:lnTo>
                <a:lnTo>
                  <a:pt x="46" y="22"/>
                </a:lnTo>
                <a:lnTo>
                  <a:pt x="44" y="18"/>
                </a:lnTo>
                <a:lnTo>
                  <a:pt x="42" y="16"/>
                </a:lnTo>
                <a:lnTo>
                  <a:pt x="42" y="16"/>
                </a:lnTo>
                <a:lnTo>
                  <a:pt x="38" y="14"/>
                </a:lnTo>
                <a:lnTo>
                  <a:pt x="32" y="12"/>
                </a:lnTo>
                <a:lnTo>
                  <a:pt x="32" y="12"/>
                </a:lnTo>
                <a:lnTo>
                  <a:pt x="24" y="14"/>
                </a:lnTo>
                <a:lnTo>
                  <a:pt x="18" y="20"/>
                </a:lnTo>
                <a:lnTo>
                  <a:pt x="18" y="20"/>
                </a:lnTo>
                <a:lnTo>
                  <a:pt x="14" y="28"/>
                </a:lnTo>
                <a:lnTo>
                  <a:pt x="12" y="44"/>
                </a:lnTo>
                <a:lnTo>
                  <a:pt x="12" y="94"/>
                </a:lnTo>
                <a:lnTo>
                  <a:pt x="0" y="94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/>
        </p:txBody>
      </p:sp>
      <p:sp>
        <p:nvSpPr>
          <p:cNvPr id="1049517" name="Freeform 149">
            <a:extLst xmlns:a="http://schemas.openxmlformats.org/drawingml/2006/main">
              <a:ext uri="{FF2B5EF4-FFF2-40B4-BE49-F238E27FC236}">
                <a16:creationId xmlns:a16="http://schemas.microsoft.com/office/drawing/2014/main" id="{04AFFE99-6513-45F7-8970-9F1CA1F8D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9647" y="569675"/>
            <a:ext cx="22963" cy="44357"/>
          </a:xfrm>
          <a:custGeom xmlns:a="http://schemas.openxmlformats.org/drawingml/2006/main">
            <a:rect l="0" t="0" r="r" b="b"/>
            <a:pathLst>
              <a:path w="66" h="130">
                <a:moveTo>
                  <a:pt x="2" y="102"/>
                </a:moveTo>
                <a:lnTo>
                  <a:pt x="14" y="104"/>
                </a:lnTo>
                <a:lnTo>
                  <a:pt x="14" y="104"/>
                </a:lnTo>
                <a:lnTo>
                  <a:pt x="16" y="110"/>
                </a:lnTo>
                <a:lnTo>
                  <a:pt x="20" y="114"/>
                </a:lnTo>
                <a:lnTo>
                  <a:pt x="20" y="114"/>
                </a:lnTo>
                <a:lnTo>
                  <a:pt x="24" y="116"/>
                </a:lnTo>
                <a:lnTo>
                  <a:pt x="32" y="118"/>
                </a:lnTo>
                <a:lnTo>
                  <a:pt x="32" y="118"/>
                </a:lnTo>
                <a:lnTo>
                  <a:pt x="40" y="116"/>
                </a:lnTo>
                <a:lnTo>
                  <a:pt x="44" y="114"/>
                </a:lnTo>
                <a:lnTo>
                  <a:pt x="44" y="114"/>
                </a:lnTo>
                <a:lnTo>
                  <a:pt x="50" y="108"/>
                </a:lnTo>
                <a:lnTo>
                  <a:pt x="52" y="102"/>
                </a:lnTo>
                <a:lnTo>
                  <a:pt x="52" y="102"/>
                </a:lnTo>
                <a:lnTo>
                  <a:pt x="52" y="82"/>
                </a:lnTo>
                <a:lnTo>
                  <a:pt x="52" y="82"/>
                </a:lnTo>
                <a:lnTo>
                  <a:pt x="48" y="86"/>
                </a:lnTo>
                <a:lnTo>
                  <a:pt x="44" y="90"/>
                </a:lnTo>
                <a:lnTo>
                  <a:pt x="44" y="90"/>
                </a:lnTo>
                <a:lnTo>
                  <a:pt x="38" y="92"/>
                </a:lnTo>
                <a:lnTo>
                  <a:pt x="32" y="94"/>
                </a:lnTo>
                <a:lnTo>
                  <a:pt x="32" y="94"/>
                </a:lnTo>
                <a:lnTo>
                  <a:pt x="26" y="92"/>
                </a:lnTo>
                <a:lnTo>
                  <a:pt x="20" y="90"/>
                </a:lnTo>
                <a:lnTo>
                  <a:pt x="14" y="86"/>
                </a:lnTo>
                <a:lnTo>
                  <a:pt x="10" y="82"/>
                </a:lnTo>
                <a:lnTo>
                  <a:pt x="10" y="82"/>
                </a:lnTo>
                <a:lnTo>
                  <a:pt x="6" y="74"/>
                </a:lnTo>
                <a:lnTo>
                  <a:pt x="2" y="66"/>
                </a:lnTo>
                <a:lnTo>
                  <a:pt x="0" y="58"/>
                </a:lnTo>
                <a:lnTo>
                  <a:pt x="0" y="46"/>
                </a:lnTo>
                <a:lnTo>
                  <a:pt x="0" y="46"/>
                </a:lnTo>
                <a:lnTo>
                  <a:pt x="0" y="32"/>
                </a:lnTo>
                <a:lnTo>
                  <a:pt x="4" y="20"/>
                </a:lnTo>
                <a:lnTo>
                  <a:pt x="4" y="20"/>
                </a:lnTo>
                <a:lnTo>
                  <a:pt x="10" y="12"/>
                </a:lnTo>
                <a:lnTo>
                  <a:pt x="16" y="4"/>
                </a:lnTo>
                <a:lnTo>
                  <a:pt x="16" y="4"/>
                </a:lnTo>
                <a:lnTo>
                  <a:pt x="24" y="0"/>
                </a:lnTo>
                <a:lnTo>
                  <a:pt x="32" y="0"/>
                </a:lnTo>
                <a:lnTo>
                  <a:pt x="32" y="0"/>
                </a:lnTo>
                <a:lnTo>
                  <a:pt x="38" y="0"/>
                </a:lnTo>
                <a:lnTo>
                  <a:pt x="44" y="2"/>
                </a:lnTo>
                <a:lnTo>
                  <a:pt x="44" y="2"/>
                </a:lnTo>
                <a:lnTo>
                  <a:pt x="50" y="6"/>
                </a:lnTo>
                <a:lnTo>
                  <a:pt x="54" y="12"/>
                </a:lnTo>
                <a:lnTo>
                  <a:pt x="54" y="2"/>
                </a:lnTo>
                <a:lnTo>
                  <a:pt x="66" y="2"/>
                </a:lnTo>
                <a:lnTo>
                  <a:pt x="66" y="80"/>
                </a:lnTo>
                <a:lnTo>
                  <a:pt x="66" y="80"/>
                </a:lnTo>
                <a:lnTo>
                  <a:pt x="64" y="100"/>
                </a:lnTo>
                <a:lnTo>
                  <a:pt x="62" y="112"/>
                </a:lnTo>
                <a:lnTo>
                  <a:pt x="62" y="112"/>
                </a:lnTo>
                <a:lnTo>
                  <a:pt x="58" y="120"/>
                </a:lnTo>
                <a:lnTo>
                  <a:pt x="52" y="126"/>
                </a:lnTo>
                <a:lnTo>
                  <a:pt x="52" y="126"/>
                </a:lnTo>
                <a:lnTo>
                  <a:pt x="42" y="130"/>
                </a:lnTo>
                <a:lnTo>
                  <a:pt x="32" y="130"/>
                </a:lnTo>
                <a:lnTo>
                  <a:pt x="32" y="130"/>
                </a:lnTo>
                <a:lnTo>
                  <a:pt x="20" y="128"/>
                </a:lnTo>
                <a:lnTo>
                  <a:pt x="14" y="126"/>
                </a:lnTo>
                <a:lnTo>
                  <a:pt x="10" y="122"/>
                </a:lnTo>
                <a:lnTo>
                  <a:pt x="10" y="122"/>
                </a:lnTo>
                <a:lnTo>
                  <a:pt x="6" y="118"/>
                </a:lnTo>
                <a:lnTo>
                  <a:pt x="4" y="114"/>
                </a:lnTo>
                <a:lnTo>
                  <a:pt x="2" y="102"/>
                </a:lnTo>
                <a:lnTo>
                  <a:pt x="2" y="102"/>
                </a:lnTo>
                <a:close/>
                <a:moveTo>
                  <a:pt x="12" y="46"/>
                </a:moveTo>
                <a:lnTo>
                  <a:pt x="12" y="46"/>
                </a:lnTo>
                <a:lnTo>
                  <a:pt x="14" y="62"/>
                </a:lnTo>
                <a:lnTo>
                  <a:pt x="18" y="72"/>
                </a:lnTo>
                <a:lnTo>
                  <a:pt x="18" y="72"/>
                </a:lnTo>
                <a:lnTo>
                  <a:pt x="26" y="78"/>
                </a:lnTo>
                <a:lnTo>
                  <a:pt x="34" y="80"/>
                </a:lnTo>
                <a:lnTo>
                  <a:pt x="34" y="80"/>
                </a:lnTo>
                <a:lnTo>
                  <a:pt x="42" y="78"/>
                </a:lnTo>
                <a:lnTo>
                  <a:pt x="48" y="72"/>
                </a:lnTo>
                <a:lnTo>
                  <a:pt x="48" y="72"/>
                </a:lnTo>
                <a:lnTo>
                  <a:pt x="52" y="62"/>
                </a:lnTo>
                <a:lnTo>
                  <a:pt x="54" y="46"/>
                </a:lnTo>
                <a:lnTo>
                  <a:pt x="54" y="46"/>
                </a:lnTo>
                <a:lnTo>
                  <a:pt x="52" y="32"/>
                </a:lnTo>
                <a:lnTo>
                  <a:pt x="48" y="20"/>
                </a:lnTo>
                <a:lnTo>
                  <a:pt x="48" y="20"/>
                </a:lnTo>
                <a:lnTo>
                  <a:pt x="40" y="14"/>
                </a:lnTo>
                <a:lnTo>
                  <a:pt x="32" y="12"/>
                </a:lnTo>
                <a:lnTo>
                  <a:pt x="32" y="12"/>
                </a:lnTo>
                <a:lnTo>
                  <a:pt x="26" y="14"/>
                </a:lnTo>
                <a:lnTo>
                  <a:pt x="18" y="20"/>
                </a:lnTo>
                <a:lnTo>
                  <a:pt x="18" y="20"/>
                </a:lnTo>
                <a:lnTo>
                  <a:pt x="14" y="32"/>
                </a:lnTo>
                <a:lnTo>
                  <a:pt x="12" y="46"/>
                </a:lnTo>
                <a:lnTo>
                  <a:pt x="12" y="46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/>
        </p:txBody>
      </p:sp>
      <p:sp>
        <p:nvSpPr>
          <p:cNvPr id="1049518" name="Freeform 150">
            <a:extLst xmlns:a="http://schemas.openxmlformats.org/drawingml/2006/main">
              <a:ext uri="{FF2B5EF4-FFF2-40B4-BE49-F238E27FC236}">
                <a16:creationId xmlns:a16="http://schemas.microsoft.com/office/drawing/2014/main" id="{49B91007-4195-47D9-953C-FBA4F0245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97224" y="558074"/>
            <a:ext cx="29226" cy="43674"/>
          </a:xfrm>
          <a:custGeom xmlns:a="http://schemas.openxmlformats.org/drawingml/2006/main">
            <a:rect l="0" t="0" r="r" b="b"/>
            <a:pathLst>
              <a:path w="84" h="128">
                <a:moveTo>
                  <a:pt x="34" y="128"/>
                </a:moveTo>
                <a:lnTo>
                  <a:pt x="34" y="16"/>
                </a:lnTo>
                <a:lnTo>
                  <a:pt x="0" y="16"/>
                </a:lnTo>
                <a:lnTo>
                  <a:pt x="0" y="0"/>
                </a:lnTo>
                <a:lnTo>
                  <a:pt x="84" y="0"/>
                </a:lnTo>
                <a:lnTo>
                  <a:pt x="84" y="16"/>
                </a:lnTo>
                <a:lnTo>
                  <a:pt x="48" y="16"/>
                </a:lnTo>
                <a:lnTo>
                  <a:pt x="48" y="128"/>
                </a:lnTo>
                <a:lnTo>
                  <a:pt x="34" y="128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/>
        </p:txBody>
      </p:sp>
      <p:sp>
        <p:nvSpPr>
          <p:cNvPr id="1049519" name="Freeform 151">
            <a:extLst xmlns:a="http://schemas.openxmlformats.org/drawingml/2006/main">
              <a:ext uri="{FF2B5EF4-FFF2-40B4-BE49-F238E27FC236}">
                <a16:creationId xmlns:a16="http://schemas.microsoft.com/office/drawing/2014/main" id="{266F4C60-A922-455F-938C-70B4F25F3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21579" y="569675"/>
            <a:ext cx="24355" cy="32756"/>
          </a:xfrm>
          <a:custGeom xmlns:a="http://schemas.openxmlformats.org/drawingml/2006/main">
            <a:rect l="0" t="0" r="r" b="b"/>
            <a:pathLst>
              <a:path w="70" h="96">
                <a:moveTo>
                  <a:pt x="56" y="64"/>
                </a:moveTo>
                <a:lnTo>
                  <a:pt x="70" y="66"/>
                </a:lnTo>
                <a:lnTo>
                  <a:pt x="70" y="66"/>
                </a:lnTo>
                <a:lnTo>
                  <a:pt x="64" y="78"/>
                </a:lnTo>
                <a:lnTo>
                  <a:pt x="58" y="88"/>
                </a:lnTo>
                <a:lnTo>
                  <a:pt x="58" y="88"/>
                </a:lnTo>
                <a:lnTo>
                  <a:pt x="48" y="94"/>
                </a:lnTo>
                <a:lnTo>
                  <a:pt x="36" y="96"/>
                </a:lnTo>
                <a:lnTo>
                  <a:pt x="36" y="96"/>
                </a:lnTo>
                <a:lnTo>
                  <a:pt x="28" y="94"/>
                </a:lnTo>
                <a:lnTo>
                  <a:pt x="22" y="92"/>
                </a:lnTo>
                <a:lnTo>
                  <a:pt x="16" y="88"/>
                </a:lnTo>
                <a:lnTo>
                  <a:pt x="10" y="84"/>
                </a:lnTo>
                <a:lnTo>
                  <a:pt x="10" y="84"/>
                </a:lnTo>
                <a:lnTo>
                  <a:pt x="6" y="76"/>
                </a:lnTo>
                <a:lnTo>
                  <a:pt x="2" y="68"/>
                </a:lnTo>
                <a:lnTo>
                  <a:pt x="0" y="60"/>
                </a:lnTo>
                <a:lnTo>
                  <a:pt x="0" y="48"/>
                </a:lnTo>
                <a:lnTo>
                  <a:pt x="0" y="48"/>
                </a:lnTo>
                <a:lnTo>
                  <a:pt x="0" y="38"/>
                </a:lnTo>
                <a:lnTo>
                  <a:pt x="2" y="28"/>
                </a:lnTo>
                <a:lnTo>
                  <a:pt x="6" y="18"/>
                </a:lnTo>
                <a:lnTo>
                  <a:pt x="10" y="12"/>
                </a:lnTo>
                <a:lnTo>
                  <a:pt x="10" y="12"/>
                </a:lnTo>
                <a:lnTo>
                  <a:pt x="16" y="6"/>
                </a:lnTo>
                <a:lnTo>
                  <a:pt x="22" y="2"/>
                </a:lnTo>
                <a:lnTo>
                  <a:pt x="28" y="0"/>
                </a:lnTo>
                <a:lnTo>
                  <a:pt x="36" y="0"/>
                </a:lnTo>
                <a:lnTo>
                  <a:pt x="36" y="0"/>
                </a:lnTo>
                <a:lnTo>
                  <a:pt x="42" y="0"/>
                </a:lnTo>
                <a:lnTo>
                  <a:pt x="50" y="2"/>
                </a:lnTo>
                <a:lnTo>
                  <a:pt x="54" y="6"/>
                </a:lnTo>
                <a:lnTo>
                  <a:pt x="60" y="12"/>
                </a:lnTo>
                <a:lnTo>
                  <a:pt x="60" y="12"/>
                </a:lnTo>
                <a:lnTo>
                  <a:pt x="64" y="18"/>
                </a:lnTo>
                <a:lnTo>
                  <a:pt x="68" y="26"/>
                </a:lnTo>
                <a:lnTo>
                  <a:pt x="70" y="36"/>
                </a:lnTo>
                <a:lnTo>
                  <a:pt x="70" y="48"/>
                </a:lnTo>
                <a:lnTo>
                  <a:pt x="70" y="52"/>
                </a:lnTo>
                <a:lnTo>
                  <a:pt x="14" y="52"/>
                </a:lnTo>
                <a:lnTo>
                  <a:pt x="14" y="52"/>
                </a:lnTo>
                <a:lnTo>
                  <a:pt x="16" y="66"/>
                </a:lnTo>
                <a:lnTo>
                  <a:pt x="20" y="74"/>
                </a:lnTo>
                <a:lnTo>
                  <a:pt x="20" y="74"/>
                </a:lnTo>
                <a:lnTo>
                  <a:pt x="28" y="80"/>
                </a:lnTo>
                <a:lnTo>
                  <a:pt x="36" y="82"/>
                </a:lnTo>
                <a:lnTo>
                  <a:pt x="36" y="82"/>
                </a:lnTo>
                <a:lnTo>
                  <a:pt x="42" y="82"/>
                </a:lnTo>
                <a:lnTo>
                  <a:pt x="48" y="78"/>
                </a:lnTo>
                <a:lnTo>
                  <a:pt x="52" y="72"/>
                </a:lnTo>
                <a:lnTo>
                  <a:pt x="56" y="64"/>
                </a:lnTo>
                <a:lnTo>
                  <a:pt x="56" y="64"/>
                </a:lnTo>
                <a:close/>
                <a:moveTo>
                  <a:pt x="14" y="38"/>
                </a:moveTo>
                <a:lnTo>
                  <a:pt x="56" y="38"/>
                </a:lnTo>
                <a:lnTo>
                  <a:pt x="56" y="38"/>
                </a:lnTo>
                <a:lnTo>
                  <a:pt x="54" y="28"/>
                </a:lnTo>
                <a:lnTo>
                  <a:pt x="52" y="20"/>
                </a:lnTo>
                <a:lnTo>
                  <a:pt x="52" y="20"/>
                </a:lnTo>
                <a:lnTo>
                  <a:pt x="44" y="14"/>
                </a:lnTo>
                <a:lnTo>
                  <a:pt x="36" y="12"/>
                </a:lnTo>
                <a:lnTo>
                  <a:pt x="36" y="12"/>
                </a:lnTo>
                <a:lnTo>
                  <a:pt x="28" y="14"/>
                </a:lnTo>
                <a:lnTo>
                  <a:pt x="20" y="20"/>
                </a:lnTo>
                <a:lnTo>
                  <a:pt x="20" y="20"/>
                </a:lnTo>
                <a:lnTo>
                  <a:pt x="16" y="28"/>
                </a:lnTo>
                <a:lnTo>
                  <a:pt x="14" y="38"/>
                </a:lnTo>
                <a:lnTo>
                  <a:pt x="14" y="38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/>
        </p:txBody>
      </p:sp>
      <p:sp>
        <p:nvSpPr>
          <p:cNvPr id="1049520" name="Freeform 152">
            <a:extLst xmlns:a="http://schemas.openxmlformats.org/drawingml/2006/main">
              <a:ext uri="{FF2B5EF4-FFF2-40B4-BE49-F238E27FC236}">
                <a16:creationId xmlns:a16="http://schemas.microsoft.com/office/drawing/2014/main" id="{6A97A634-81D1-4DD5-8336-257C0060E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48718" y="569675"/>
            <a:ext cx="22267" cy="32756"/>
          </a:xfrm>
          <a:custGeom xmlns:a="http://schemas.openxmlformats.org/drawingml/2006/main">
            <a:rect l="0" t="0" r="r" b="b"/>
            <a:pathLst>
              <a:path w="64" h="96">
                <a:moveTo>
                  <a:pt x="52" y="60"/>
                </a:moveTo>
                <a:lnTo>
                  <a:pt x="64" y="62"/>
                </a:lnTo>
                <a:lnTo>
                  <a:pt x="64" y="62"/>
                </a:lnTo>
                <a:lnTo>
                  <a:pt x="62" y="76"/>
                </a:lnTo>
                <a:lnTo>
                  <a:pt x="58" y="82"/>
                </a:lnTo>
                <a:lnTo>
                  <a:pt x="54" y="86"/>
                </a:lnTo>
                <a:lnTo>
                  <a:pt x="54" y="86"/>
                </a:lnTo>
                <a:lnTo>
                  <a:pt x="44" y="94"/>
                </a:lnTo>
                <a:lnTo>
                  <a:pt x="34" y="96"/>
                </a:lnTo>
                <a:lnTo>
                  <a:pt x="34" y="96"/>
                </a:lnTo>
                <a:lnTo>
                  <a:pt x="26" y="94"/>
                </a:lnTo>
                <a:lnTo>
                  <a:pt x="20" y="92"/>
                </a:lnTo>
                <a:lnTo>
                  <a:pt x="14" y="88"/>
                </a:lnTo>
                <a:lnTo>
                  <a:pt x="8" y="84"/>
                </a:lnTo>
                <a:lnTo>
                  <a:pt x="8" y="84"/>
                </a:lnTo>
                <a:lnTo>
                  <a:pt x="4" y="76"/>
                </a:lnTo>
                <a:lnTo>
                  <a:pt x="2" y="68"/>
                </a:lnTo>
                <a:lnTo>
                  <a:pt x="0" y="58"/>
                </a:lnTo>
                <a:lnTo>
                  <a:pt x="0" y="48"/>
                </a:lnTo>
                <a:lnTo>
                  <a:pt x="0" y="48"/>
                </a:lnTo>
                <a:lnTo>
                  <a:pt x="0" y="36"/>
                </a:lnTo>
                <a:lnTo>
                  <a:pt x="2" y="26"/>
                </a:lnTo>
                <a:lnTo>
                  <a:pt x="4" y="18"/>
                </a:lnTo>
                <a:lnTo>
                  <a:pt x="8" y="12"/>
                </a:lnTo>
                <a:lnTo>
                  <a:pt x="8" y="12"/>
                </a:lnTo>
                <a:lnTo>
                  <a:pt x="14" y="6"/>
                </a:lnTo>
                <a:lnTo>
                  <a:pt x="20" y="2"/>
                </a:lnTo>
                <a:lnTo>
                  <a:pt x="26" y="0"/>
                </a:lnTo>
                <a:lnTo>
                  <a:pt x="34" y="0"/>
                </a:lnTo>
                <a:lnTo>
                  <a:pt x="34" y="0"/>
                </a:lnTo>
                <a:lnTo>
                  <a:pt x="44" y="2"/>
                </a:lnTo>
                <a:lnTo>
                  <a:pt x="54" y="6"/>
                </a:lnTo>
                <a:lnTo>
                  <a:pt x="54" y="6"/>
                </a:lnTo>
                <a:lnTo>
                  <a:pt x="60" y="16"/>
                </a:lnTo>
                <a:lnTo>
                  <a:pt x="64" y="28"/>
                </a:lnTo>
                <a:lnTo>
                  <a:pt x="52" y="30"/>
                </a:lnTo>
                <a:lnTo>
                  <a:pt x="52" y="30"/>
                </a:lnTo>
                <a:lnTo>
                  <a:pt x="48" y="22"/>
                </a:lnTo>
                <a:lnTo>
                  <a:pt x="44" y="16"/>
                </a:lnTo>
                <a:lnTo>
                  <a:pt x="44" y="16"/>
                </a:lnTo>
                <a:lnTo>
                  <a:pt x="40" y="14"/>
                </a:lnTo>
                <a:lnTo>
                  <a:pt x="34" y="12"/>
                </a:lnTo>
                <a:lnTo>
                  <a:pt x="34" y="12"/>
                </a:lnTo>
                <a:lnTo>
                  <a:pt x="26" y="14"/>
                </a:lnTo>
                <a:lnTo>
                  <a:pt x="18" y="20"/>
                </a:lnTo>
                <a:lnTo>
                  <a:pt x="18" y="20"/>
                </a:lnTo>
                <a:lnTo>
                  <a:pt x="16" y="26"/>
                </a:lnTo>
                <a:lnTo>
                  <a:pt x="14" y="32"/>
                </a:lnTo>
                <a:lnTo>
                  <a:pt x="12" y="48"/>
                </a:lnTo>
                <a:lnTo>
                  <a:pt x="12" y="48"/>
                </a:lnTo>
                <a:lnTo>
                  <a:pt x="14" y="64"/>
                </a:lnTo>
                <a:lnTo>
                  <a:pt x="18" y="74"/>
                </a:lnTo>
                <a:lnTo>
                  <a:pt x="18" y="74"/>
                </a:lnTo>
                <a:lnTo>
                  <a:pt x="24" y="80"/>
                </a:lnTo>
                <a:lnTo>
                  <a:pt x="34" y="82"/>
                </a:lnTo>
                <a:lnTo>
                  <a:pt x="34" y="82"/>
                </a:lnTo>
                <a:lnTo>
                  <a:pt x="40" y="82"/>
                </a:lnTo>
                <a:lnTo>
                  <a:pt x="46" y="78"/>
                </a:lnTo>
                <a:lnTo>
                  <a:pt x="46" y="78"/>
                </a:lnTo>
                <a:lnTo>
                  <a:pt x="50" y="70"/>
                </a:lnTo>
                <a:lnTo>
                  <a:pt x="52" y="60"/>
                </a:lnTo>
                <a:lnTo>
                  <a:pt x="52" y="60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/>
        </p:txBody>
      </p:sp>
      <p:sp>
        <p:nvSpPr>
          <p:cNvPr id="1049521" name="Freeform 153">
            <a:extLst xmlns:a="http://schemas.openxmlformats.org/drawingml/2006/main">
              <a:ext uri="{FF2B5EF4-FFF2-40B4-BE49-F238E27FC236}">
                <a16:creationId xmlns:a16="http://schemas.microsoft.com/office/drawing/2014/main" id="{A71EC45A-E32E-4B6E-A511-E5639137B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3770" y="558074"/>
            <a:ext cx="20876" cy="43674"/>
          </a:xfrm>
          <a:custGeom xmlns:a="http://schemas.openxmlformats.org/drawingml/2006/main">
            <a:rect l="0" t="0" r="r" b="b"/>
            <a:pathLst>
              <a:path w="60" h="128">
                <a:moveTo>
                  <a:pt x="0" y="128"/>
                </a:moveTo>
                <a:lnTo>
                  <a:pt x="0" y="0"/>
                </a:lnTo>
                <a:lnTo>
                  <a:pt x="12" y="0"/>
                </a:lnTo>
                <a:lnTo>
                  <a:pt x="12" y="46"/>
                </a:lnTo>
                <a:lnTo>
                  <a:pt x="12" y="46"/>
                </a:lnTo>
                <a:lnTo>
                  <a:pt x="16" y="40"/>
                </a:lnTo>
                <a:lnTo>
                  <a:pt x="22" y="36"/>
                </a:lnTo>
                <a:lnTo>
                  <a:pt x="22" y="36"/>
                </a:lnTo>
                <a:lnTo>
                  <a:pt x="28" y="34"/>
                </a:lnTo>
                <a:lnTo>
                  <a:pt x="34" y="34"/>
                </a:lnTo>
                <a:lnTo>
                  <a:pt x="34" y="34"/>
                </a:lnTo>
                <a:lnTo>
                  <a:pt x="46" y="36"/>
                </a:lnTo>
                <a:lnTo>
                  <a:pt x="54" y="42"/>
                </a:lnTo>
                <a:lnTo>
                  <a:pt x="54" y="42"/>
                </a:lnTo>
                <a:lnTo>
                  <a:pt x="56" y="46"/>
                </a:lnTo>
                <a:lnTo>
                  <a:pt x="58" y="52"/>
                </a:lnTo>
                <a:lnTo>
                  <a:pt x="60" y="70"/>
                </a:lnTo>
                <a:lnTo>
                  <a:pt x="60" y="128"/>
                </a:lnTo>
                <a:lnTo>
                  <a:pt x="48" y="128"/>
                </a:lnTo>
                <a:lnTo>
                  <a:pt x="48" y="70"/>
                </a:lnTo>
                <a:lnTo>
                  <a:pt x="48" y="70"/>
                </a:lnTo>
                <a:lnTo>
                  <a:pt x="46" y="58"/>
                </a:lnTo>
                <a:lnTo>
                  <a:pt x="44" y="52"/>
                </a:lnTo>
                <a:lnTo>
                  <a:pt x="44" y="52"/>
                </a:lnTo>
                <a:lnTo>
                  <a:pt x="38" y="48"/>
                </a:lnTo>
                <a:lnTo>
                  <a:pt x="32" y="46"/>
                </a:lnTo>
                <a:lnTo>
                  <a:pt x="32" y="46"/>
                </a:lnTo>
                <a:lnTo>
                  <a:pt x="24" y="48"/>
                </a:lnTo>
                <a:lnTo>
                  <a:pt x="18" y="54"/>
                </a:lnTo>
                <a:lnTo>
                  <a:pt x="18" y="54"/>
                </a:lnTo>
                <a:lnTo>
                  <a:pt x="16" y="58"/>
                </a:lnTo>
                <a:lnTo>
                  <a:pt x="14" y="62"/>
                </a:lnTo>
                <a:lnTo>
                  <a:pt x="12" y="78"/>
                </a:lnTo>
                <a:lnTo>
                  <a:pt x="12" y="128"/>
                </a:lnTo>
                <a:lnTo>
                  <a:pt x="0" y="128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/>
        </p:txBody>
      </p:sp>
      <p:sp>
        <p:nvSpPr>
          <p:cNvPr id="1049522" name="Freeform 154">
            <a:extLst xmlns:a="http://schemas.openxmlformats.org/drawingml/2006/main">
              <a:ext uri="{FF2B5EF4-FFF2-40B4-BE49-F238E27FC236}">
                <a16:creationId xmlns:a16="http://schemas.microsoft.com/office/drawing/2014/main" id="{570430EF-FA23-47F0-A6DE-096D67822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00213" y="569675"/>
            <a:ext cx="20876" cy="32073"/>
          </a:xfrm>
          <a:custGeom xmlns:a="http://schemas.openxmlformats.org/drawingml/2006/main">
            <a:rect l="0" t="0" r="r" b="b"/>
            <a:pathLst>
              <a:path w="60" h="94">
                <a:moveTo>
                  <a:pt x="0" y="94"/>
                </a:moveTo>
                <a:lnTo>
                  <a:pt x="0" y="2"/>
                </a:lnTo>
                <a:lnTo>
                  <a:pt x="12" y="2"/>
                </a:lnTo>
                <a:lnTo>
                  <a:pt x="12" y="14"/>
                </a:lnTo>
                <a:lnTo>
                  <a:pt x="12" y="14"/>
                </a:lnTo>
                <a:lnTo>
                  <a:pt x="16" y="8"/>
                </a:lnTo>
                <a:lnTo>
                  <a:pt x="22" y="4"/>
                </a:lnTo>
                <a:lnTo>
                  <a:pt x="22" y="4"/>
                </a:lnTo>
                <a:lnTo>
                  <a:pt x="28" y="0"/>
                </a:lnTo>
                <a:lnTo>
                  <a:pt x="36" y="0"/>
                </a:lnTo>
                <a:lnTo>
                  <a:pt x="36" y="0"/>
                </a:lnTo>
                <a:lnTo>
                  <a:pt x="40" y="0"/>
                </a:lnTo>
                <a:lnTo>
                  <a:pt x="46" y="2"/>
                </a:lnTo>
                <a:lnTo>
                  <a:pt x="46" y="2"/>
                </a:lnTo>
                <a:lnTo>
                  <a:pt x="54" y="8"/>
                </a:lnTo>
                <a:lnTo>
                  <a:pt x="54" y="8"/>
                </a:lnTo>
                <a:lnTo>
                  <a:pt x="58" y="12"/>
                </a:lnTo>
                <a:lnTo>
                  <a:pt x="60" y="18"/>
                </a:lnTo>
                <a:lnTo>
                  <a:pt x="60" y="18"/>
                </a:lnTo>
                <a:lnTo>
                  <a:pt x="60" y="36"/>
                </a:lnTo>
                <a:lnTo>
                  <a:pt x="60" y="94"/>
                </a:lnTo>
                <a:lnTo>
                  <a:pt x="48" y="94"/>
                </a:lnTo>
                <a:lnTo>
                  <a:pt x="48" y="38"/>
                </a:lnTo>
                <a:lnTo>
                  <a:pt x="48" y="38"/>
                </a:lnTo>
                <a:lnTo>
                  <a:pt x="46" y="22"/>
                </a:lnTo>
                <a:lnTo>
                  <a:pt x="46" y="22"/>
                </a:lnTo>
                <a:lnTo>
                  <a:pt x="44" y="18"/>
                </a:lnTo>
                <a:lnTo>
                  <a:pt x="42" y="16"/>
                </a:lnTo>
                <a:lnTo>
                  <a:pt x="42" y="16"/>
                </a:lnTo>
                <a:lnTo>
                  <a:pt x="38" y="14"/>
                </a:lnTo>
                <a:lnTo>
                  <a:pt x="32" y="12"/>
                </a:lnTo>
                <a:lnTo>
                  <a:pt x="32" y="12"/>
                </a:lnTo>
                <a:lnTo>
                  <a:pt x="24" y="14"/>
                </a:lnTo>
                <a:lnTo>
                  <a:pt x="18" y="20"/>
                </a:lnTo>
                <a:lnTo>
                  <a:pt x="18" y="20"/>
                </a:lnTo>
                <a:lnTo>
                  <a:pt x="14" y="28"/>
                </a:lnTo>
                <a:lnTo>
                  <a:pt x="12" y="44"/>
                </a:lnTo>
                <a:lnTo>
                  <a:pt x="12" y="94"/>
                </a:lnTo>
                <a:lnTo>
                  <a:pt x="0" y="94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/>
        </p:txBody>
      </p:sp>
      <p:sp>
        <p:nvSpPr>
          <p:cNvPr id="1049523" name="Freeform 155">
            <a:extLst xmlns:a="http://schemas.openxmlformats.org/drawingml/2006/main">
              <a:ext uri="{FF2B5EF4-FFF2-40B4-BE49-F238E27FC236}">
                <a16:creationId xmlns:a16="http://schemas.microsoft.com/office/drawing/2014/main" id="{98FDB24D-C3B6-42A0-8C54-3C3E9DD0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25265" y="569675"/>
            <a:ext cx="24355" cy="32756"/>
          </a:xfrm>
          <a:custGeom xmlns:a="http://schemas.openxmlformats.org/drawingml/2006/main">
            <a:rect l="0" t="0" r="r" b="b"/>
            <a:pathLst>
              <a:path w="70" h="96">
                <a:moveTo>
                  <a:pt x="0" y="48"/>
                </a:moveTo>
                <a:lnTo>
                  <a:pt x="0" y="48"/>
                </a:lnTo>
                <a:lnTo>
                  <a:pt x="0" y="36"/>
                </a:lnTo>
                <a:lnTo>
                  <a:pt x="2" y="26"/>
                </a:lnTo>
                <a:lnTo>
                  <a:pt x="4" y="18"/>
                </a:lnTo>
                <a:lnTo>
                  <a:pt x="10" y="12"/>
                </a:lnTo>
                <a:lnTo>
                  <a:pt x="10" y="12"/>
                </a:lnTo>
                <a:lnTo>
                  <a:pt x="14" y="6"/>
                </a:lnTo>
                <a:lnTo>
                  <a:pt x="20" y="2"/>
                </a:lnTo>
                <a:lnTo>
                  <a:pt x="28" y="0"/>
                </a:lnTo>
                <a:lnTo>
                  <a:pt x="34" y="0"/>
                </a:lnTo>
                <a:lnTo>
                  <a:pt x="34" y="0"/>
                </a:lnTo>
                <a:lnTo>
                  <a:pt x="42" y="0"/>
                </a:lnTo>
                <a:lnTo>
                  <a:pt x="48" y="2"/>
                </a:lnTo>
                <a:lnTo>
                  <a:pt x="54" y="6"/>
                </a:lnTo>
                <a:lnTo>
                  <a:pt x="60" y="12"/>
                </a:lnTo>
                <a:lnTo>
                  <a:pt x="60" y="12"/>
                </a:lnTo>
                <a:lnTo>
                  <a:pt x="64" y="18"/>
                </a:lnTo>
                <a:lnTo>
                  <a:pt x="68" y="26"/>
                </a:lnTo>
                <a:lnTo>
                  <a:pt x="70" y="36"/>
                </a:lnTo>
                <a:lnTo>
                  <a:pt x="70" y="46"/>
                </a:lnTo>
                <a:lnTo>
                  <a:pt x="70" y="46"/>
                </a:lnTo>
                <a:lnTo>
                  <a:pt x="70" y="58"/>
                </a:lnTo>
                <a:lnTo>
                  <a:pt x="68" y="68"/>
                </a:lnTo>
                <a:lnTo>
                  <a:pt x="64" y="76"/>
                </a:lnTo>
                <a:lnTo>
                  <a:pt x="60" y="84"/>
                </a:lnTo>
                <a:lnTo>
                  <a:pt x="60" y="84"/>
                </a:lnTo>
                <a:lnTo>
                  <a:pt x="54" y="88"/>
                </a:lnTo>
                <a:lnTo>
                  <a:pt x="48" y="92"/>
                </a:lnTo>
                <a:lnTo>
                  <a:pt x="42" y="94"/>
                </a:lnTo>
                <a:lnTo>
                  <a:pt x="34" y="96"/>
                </a:lnTo>
                <a:lnTo>
                  <a:pt x="34" y="96"/>
                </a:lnTo>
                <a:lnTo>
                  <a:pt x="28" y="94"/>
                </a:lnTo>
                <a:lnTo>
                  <a:pt x="20" y="92"/>
                </a:lnTo>
                <a:lnTo>
                  <a:pt x="14" y="88"/>
                </a:lnTo>
                <a:lnTo>
                  <a:pt x="10" y="84"/>
                </a:lnTo>
                <a:lnTo>
                  <a:pt x="10" y="84"/>
                </a:lnTo>
                <a:lnTo>
                  <a:pt x="4" y="76"/>
                </a:lnTo>
                <a:lnTo>
                  <a:pt x="2" y="68"/>
                </a:lnTo>
                <a:lnTo>
                  <a:pt x="0" y="58"/>
                </a:lnTo>
                <a:lnTo>
                  <a:pt x="0" y="48"/>
                </a:lnTo>
                <a:lnTo>
                  <a:pt x="0" y="48"/>
                </a:lnTo>
                <a:close/>
                <a:moveTo>
                  <a:pt x="12" y="48"/>
                </a:moveTo>
                <a:lnTo>
                  <a:pt x="12" y="48"/>
                </a:lnTo>
                <a:lnTo>
                  <a:pt x="14" y="64"/>
                </a:lnTo>
                <a:lnTo>
                  <a:pt x="16" y="70"/>
                </a:lnTo>
                <a:lnTo>
                  <a:pt x="18" y="74"/>
                </a:lnTo>
                <a:lnTo>
                  <a:pt x="18" y="74"/>
                </a:lnTo>
                <a:lnTo>
                  <a:pt x="26" y="80"/>
                </a:lnTo>
                <a:lnTo>
                  <a:pt x="34" y="82"/>
                </a:lnTo>
                <a:lnTo>
                  <a:pt x="34" y="82"/>
                </a:lnTo>
                <a:lnTo>
                  <a:pt x="44" y="80"/>
                </a:lnTo>
                <a:lnTo>
                  <a:pt x="50" y="74"/>
                </a:lnTo>
                <a:lnTo>
                  <a:pt x="50" y="74"/>
                </a:lnTo>
                <a:lnTo>
                  <a:pt x="56" y="62"/>
                </a:lnTo>
                <a:lnTo>
                  <a:pt x="56" y="48"/>
                </a:lnTo>
                <a:lnTo>
                  <a:pt x="56" y="48"/>
                </a:lnTo>
                <a:lnTo>
                  <a:pt x="56" y="32"/>
                </a:lnTo>
                <a:lnTo>
                  <a:pt x="54" y="26"/>
                </a:lnTo>
                <a:lnTo>
                  <a:pt x="50" y="20"/>
                </a:lnTo>
                <a:lnTo>
                  <a:pt x="50" y="20"/>
                </a:lnTo>
                <a:lnTo>
                  <a:pt x="44" y="14"/>
                </a:lnTo>
                <a:lnTo>
                  <a:pt x="34" y="12"/>
                </a:lnTo>
                <a:lnTo>
                  <a:pt x="34" y="12"/>
                </a:lnTo>
                <a:lnTo>
                  <a:pt x="26" y="14"/>
                </a:lnTo>
                <a:lnTo>
                  <a:pt x="18" y="20"/>
                </a:lnTo>
                <a:lnTo>
                  <a:pt x="18" y="20"/>
                </a:lnTo>
                <a:lnTo>
                  <a:pt x="14" y="32"/>
                </a:lnTo>
                <a:lnTo>
                  <a:pt x="12" y="48"/>
                </a:lnTo>
                <a:lnTo>
                  <a:pt x="12" y="48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/>
        </p:txBody>
      </p:sp>
      <p:sp>
        <p:nvSpPr>
          <p:cNvPr id="1049524" name="Rectangle 156">
            <a:extLst xmlns:a="http://schemas.openxmlformats.org/drawingml/2006/main">
              <a:ext uri="{FF2B5EF4-FFF2-40B4-BE49-F238E27FC236}">
                <a16:creationId xmlns:a16="http://schemas.microsoft.com/office/drawing/2014/main" id="{D8818839-2956-433D-A6CF-529F3E009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53099" y="558074"/>
            <a:ext cx="4175" cy="436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/>
        </p:txBody>
      </p:sp>
      <p:sp>
        <p:nvSpPr>
          <p:cNvPr id="1049525" name="Freeform 157">
            <a:extLst xmlns:a="http://schemas.openxmlformats.org/drawingml/2006/main">
              <a:ext uri="{FF2B5EF4-FFF2-40B4-BE49-F238E27FC236}">
                <a16:creationId xmlns:a16="http://schemas.microsoft.com/office/drawing/2014/main" id="{461C93D3-8458-4548-985B-B8B1D0D1F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1450" y="569675"/>
            <a:ext cx="24355" cy="32756"/>
          </a:xfrm>
          <a:custGeom xmlns:a="http://schemas.openxmlformats.org/drawingml/2006/main">
            <a:rect l="0" t="0" r="r" b="b"/>
            <a:pathLst>
              <a:path w="70" h="96">
                <a:moveTo>
                  <a:pt x="0" y="48"/>
                </a:moveTo>
                <a:lnTo>
                  <a:pt x="0" y="48"/>
                </a:lnTo>
                <a:lnTo>
                  <a:pt x="0" y="36"/>
                </a:lnTo>
                <a:lnTo>
                  <a:pt x="2" y="26"/>
                </a:lnTo>
                <a:lnTo>
                  <a:pt x="6" y="18"/>
                </a:lnTo>
                <a:lnTo>
                  <a:pt x="10" y="12"/>
                </a:lnTo>
                <a:lnTo>
                  <a:pt x="10" y="12"/>
                </a:lnTo>
                <a:lnTo>
                  <a:pt x="14" y="6"/>
                </a:lnTo>
                <a:lnTo>
                  <a:pt x="20" y="2"/>
                </a:lnTo>
                <a:lnTo>
                  <a:pt x="28" y="0"/>
                </a:lnTo>
                <a:lnTo>
                  <a:pt x="34" y="0"/>
                </a:lnTo>
                <a:lnTo>
                  <a:pt x="34" y="0"/>
                </a:lnTo>
                <a:lnTo>
                  <a:pt x="42" y="0"/>
                </a:lnTo>
                <a:lnTo>
                  <a:pt x="48" y="2"/>
                </a:lnTo>
                <a:lnTo>
                  <a:pt x="54" y="6"/>
                </a:lnTo>
                <a:lnTo>
                  <a:pt x="60" y="12"/>
                </a:lnTo>
                <a:lnTo>
                  <a:pt x="60" y="12"/>
                </a:lnTo>
                <a:lnTo>
                  <a:pt x="64" y="18"/>
                </a:lnTo>
                <a:lnTo>
                  <a:pt x="68" y="26"/>
                </a:lnTo>
                <a:lnTo>
                  <a:pt x="70" y="36"/>
                </a:lnTo>
                <a:lnTo>
                  <a:pt x="70" y="46"/>
                </a:lnTo>
                <a:lnTo>
                  <a:pt x="70" y="46"/>
                </a:lnTo>
                <a:lnTo>
                  <a:pt x="70" y="58"/>
                </a:lnTo>
                <a:lnTo>
                  <a:pt x="68" y="68"/>
                </a:lnTo>
                <a:lnTo>
                  <a:pt x="64" y="76"/>
                </a:lnTo>
                <a:lnTo>
                  <a:pt x="60" y="84"/>
                </a:lnTo>
                <a:lnTo>
                  <a:pt x="60" y="84"/>
                </a:lnTo>
                <a:lnTo>
                  <a:pt x="54" y="88"/>
                </a:lnTo>
                <a:lnTo>
                  <a:pt x="48" y="92"/>
                </a:lnTo>
                <a:lnTo>
                  <a:pt x="42" y="94"/>
                </a:lnTo>
                <a:lnTo>
                  <a:pt x="34" y="96"/>
                </a:lnTo>
                <a:lnTo>
                  <a:pt x="34" y="96"/>
                </a:lnTo>
                <a:lnTo>
                  <a:pt x="28" y="94"/>
                </a:lnTo>
                <a:lnTo>
                  <a:pt x="20" y="92"/>
                </a:lnTo>
                <a:lnTo>
                  <a:pt x="14" y="88"/>
                </a:lnTo>
                <a:lnTo>
                  <a:pt x="10" y="84"/>
                </a:lnTo>
                <a:lnTo>
                  <a:pt x="10" y="84"/>
                </a:lnTo>
                <a:lnTo>
                  <a:pt x="6" y="76"/>
                </a:lnTo>
                <a:lnTo>
                  <a:pt x="2" y="68"/>
                </a:lnTo>
                <a:lnTo>
                  <a:pt x="0" y="58"/>
                </a:lnTo>
                <a:lnTo>
                  <a:pt x="0" y="48"/>
                </a:lnTo>
                <a:lnTo>
                  <a:pt x="0" y="48"/>
                </a:lnTo>
                <a:close/>
                <a:moveTo>
                  <a:pt x="12" y="48"/>
                </a:moveTo>
                <a:lnTo>
                  <a:pt x="12" y="48"/>
                </a:lnTo>
                <a:lnTo>
                  <a:pt x="14" y="64"/>
                </a:lnTo>
                <a:lnTo>
                  <a:pt x="16" y="70"/>
                </a:lnTo>
                <a:lnTo>
                  <a:pt x="20" y="74"/>
                </a:lnTo>
                <a:lnTo>
                  <a:pt x="20" y="74"/>
                </a:lnTo>
                <a:lnTo>
                  <a:pt x="26" y="80"/>
                </a:lnTo>
                <a:lnTo>
                  <a:pt x="36" y="82"/>
                </a:lnTo>
                <a:lnTo>
                  <a:pt x="36" y="82"/>
                </a:lnTo>
                <a:lnTo>
                  <a:pt x="44" y="80"/>
                </a:lnTo>
                <a:lnTo>
                  <a:pt x="50" y="74"/>
                </a:lnTo>
                <a:lnTo>
                  <a:pt x="50" y="74"/>
                </a:lnTo>
                <a:lnTo>
                  <a:pt x="56" y="62"/>
                </a:lnTo>
                <a:lnTo>
                  <a:pt x="58" y="48"/>
                </a:lnTo>
                <a:lnTo>
                  <a:pt x="58" y="48"/>
                </a:lnTo>
                <a:lnTo>
                  <a:pt x="56" y="32"/>
                </a:lnTo>
                <a:lnTo>
                  <a:pt x="54" y="26"/>
                </a:lnTo>
                <a:lnTo>
                  <a:pt x="50" y="20"/>
                </a:lnTo>
                <a:lnTo>
                  <a:pt x="50" y="20"/>
                </a:lnTo>
                <a:lnTo>
                  <a:pt x="44" y="14"/>
                </a:lnTo>
                <a:lnTo>
                  <a:pt x="34" y="12"/>
                </a:lnTo>
                <a:lnTo>
                  <a:pt x="34" y="12"/>
                </a:lnTo>
                <a:lnTo>
                  <a:pt x="26" y="14"/>
                </a:lnTo>
                <a:lnTo>
                  <a:pt x="20" y="20"/>
                </a:lnTo>
                <a:lnTo>
                  <a:pt x="20" y="20"/>
                </a:lnTo>
                <a:lnTo>
                  <a:pt x="14" y="32"/>
                </a:lnTo>
                <a:lnTo>
                  <a:pt x="12" y="48"/>
                </a:lnTo>
                <a:lnTo>
                  <a:pt x="12" y="48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/>
        </p:txBody>
      </p:sp>
      <p:sp>
        <p:nvSpPr>
          <p:cNvPr id="1049526" name="Freeform 158">
            <a:extLst xmlns:a="http://schemas.openxmlformats.org/drawingml/2006/main">
              <a:ext uri="{FF2B5EF4-FFF2-40B4-BE49-F238E27FC236}">
                <a16:creationId xmlns:a16="http://schemas.microsoft.com/office/drawing/2014/main" id="{25A44F72-C7D3-4B50-8558-7C3EBFE6F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87893" y="569675"/>
            <a:ext cx="22963" cy="44357"/>
          </a:xfrm>
          <a:custGeom xmlns:a="http://schemas.openxmlformats.org/drawingml/2006/main">
            <a:rect l="0" t="0" r="r" b="b"/>
            <a:pathLst>
              <a:path w="66" h="130">
                <a:moveTo>
                  <a:pt x="2" y="102"/>
                </a:moveTo>
                <a:lnTo>
                  <a:pt x="14" y="104"/>
                </a:lnTo>
                <a:lnTo>
                  <a:pt x="14" y="104"/>
                </a:lnTo>
                <a:lnTo>
                  <a:pt x="16" y="110"/>
                </a:lnTo>
                <a:lnTo>
                  <a:pt x="20" y="114"/>
                </a:lnTo>
                <a:lnTo>
                  <a:pt x="20" y="114"/>
                </a:lnTo>
                <a:lnTo>
                  <a:pt x="26" y="116"/>
                </a:lnTo>
                <a:lnTo>
                  <a:pt x="32" y="118"/>
                </a:lnTo>
                <a:lnTo>
                  <a:pt x="32" y="118"/>
                </a:lnTo>
                <a:lnTo>
                  <a:pt x="40" y="116"/>
                </a:lnTo>
                <a:lnTo>
                  <a:pt x="46" y="114"/>
                </a:lnTo>
                <a:lnTo>
                  <a:pt x="46" y="114"/>
                </a:lnTo>
                <a:lnTo>
                  <a:pt x="50" y="108"/>
                </a:lnTo>
                <a:lnTo>
                  <a:pt x="52" y="102"/>
                </a:lnTo>
                <a:lnTo>
                  <a:pt x="52" y="102"/>
                </a:lnTo>
                <a:lnTo>
                  <a:pt x="54" y="82"/>
                </a:lnTo>
                <a:lnTo>
                  <a:pt x="54" y="82"/>
                </a:lnTo>
                <a:lnTo>
                  <a:pt x="48" y="86"/>
                </a:lnTo>
                <a:lnTo>
                  <a:pt x="44" y="90"/>
                </a:lnTo>
                <a:lnTo>
                  <a:pt x="44" y="90"/>
                </a:lnTo>
                <a:lnTo>
                  <a:pt x="38" y="92"/>
                </a:lnTo>
                <a:lnTo>
                  <a:pt x="32" y="94"/>
                </a:lnTo>
                <a:lnTo>
                  <a:pt x="32" y="94"/>
                </a:lnTo>
                <a:lnTo>
                  <a:pt x="26" y="92"/>
                </a:lnTo>
                <a:lnTo>
                  <a:pt x="20" y="90"/>
                </a:lnTo>
                <a:lnTo>
                  <a:pt x="14" y="86"/>
                </a:lnTo>
                <a:lnTo>
                  <a:pt x="10" y="82"/>
                </a:lnTo>
                <a:lnTo>
                  <a:pt x="10" y="82"/>
                </a:lnTo>
                <a:lnTo>
                  <a:pt x="6" y="74"/>
                </a:lnTo>
                <a:lnTo>
                  <a:pt x="2" y="66"/>
                </a:lnTo>
                <a:lnTo>
                  <a:pt x="0" y="58"/>
                </a:lnTo>
                <a:lnTo>
                  <a:pt x="0" y="46"/>
                </a:lnTo>
                <a:lnTo>
                  <a:pt x="0" y="46"/>
                </a:lnTo>
                <a:lnTo>
                  <a:pt x="0" y="32"/>
                </a:lnTo>
                <a:lnTo>
                  <a:pt x="4" y="20"/>
                </a:lnTo>
                <a:lnTo>
                  <a:pt x="4" y="20"/>
                </a:lnTo>
                <a:lnTo>
                  <a:pt x="10" y="12"/>
                </a:lnTo>
                <a:lnTo>
                  <a:pt x="16" y="4"/>
                </a:lnTo>
                <a:lnTo>
                  <a:pt x="16" y="4"/>
                </a:lnTo>
                <a:lnTo>
                  <a:pt x="24" y="0"/>
                </a:lnTo>
                <a:lnTo>
                  <a:pt x="32" y="0"/>
                </a:lnTo>
                <a:lnTo>
                  <a:pt x="32" y="0"/>
                </a:lnTo>
                <a:lnTo>
                  <a:pt x="38" y="0"/>
                </a:lnTo>
                <a:lnTo>
                  <a:pt x="44" y="2"/>
                </a:lnTo>
                <a:lnTo>
                  <a:pt x="44" y="2"/>
                </a:lnTo>
                <a:lnTo>
                  <a:pt x="50" y="6"/>
                </a:lnTo>
                <a:lnTo>
                  <a:pt x="54" y="12"/>
                </a:lnTo>
                <a:lnTo>
                  <a:pt x="54" y="2"/>
                </a:lnTo>
                <a:lnTo>
                  <a:pt x="66" y="2"/>
                </a:lnTo>
                <a:lnTo>
                  <a:pt x="66" y="80"/>
                </a:lnTo>
                <a:lnTo>
                  <a:pt x="66" y="80"/>
                </a:lnTo>
                <a:lnTo>
                  <a:pt x="66" y="100"/>
                </a:lnTo>
                <a:lnTo>
                  <a:pt x="62" y="112"/>
                </a:lnTo>
                <a:lnTo>
                  <a:pt x="62" y="112"/>
                </a:lnTo>
                <a:lnTo>
                  <a:pt x="58" y="120"/>
                </a:lnTo>
                <a:lnTo>
                  <a:pt x="52" y="126"/>
                </a:lnTo>
                <a:lnTo>
                  <a:pt x="52" y="126"/>
                </a:lnTo>
                <a:lnTo>
                  <a:pt x="42" y="130"/>
                </a:lnTo>
                <a:lnTo>
                  <a:pt x="32" y="130"/>
                </a:lnTo>
                <a:lnTo>
                  <a:pt x="32" y="130"/>
                </a:lnTo>
                <a:lnTo>
                  <a:pt x="20" y="128"/>
                </a:lnTo>
                <a:lnTo>
                  <a:pt x="14" y="126"/>
                </a:lnTo>
                <a:lnTo>
                  <a:pt x="10" y="122"/>
                </a:lnTo>
                <a:lnTo>
                  <a:pt x="10" y="122"/>
                </a:lnTo>
                <a:lnTo>
                  <a:pt x="6" y="118"/>
                </a:lnTo>
                <a:lnTo>
                  <a:pt x="4" y="114"/>
                </a:lnTo>
                <a:lnTo>
                  <a:pt x="2" y="102"/>
                </a:lnTo>
                <a:lnTo>
                  <a:pt x="2" y="102"/>
                </a:lnTo>
                <a:close/>
                <a:moveTo>
                  <a:pt x="12" y="46"/>
                </a:moveTo>
                <a:lnTo>
                  <a:pt x="12" y="46"/>
                </a:lnTo>
                <a:lnTo>
                  <a:pt x="14" y="62"/>
                </a:lnTo>
                <a:lnTo>
                  <a:pt x="18" y="72"/>
                </a:lnTo>
                <a:lnTo>
                  <a:pt x="18" y="72"/>
                </a:lnTo>
                <a:lnTo>
                  <a:pt x="26" y="78"/>
                </a:lnTo>
                <a:lnTo>
                  <a:pt x="34" y="80"/>
                </a:lnTo>
                <a:lnTo>
                  <a:pt x="34" y="80"/>
                </a:lnTo>
                <a:lnTo>
                  <a:pt x="42" y="78"/>
                </a:lnTo>
                <a:lnTo>
                  <a:pt x="48" y="72"/>
                </a:lnTo>
                <a:lnTo>
                  <a:pt x="48" y="72"/>
                </a:lnTo>
                <a:lnTo>
                  <a:pt x="52" y="62"/>
                </a:lnTo>
                <a:lnTo>
                  <a:pt x="54" y="46"/>
                </a:lnTo>
                <a:lnTo>
                  <a:pt x="54" y="46"/>
                </a:lnTo>
                <a:lnTo>
                  <a:pt x="52" y="32"/>
                </a:lnTo>
                <a:lnTo>
                  <a:pt x="48" y="20"/>
                </a:lnTo>
                <a:lnTo>
                  <a:pt x="48" y="20"/>
                </a:lnTo>
                <a:lnTo>
                  <a:pt x="42" y="14"/>
                </a:lnTo>
                <a:lnTo>
                  <a:pt x="32" y="12"/>
                </a:lnTo>
                <a:lnTo>
                  <a:pt x="32" y="12"/>
                </a:lnTo>
                <a:lnTo>
                  <a:pt x="26" y="14"/>
                </a:lnTo>
                <a:lnTo>
                  <a:pt x="18" y="20"/>
                </a:lnTo>
                <a:lnTo>
                  <a:pt x="18" y="20"/>
                </a:lnTo>
                <a:lnTo>
                  <a:pt x="14" y="32"/>
                </a:lnTo>
                <a:lnTo>
                  <a:pt x="12" y="46"/>
                </a:lnTo>
                <a:lnTo>
                  <a:pt x="12" y="46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/>
        </p:txBody>
      </p:sp>
      <p:sp>
        <p:nvSpPr>
          <p:cNvPr id="1049527" name="Freeform 159">
            <a:extLst xmlns:a="http://schemas.openxmlformats.org/drawingml/2006/main">
              <a:ext uri="{FF2B5EF4-FFF2-40B4-BE49-F238E27FC236}">
                <a16:creationId xmlns:a16="http://schemas.microsoft.com/office/drawing/2014/main" id="{25BD7C9F-AA44-4A4A-8A58-24A58FBC3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3640" y="570358"/>
            <a:ext cx="24355" cy="43674"/>
          </a:xfrm>
          <a:custGeom xmlns:a="http://schemas.openxmlformats.org/drawingml/2006/main">
            <a:rect l="0" t="0" r="r" b="b"/>
            <a:pathLst>
              <a:path w="70" h="128">
                <a:moveTo>
                  <a:pt x="6" y="126"/>
                </a:moveTo>
                <a:lnTo>
                  <a:pt x="6" y="112"/>
                </a:lnTo>
                <a:lnTo>
                  <a:pt x="6" y="112"/>
                </a:lnTo>
                <a:lnTo>
                  <a:pt x="12" y="114"/>
                </a:lnTo>
                <a:lnTo>
                  <a:pt x="12" y="114"/>
                </a:lnTo>
                <a:lnTo>
                  <a:pt x="20" y="112"/>
                </a:lnTo>
                <a:lnTo>
                  <a:pt x="20" y="112"/>
                </a:lnTo>
                <a:lnTo>
                  <a:pt x="24" y="106"/>
                </a:lnTo>
                <a:lnTo>
                  <a:pt x="24" y="106"/>
                </a:lnTo>
                <a:lnTo>
                  <a:pt x="28" y="92"/>
                </a:lnTo>
                <a:lnTo>
                  <a:pt x="0" y="0"/>
                </a:lnTo>
                <a:lnTo>
                  <a:pt x="14" y="0"/>
                </a:lnTo>
                <a:lnTo>
                  <a:pt x="30" y="52"/>
                </a:lnTo>
                <a:lnTo>
                  <a:pt x="30" y="52"/>
                </a:lnTo>
                <a:lnTo>
                  <a:pt x="34" y="74"/>
                </a:lnTo>
                <a:lnTo>
                  <a:pt x="34" y="74"/>
                </a:lnTo>
                <a:lnTo>
                  <a:pt x="40" y="52"/>
                </a:lnTo>
                <a:lnTo>
                  <a:pt x="56" y="0"/>
                </a:lnTo>
                <a:lnTo>
                  <a:pt x="70" y="0"/>
                </a:lnTo>
                <a:lnTo>
                  <a:pt x="40" y="92"/>
                </a:lnTo>
                <a:lnTo>
                  <a:pt x="40" y="92"/>
                </a:lnTo>
                <a:lnTo>
                  <a:pt x="32" y="118"/>
                </a:lnTo>
                <a:lnTo>
                  <a:pt x="32" y="118"/>
                </a:lnTo>
                <a:lnTo>
                  <a:pt x="28" y="122"/>
                </a:lnTo>
                <a:lnTo>
                  <a:pt x="24" y="126"/>
                </a:lnTo>
                <a:lnTo>
                  <a:pt x="24" y="126"/>
                </a:lnTo>
                <a:lnTo>
                  <a:pt x="20" y="128"/>
                </a:lnTo>
                <a:lnTo>
                  <a:pt x="14" y="128"/>
                </a:lnTo>
                <a:lnTo>
                  <a:pt x="14" y="128"/>
                </a:lnTo>
                <a:lnTo>
                  <a:pt x="6" y="126"/>
                </a:lnTo>
                <a:lnTo>
                  <a:pt x="6" y="126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/>
        </p:txBody>
      </p:sp>
      <p:sp>
        <p:nvSpPr>
          <p:cNvPr id="1049528" name="Freeform 160">
            <a:extLst xmlns:a="http://schemas.openxmlformats.org/drawingml/2006/main">
              <a:ext uri="{FF2B5EF4-FFF2-40B4-BE49-F238E27FC236}">
                <a16:creationId xmlns:a16="http://schemas.microsoft.com/office/drawing/2014/main" id="{AC33E914-424E-4F26-B51D-E369B30F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37300" y="595607"/>
            <a:ext cx="5566" cy="14330"/>
          </a:xfrm>
          <a:custGeom xmlns:a="http://schemas.openxmlformats.org/drawingml/2006/main">
            <a:rect l="0" t="0" r="r" b="b"/>
            <a:pathLst>
              <a:path w="16" h="42">
                <a:moveTo>
                  <a:pt x="0" y="18"/>
                </a:moveTo>
                <a:lnTo>
                  <a:pt x="0" y="0"/>
                </a:lnTo>
                <a:lnTo>
                  <a:pt x="16" y="0"/>
                </a:lnTo>
                <a:lnTo>
                  <a:pt x="16" y="18"/>
                </a:lnTo>
                <a:lnTo>
                  <a:pt x="16" y="18"/>
                </a:lnTo>
                <a:lnTo>
                  <a:pt x="14" y="26"/>
                </a:lnTo>
                <a:lnTo>
                  <a:pt x="12" y="34"/>
                </a:lnTo>
                <a:lnTo>
                  <a:pt x="12" y="34"/>
                </a:lnTo>
                <a:lnTo>
                  <a:pt x="8" y="38"/>
                </a:lnTo>
                <a:lnTo>
                  <a:pt x="4" y="42"/>
                </a:lnTo>
                <a:lnTo>
                  <a:pt x="0" y="36"/>
                </a:lnTo>
                <a:lnTo>
                  <a:pt x="0" y="36"/>
                </a:lnTo>
                <a:lnTo>
                  <a:pt x="4" y="34"/>
                </a:lnTo>
                <a:lnTo>
                  <a:pt x="6" y="30"/>
                </a:lnTo>
                <a:lnTo>
                  <a:pt x="6" y="30"/>
                </a:lnTo>
                <a:lnTo>
                  <a:pt x="8" y="24"/>
                </a:lnTo>
                <a:lnTo>
                  <a:pt x="8" y="18"/>
                </a:lnTo>
                <a:lnTo>
                  <a:pt x="0" y="18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/>
        </p:txBody>
      </p:sp>
      <p:sp>
        <p:nvSpPr>
          <p:cNvPr id="1049529" name="Freeform 161">
            <a:extLst xmlns:a="http://schemas.openxmlformats.org/drawingml/2006/main">
              <a:ext uri="{FF2B5EF4-FFF2-40B4-BE49-F238E27FC236}">
                <a16:creationId xmlns:a16="http://schemas.microsoft.com/office/drawing/2014/main" id="{7A1E5499-C4E6-4470-B3E0-021223EB8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1656" y="558074"/>
            <a:ext cx="28530" cy="44357"/>
          </a:xfrm>
          <a:custGeom xmlns:a="http://schemas.openxmlformats.org/drawingml/2006/main">
            <a:rect l="0" t="0" r="r" b="b"/>
            <a:pathLst>
              <a:path w="82" h="130">
                <a:moveTo>
                  <a:pt x="68" y="0"/>
                </a:moveTo>
                <a:lnTo>
                  <a:pt x="82" y="0"/>
                </a:lnTo>
                <a:lnTo>
                  <a:pt x="82" y="74"/>
                </a:lnTo>
                <a:lnTo>
                  <a:pt x="82" y="74"/>
                </a:lnTo>
                <a:lnTo>
                  <a:pt x="82" y="90"/>
                </a:lnTo>
                <a:lnTo>
                  <a:pt x="78" y="104"/>
                </a:lnTo>
                <a:lnTo>
                  <a:pt x="78" y="104"/>
                </a:lnTo>
                <a:lnTo>
                  <a:pt x="74" y="114"/>
                </a:lnTo>
                <a:lnTo>
                  <a:pt x="66" y="122"/>
                </a:lnTo>
                <a:lnTo>
                  <a:pt x="66" y="122"/>
                </a:lnTo>
                <a:lnTo>
                  <a:pt x="54" y="128"/>
                </a:lnTo>
                <a:lnTo>
                  <a:pt x="42" y="130"/>
                </a:lnTo>
                <a:lnTo>
                  <a:pt x="42" y="130"/>
                </a:lnTo>
                <a:lnTo>
                  <a:pt x="32" y="128"/>
                </a:lnTo>
                <a:lnTo>
                  <a:pt x="24" y="126"/>
                </a:lnTo>
                <a:lnTo>
                  <a:pt x="16" y="122"/>
                </a:lnTo>
                <a:lnTo>
                  <a:pt x="10" y="118"/>
                </a:lnTo>
                <a:lnTo>
                  <a:pt x="10" y="118"/>
                </a:lnTo>
                <a:lnTo>
                  <a:pt x="6" y="110"/>
                </a:lnTo>
                <a:lnTo>
                  <a:pt x="4" y="100"/>
                </a:lnTo>
                <a:lnTo>
                  <a:pt x="2" y="88"/>
                </a:lnTo>
                <a:lnTo>
                  <a:pt x="0" y="74"/>
                </a:lnTo>
                <a:lnTo>
                  <a:pt x="0" y="0"/>
                </a:lnTo>
                <a:lnTo>
                  <a:pt x="14" y="0"/>
                </a:lnTo>
                <a:lnTo>
                  <a:pt x="14" y="74"/>
                </a:lnTo>
                <a:lnTo>
                  <a:pt x="14" y="74"/>
                </a:lnTo>
                <a:lnTo>
                  <a:pt x="14" y="88"/>
                </a:lnTo>
                <a:lnTo>
                  <a:pt x="16" y="98"/>
                </a:lnTo>
                <a:lnTo>
                  <a:pt x="16" y="98"/>
                </a:lnTo>
                <a:lnTo>
                  <a:pt x="20" y="106"/>
                </a:lnTo>
                <a:lnTo>
                  <a:pt x="26" y="110"/>
                </a:lnTo>
                <a:lnTo>
                  <a:pt x="26" y="110"/>
                </a:lnTo>
                <a:lnTo>
                  <a:pt x="32" y="114"/>
                </a:lnTo>
                <a:lnTo>
                  <a:pt x="40" y="114"/>
                </a:lnTo>
                <a:lnTo>
                  <a:pt x="40" y="114"/>
                </a:lnTo>
                <a:lnTo>
                  <a:pt x="54" y="112"/>
                </a:lnTo>
                <a:lnTo>
                  <a:pt x="58" y="110"/>
                </a:lnTo>
                <a:lnTo>
                  <a:pt x="62" y="106"/>
                </a:lnTo>
                <a:lnTo>
                  <a:pt x="62" y="106"/>
                </a:lnTo>
                <a:lnTo>
                  <a:pt x="64" y="102"/>
                </a:lnTo>
                <a:lnTo>
                  <a:pt x="66" y="94"/>
                </a:lnTo>
                <a:lnTo>
                  <a:pt x="68" y="74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/>
        </p:txBody>
      </p:sp>
      <p:sp>
        <p:nvSpPr>
          <p:cNvPr id="1049530" name="Freeform 162">
            <a:extLst xmlns:a="http://schemas.openxmlformats.org/drawingml/2006/main">
              <a:ext uri="{FF2B5EF4-FFF2-40B4-BE49-F238E27FC236}">
                <a16:creationId xmlns:a16="http://schemas.microsoft.com/office/drawing/2014/main" id="{BF7CF1D0-F17C-4308-9B08-20B0256E2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95058" y="557392"/>
            <a:ext cx="29226" cy="45039"/>
          </a:xfrm>
          <a:custGeom xmlns:a="http://schemas.openxmlformats.org/drawingml/2006/main">
            <a:rect l="0" t="0" r="r" b="b"/>
            <a:pathLst>
              <a:path w="84" h="132">
                <a:moveTo>
                  <a:pt x="0" y="88"/>
                </a:moveTo>
                <a:lnTo>
                  <a:pt x="14" y="88"/>
                </a:lnTo>
                <a:lnTo>
                  <a:pt x="14" y="88"/>
                </a:lnTo>
                <a:lnTo>
                  <a:pt x="16" y="96"/>
                </a:lnTo>
                <a:lnTo>
                  <a:pt x="18" y="104"/>
                </a:lnTo>
                <a:lnTo>
                  <a:pt x="18" y="104"/>
                </a:lnTo>
                <a:lnTo>
                  <a:pt x="22" y="108"/>
                </a:lnTo>
                <a:lnTo>
                  <a:pt x="28" y="112"/>
                </a:lnTo>
                <a:lnTo>
                  <a:pt x="28" y="112"/>
                </a:lnTo>
                <a:lnTo>
                  <a:pt x="36" y="116"/>
                </a:lnTo>
                <a:lnTo>
                  <a:pt x="44" y="116"/>
                </a:lnTo>
                <a:lnTo>
                  <a:pt x="44" y="116"/>
                </a:lnTo>
                <a:lnTo>
                  <a:pt x="54" y="114"/>
                </a:lnTo>
                <a:lnTo>
                  <a:pt x="64" y="110"/>
                </a:lnTo>
                <a:lnTo>
                  <a:pt x="64" y="110"/>
                </a:lnTo>
                <a:lnTo>
                  <a:pt x="68" y="104"/>
                </a:lnTo>
                <a:lnTo>
                  <a:pt x="70" y="94"/>
                </a:lnTo>
                <a:lnTo>
                  <a:pt x="70" y="94"/>
                </a:lnTo>
                <a:lnTo>
                  <a:pt x="70" y="90"/>
                </a:lnTo>
                <a:lnTo>
                  <a:pt x="68" y="86"/>
                </a:lnTo>
                <a:lnTo>
                  <a:pt x="68" y="86"/>
                </a:lnTo>
                <a:lnTo>
                  <a:pt x="64" y="82"/>
                </a:lnTo>
                <a:lnTo>
                  <a:pt x="60" y="78"/>
                </a:lnTo>
                <a:lnTo>
                  <a:pt x="60" y="78"/>
                </a:lnTo>
                <a:lnTo>
                  <a:pt x="38" y="70"/>
                </a:lnTo>
                <a:lnTo>
                  <a:pt x="38" y="70"/>
                </a:lnTo>
                <a:lnTo>
                  <a:pt x="26" y="66"/>
                </a:lnTo>
                <a:lnTo>
                  <a:pt x="18" y="62"/>
                </a:lnTo>
                <a:lnTo>
                  <a:pt x="18" y="62"/>
                </a:lnTo>
                <a:lnTo>
                  <a:pt x="12" y="56"/>
                </a:lnTo>
                <a:lnTo>
                  <a:pt x="8" y="50"/>
                </a:lnTo>
                <a:lnTo>
                  <a:pt x="8" y="50"/>
                </a:lnTo>
                <a:lnTo>
                  <a:pt x="6" y="44"/>
                </a:lnTo>
                <a:lnTo>
                  <a:pt x="4" y="36"/>
                </a:lnTo>
                <a:lnTo>
                  <a:pt x="4" y="36"/>
                </a:lnTo>
                <a:lnTo>
                  <a:pt x="6" y="28"/>
                </a:lnTo>
                <a:lnTo>
                  <a:pt x="6" y="22"/>
                </a:lnTo>
                <a:lnTo>
                  <a:pt x="10" y="16"/>
                </a:lnTo>
                <a:lnTo>
                  <a:pt x="14" y="10"/>
                </a:lnTo>
                <a:lnTo>
                  <a:pt x="14" y="10"/>
                </a:lnTo>
                <a:lnTo>
                  <a:pt x="20" y="6"/>
                </a:lnTo>
                <a:lnTo>
                  <a:pt x="26" y="2"/>
                </a:lnTo>
                <a:lnTo>
                  <a:pt x="34" y="0"/>
                </a:lnTo>
                <a:lnTo>
                  <a:pt x="42" y="0"/>
                </a:lnTo>
                <a:lnTo>
                  <a:pt x="42" y="0"/>
                </a:lnTo>
                <a:lnTo>
                  <a:pt x="52" y="2"/>
                </a:lnTo>
                <a:lnTo>
                  <a:pt x="62" y="4"/>
                </a:lnTo>
                <a:lnTo>
                  <a:pt x="62" y="4"/>
                </a:lnTo>
                <a:lnTo>
                  <a:pt x="70" y="10"/>
                </a:lnTo>
                <a:lnTo>
                  <a:pt x="76" y="18"/>
                </a:lnTo>
                <a:lnTo>
                  <a:pt x="76" y="18"/>
                </a:lnTo>
                <a:lnTo>
                  <a:pt x="78" y="28"/>
                </a:lnTo>
                <a:lnTo>
                  <a:pt x="80" y="38"/>
                </a:lnTo>
                <a:lnTo>
                  <a:pt x="66" y="40"/>
                </a:lnTo>
                <a:lnTo>
                  <a:pt x="66" y="40"/>
                </a:lnTo>
                <a:lnTo>
                  <a:pt x="64" y="28"/>
                </a:lnTo>
                <a:lnTo>
                  <a:pt x="60" y="22"/>
                </a:lnTo>
                <a:lnTo>
                  <a:pt x="60" y="22"/>
                </a:lnTo>
                <a:lnTo>
                  <a:pt x="52" y="16"/>
                </a:lnTo>
                <a:lnTo>
                  <a:pt x="42" y="16"/>
                </a:lnTo>
                <a:lnTo>
                  <a:pt x="42" y="16"/>
                </a:lnTo>
                <a:lnTo>
                  <a:pt x="32" y="16"/>
                </a:lnTo>
                <a:lnTo>
                  <a:pt x="24" y="20"/>
                </a:lnTo>
                <a:lnTo>
                  <a:pt x="24" y="20"/>
                </a:lnTo>
                <a:lnTo>
                  <a:pt x="20" y="26"/>
                </a:lnTo>
                <a:lnTo>
                  <a:pt x="18" y="34"/>
                </a:lnTo>
                <a:lnTo>
                  <a:pt x="18" y="34"/>
                </a:lnTo>
                <a:lnTo>
                  <a:pt x="18" y="40"/>
                </a:lnTo>
                <a:lnTo>
                  <a:pt x="22" y="46"/>
                </a:lnTo>
                <a:lnTo>
                  <a:pt x="22" y="46"/>
                </a:lnTo>
                <a:lnTo>
                  <a:pt x="30" y="50"/>
                </a:lnTo>
                <a:lnTo>
                  <a:pt x="42" y="54"/>
                </a:lnTo>
                <a:lnTo>
                  <a:pt x="42" y="54"/>
                </a:lnTo>
                <a:lnTo>
                  <a:pt x="64" y="62"/>
                </a:lnTo>
                <a:lnTo>
                  <a:pt x="64" y="62"/>
                </a:lnTo>
                <a:lnTo>
                  <a:pt x="72" y="68"/>
                </a:lnTo>
                <a:lnTo>
                  <a:pt x="78" y="74"/>
                </a:lnTo>
                <a:lnTo>
                  <a:pt x="78" y="74"/>
                </a:lnTo>
                <a:lnTo>
                  <a:pt x="82" y="84"/>
                </a:lnTo>
                <a:lnTo>
                  <a:pt x="84" y="94"/>
                </a:lnTo>
                <a:lnTo>
                  <a:pt x="84" y="94"/>
                </a:lnTo>
                <a:lnTo>
                  <a:pt x="82" y="104"/>
                </a:lnTo>
                <a:lnTo>
                  <a:pt x="78" y="114"/>
                </a:lnTo>
                <a:lnTo>
                  <a:pt x="78" y="114"/>
                </a:lnTo>
                <a:lnTo>
                  <a:pt x="72" y="122"/>
                </a:lnTo>
                <a:lnTo>
                  <a:pt x="64" y="126"/>
                </a:lnTo>
                <a:lnTo>
                  <a:pt x="64" y="126"/>
                </a:lnTo>
                <a:lnTo>
                  <a:pt x="54" y="130"/>
                </a:lnTo>
                <a:lnTo>
                  <a:pt x="44" y="132"/>
                </a:lnTo>
                <a:lnTo>
                  <a:pt x="44" y="132"/>
                </a:lnTo>
                <a:lnTo>
                  <a:pt x="34" y="130"/>
                </a:lnTo>
                <a:lnTo>
                  <a:pt x="26" y="128"/>
                </a:lnTo>
                <a:lnTo>
                  <a:pt x="18" y="126"/>
                </a:lnTo>
                <a:lnTo>
                  <a:pt x="12" y="120"/>
                </a:lnTo>
                <a:lnTo>
                  <a:pt x="12" y="120"/>
                </a:lnTo>
                <a:lnTo>
                  <a:pt x="8" y="114"/>
                </a:lnTo>
                <a:lnTo>
                  <a:pt x="4" y="106"/>
                </a:lnTo>
                <a:lnTo>
                  <a:pt x="2" y="98"/>
                </a:lnTo>
                <a:lnTo>
                  <a:pt x="0" y="88"/>
                </a:lnTo>
                <a:lnTo>
                  <a:pt x="0" y="88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/>
        </p:txBody>
      </p:sp>
      <p:sp>
        <p:nvSpPr>
          <p:cNvPr id="1049531" name="Freeform 163">
            <a:extLst xmlns:a="http://schemas.openxmlformats.org/drawingml/2006/main">
              <a:ext uri="{FF2B5EF4-FFF2-40B4-BE49-F238E27FC236}">
                <a16:creationId xmlns:a16="http://schemas.microsoft.com/office/drawing/2014/main" id="{68618681-D6EE-4526-B9C1-93DF9BC96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6372" y="558074"/>
            <a:ext cx="28530" cy="43674"/>
          </a:xfrm>
          <a:custGeom xmlns:a="http://schemas.openxmlformats.org/drawingml/2006/main">
            <a:rect l="0" t="0" r="r" b="b"/>
            <a:pathLst>
              <a:path w="82" h="128">
                <a:moveTo>
                  <a:pt x="34" y="128"/>
                </a:moveTo>
                <a:lnTo>
                  <a:pt x="34" y="16"/>
                </a:lnTo>
                <a:lnTo>
                  <a:pt x="0" y="16"/>
                </a:lnTo>
                <a:lnTo>
                  <a:pt x="0" y="0"/>
                </a:lnTo>
                <a:lnTo>
                  <a:pt x="82" y="0"/>
                </a:lnTo>
                <a:lnTo>
                  <a:pt x="82" y="16"/>
                </a:lnTo>
                <a:lnTo>
                  <a:pt x="48" y="16"/>
                </a:lnTo>
                <a:lnTo>
                  <a:pt x="48" y="128"/>
                </a:lnTo>
                <a:lnTo>
                  <a:pt x="34" y="128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/>
        </p:txBody>
      </p:sp>
      <p:sp>
        <p:nvSpPr>
          <p:cNvPr id="1049532" name="Freeform 164">
            <a:extLst xmlns:a="http://schemas.openxmlformats.org/drawingml/2006/main">
              <a:ext uri="{FF2B5EF4-FFF2-40B4-BE49-F238E27FC236}">
                <a16:creationId xmlns:a16="http://schemas.microsoft.com/office/drawing/2014/main" id="{B746023F-72DB-49CA-A843-33C01F48A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8382" y="558074"/>
            <a:ext cx="27139" cy="43674"/>
          </a:xfrm>
          <a:custGeom xmlns:a="http://schemas.openxmlformats.org/drawingml/2006/main">
            <a:rect l="0" t="0" r="r" b="b"/>
            <a:pathLst>
              <a:path w="78" h="128">
                <a:moveTo>
                  <a:pt x="0" y="128"/>
                </a:moveTo>
                <a:lnTo>
                  <a:pt x="0" y="0"/>
                </a:lnTo>
                <a:lnTo>
                  <a:pt x="38" y="0"/>
                </a:lnTo>
                <a:lnTo>
                  <a:pt x="38" y="0"/>
                </a:lnTo>
                <a:lnTo>
                  <a:pt x="50" y="2"/>
                </a:lnTo>
                <a:lnTo>
                  <a:pt x="58" y="4"/>
                </a:lnTo>
                <a:lnTo>
                  <a:pt x="58" y="4"/>
                </a:lnTo>
                <a:lnTo>
                  <a:pt x="64" y="8"/>
                </a:lnTo>
                <a:lnTo>
                  <a:pt x="68" y="16"/>
                </a:lnTo>
                <a:lnTo>
                  <a:pt x="68" y="16"/>
                </a:lnTo>
                <a:lnTo>
                  <a:pt x="72" y="24"/>
                </a:lnTo>
                <a:lnTo>
                  <a:pt x="74" y="32"/>
                </a:lnTo>
                <a:lnTo>
                  <a:pt x="74" y="32"/>
                </a:lnTo>
                <a:lnTo>
                  <a:pt x="72" y="42"/>
                </a:lnTo>
                <a:lnTo>
                  <a:pt x="70" y="48"/>
                </a:lnTo>
                <a:lnTo>
                  <a:pt x="70" y="48"/>
                </a:lnTo>
                <a:lnTo>
                  <a:pt x="64" y="54"/>
                </a:lnTo>
                <a:lnTo>
                  <a:pt x="58" y="60"/>
                </a:lnTo>
                <a:lnTo>
                  <a:pt x="58" y="60"/>
                </a:lnTo>
                <a:lnTo>
                  <a:pt x="66" y="64"/>
                </a:lnTo>
                <a:lnTo>
                  <a:pt x="72" y="72"/>
                </a:lnTo>
                <a:lnTo>
                  <a:pt x="72" y="72"/>
                </a:lnTo>
                <a:lnTo>
                  <a:pt x="76" y="80"/>
                </a:lnTo>
                <a:lnTo>
                  <a:pt x="78" y="90"/>
                </a:lnTo>
                <a:lnTo>
                  <a:pt x="78" y="90"/>
                </a:lnTo>
                <a:lnTo>
                  <a:pt x="76" y="102"/>
                </a:lnTo>
                <a:lnTo>
                  <a:pt x="74" y="110"/>
                </a:lnTo>
                <a:lnTo>
                  <a:pt x="74" y="110"/>
                </a:lnTo>
                <a:lnTo>
                  <a:pt x="68" y="118"/>
                </a:lnTo>
                <a:lnTo>
                  <a:pt x="60" y="124"/>
                </a:lnTo>
                <a:lnTo>
                  <a:pt x="60" y="124"/>
                </a:lnTo>
                <a:lnTo>
                  <a:pt x="52" y="126"/>
                </a:lnTo>
                <a:lnTo>
                  <a:pt x="40" y="128"/>
                </a:lnTo>
                <a:lnTo>
                  <a:pt x="0" y="128"/>
                </a:lnTo>
                <a:close/>
                <a:moveTo>
                  <a:pt x="14" y="54"/>
                </a:moveTo>
                <a:lnTo>
                  <a:pt x="36" y="54"/>
                </a:lnTo>
                <a:lnTo>
                  <a:pt x="36" y="54"/>
                </a:lnTo>
                <a:lnTo>
                  <a:pt x="48" y="52"/>
                </a:lnTo>
                <a:lnTo>
                  <a:pt x="48" y="52"/>
                </a:lnTo>
                <a:lnTo>
                  <a:pt x="52" y="50"/>
                </a:lnTo>
                <a:lnTo>
                  <a:pt x="56" y="46"/>
                </a:lnTo>
                <a:lnTo>
                  <a:pt x="56" y="46"/>
                </a:lnTo>
                <a:lnTo>
                  <a:pt x="58" y="42"/>
                </a:lnTo>
                <a:lnTo>
                  <a:pt x="60" y="34"/>
                </a:lnTo>
                <a:lnTo>
                  <a:pt x="60" y="34"/>
                </a:lnTo>
                <a:lnTo>
                  <a:pt x="58" y="28"/>
                </a:lnTo>
                <a:lnTo>
                  <a:pt x="56" y="24"/>
                </a:lnTo>
                <a:lnTo>
                  <a:pt x="56" y="24"/>
                </a:lnTo>
                <a:lnTo>
                  <a:pt x="54" y="20"/>
                </a:lnTo>
                <a:lnTo>
                  <a:pt x="50" y="18"/>
                </a:lnTo>
                <a:lnTo>
                  <a:pt x="50" y="18"/>
                </a:lnTo>
                <a:lnTo>
                  <a:pt x="44" y="16"/>
                </a:lnTo>
                <a:lnTo>
                  <a:pt x="34" y="16"/>
                </a:lnTo>
                <a:lnTo>
                  <a:pt x="14" y="16"/>
                </a:lnTo>
                <a:lnTo>
                  <a:pt x="14" y="54"/>
                </a:lnTo>
                <a:close/>
                <a:moveTo>
                  <a:pt x="14" y="112"/>
                </a:moveTo>
                <a:lnTo>
                  <a:pt x="40" y="112"/>
                </a:lnTo>
                <a:lnTo>
                  <a:pt x="40" y="112"/>
                </a:lnTo>
                <a:lnTo>
                  <a:pt x="52" y="110"/>
                </a:lnTo>
                <a:lnTo>
                  <a:pt x="52" y="110"/>
                </a:lnTo>
                <a:lnTo>
                  <a:pt x="56" y="108"/>
                </a:lnTo>
                <a:lnTo>
                  <a:pt x="60" y="104"/>
                </a:lnTo>
                <a:lnTo>
                  <a:pt x="60" y="104"/>
                </a:lnTo>
                <a:lnTo>
                  <a:pt x="64" y="98"/>
                </a:lnTo>
                <a:lnTo>
                  <a:pt x="64" y="90"/>
                </a:lnTo>
                <a:lnTo>
                  <a:pt x="64" y="90"/>
                </a:lnTo>
                <a:lnTo>
                  <a:pt x="64" y="84"/>
                </a:lnTo>
                <a:lnTo>
                  <a:pt x="60" y="78"/>
                </a:lnTo>
                <a:lnTo>
                  <a:pt x="60" y="78"/>
                </a:lnTo>
                <a:lnTo>
                  <a:pt x="58" y="74"/>
                </a:lnTo>
                <a:lnTo>
                  <a:pt x="52" y="72"/>
                </a:lnTo>
                <a:lnTo>
                  <a:pt x="52" y="72"/>
                </a:lnTo>
                <a:lnTo>
                  <a:pt x="46" y="70"/>
                </a:lnTo>
                <a:lnTo>
                  <a:pt x="38" y="68"/>
                </a:lnTo>
                <a:lnTo>
                  <a:pt x="14" y="68"/>
                </a:lnTo>
                <a:lnTo>
                  <a:pt x="14" y="112"/>
                </a:lnTo>
                <a:close/>
              </a:path>
            </a:pathLst>
          </a:custGeom>
          <a:solidFill xmlns:a="http://schemas.openxmlformats.org/drawingml/2006/main">
            <a:srgbClr val="504E53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/>
        </p:txBody>
      </p:sp>
      <p:sp>
        <p:nvSpPr>
          <p:cNvPr id="1049533" name="Freeform 165">
            <a:extLst xmlns:a="http://schemas.openxmlformats.org/drawingml/2006/main">
              <a:ext uri="{FF2B5EF4-FFF2-40B4-BE49-F238E27FC236}">
                <a16:creationId xmlns:a16="http://schemas.microsoft.com/office/drawing/2014/main" id="{40DEC5E3-7D16-48AA-9BC4-B5E9995ED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50346" y="341748"/>
            <a:ext cx="170488" cy="210867"/>
          </a:xfrm>
          <a:custGeom xmlns:a="http://schemas.openxmlformats.org/drawingml/2006/main">
            <a:rect l="0" t="0" r="r" b="b"/>
            <a:pathLst>
              <a:path w="490" h="618">
                <a:moveTo>
                  <a:pt x="42" y="2"/>
                </a:moveTo>
                <a:lnTo>
                  <a:pt x="42" y="2"/>
                </a:lnTo>
                <a:lnTo>
                  <a:pt x="30" y="6"/>
                </a:lnTo>
                <a:lnTo>
                  <a:pt x="30" y="6"/>
                </a:lnTo>
                <a:lnTo>
                  <a:pt x="18" y="14"/>
                </a:lnTo>
                <a:lnTo>
                  <a:pt x="8" y="26"/>
                </a:lnTo>
                <a:lnTo>
                  <a:pt x="2" y="40"/>
                </a:lnTo>
                <a:lnTo>
                  <a:pt x="0" y="54"/>
                </a:lnTo>
                <a:lnTo>
                  <a:pt x="0" y="612"/>
                </a:lnTo>
                <a:lnTo>
                  <a:pt x="0" y="612"/>
                </a:lnTo>
                <a:lnTo>
                  <a:pt x="0" y="616"/>
                </a:lnTo>
                <a:lnTo>
                  <a:pt x="4" y="618"/>
                </a:lnTo>
                <a:lnTo>
                  <a:pt x="6" y="618"/>
                </a:lnTo>
                <a:lnTo>
                  <a:pt x="8" y="614"/>
                </a:lnTo>
                <a:lnTo>
                  <a:pt x="100" y="404"/>
                </a:lnTo>
                <a:lnTo>
                  <a:pt x="100" y="404"/>
                </a:lnTo>
                <a:lnTo>
                  <a:pt x="102" y="394"/>
                </a:lnTo>
                <a:lnTo>
                  <a:pt x="104" y="382"/>
                </a:lnTo>
                <a:lnTo>
                  <a:pt x="104" y="140"/>
                </a:lnTo>
                <a:lnTo>
                  <a:pt x="104" y="140"/>
                </a:lnTo>
                <a:lnTo>
                  <a:pt x="104" y="136"/>
                </a:lnTo>
                <a:lnTo>
                  <a:pt x="106" y="134"/>
                </a:lnTo>
                <a:lnTo>
                  <a:pt x="110" y="134"/>
                </a:lnTo>
                <a:lnTo>
                  <a:pt x="112" y="134"/>
                </a:lnTo>
                <a:lnTo>
                  <a:pt x="112" y="134"/>
                </a:lnTo>
                <a:lnTo>
                  <a:pt x="112" y="134"/>
                </a:lnTo>
                <a:lnTo>
                  <a:pt x="144" y="146"/>
                </a:lnTo>
                <a:lnTo>
                  <a:pt x="186" y="162"/>
                </a:lnTo>
                <a:lnTo>
                  <a:pt x="264" y="198"/>
                </a:lnTo>
                <a:lnTo>
                  <a:pt x="264" y="198"/>
                </a:lnTo>
                <a:lnTo>
                  <a:pt x="280" y="190"/>
                </a:lnTo>
                <a:lnTo>
                  <a:pt x="294" y="182"/>
                </a:lnTo>
                <a:lnTo>
                  <a:pt x="310" y="174"/>
                </a:lnTo>
                <a:lnTo>
                  <a:pt x="326" y="168"/>
                </a:lnTo>
                <a:lnTo>
                  <a:pt x="344" y="164"/>
                </a:lnTo>
                <a:lnTo>
                  <a:pt x="362" y="160"/>
                </a:lnTo>
                <a:lnTo>
                  <a:pt x="380" y="158"/>
                </a:lnTo>
                <a:lnTo>
                  <a:pt x="398" y="158"/>
                </a:lnTo>
                <a:lnTo>
                  <a:pt x="398" y="158"/>
                </a:lnTo>
                <a:lnTo>
                  <a:pt x="422" y="160"/>
                </a:lnTo>
                <a:lnTo>
                  <a:pt x="446" y="162"/>
                </a:lnTo>
                <a:lnTo>
                  <a:pt x="468" y="168"/>
                </a:lnTo>
                <a:lnTo>
                  <a:pt x="490" y="176"/>
                </a:lnTo>
                <a:lnTo>
                  <a:pt x="490" y="176"/>
                </a:lnTo>
                <a:lnTo>
                  <a:pt x="82" y="8"/>
                </a:lnTo>
                <a:lnTo>
                  <a:pt x="82" y="8"/>
                </a:lnTo>
                <a:lnTo>
                  <a:pt x="66" y="2"/>
                </a:lnTo>
                <a:lnTo>
                  <a:pt x="52" y="0"/>
                </a:lnTo>
                <a:lnTo>
                  <a:pt x="52" y="0"/>
                </a:lnTo>
                <a:lnTo>
                  <a:pt x="42" y="2"/>
                </a:lnTo>
                <a:lnTo>
                  <a:pt x="42" y="2"/>
                </a:lnTo>
                <a:close/>
              </a:path>
            </a:pathLst>
          </a:custGeom>
          <a:solidFill xmlns:a="http://schemas.openxmlformats.org/drawingml/2006/main">
            <a:srgbClr val="97979B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/>
        </p:txBody>
      </p:sp>
      <p:sp>
        <p:nvSpPr>
          <p:cNvPr id="1049534" name="Freeform 166">
            <a:extLst xmlns:a="http://schemas.openxmlformats.org/drawingml/2006/main">
              <a:ext uri="{FF2B5EF4-FFF2-40B4-BE49-F238E27FC236}">
                <a16:creationId xmlns:a16="http://schemas.microsoft.com/office/drawing/2014/main" id="{185AD393-A4E2-4FFA-AD31-D5B5973FB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56815" y="403165"/>
            <a:ext cx="170488" cy="210184"/>
          </a:xfrm>
          <a:custGeom xmlns:a="http://schemas.openxmlformats.org/drawingml/2006/main">
            <a:rect l="0" t="0" r="r" b="b"/>
            <a:pathLst>
              <a:path w="490" h="616">
                <a:moveTo>
                  <a:pt x="446" y="616"/>
                </a:moveTo>
                <a:lnTo>
                  <a:pt x="446" y="616"/>
                </a:lnTo>
                <a:lnTo>
                  <a:pt x="458" y="612"/>
                </a:lnTo>
                <a:lnTo>
                  <a:pt x="458" y="612"/>
                </a:lnTo>
                <a:lnTo>
                  <a:pt x="472" y="604"/>
                </a:lnTo>
                <a:lnTo>
                  <a:pt x="480" y="592"/>
                </a:lnTo>
                <a:lnTo>
                  <a:pt x="488" y="578"/>
                </a:lnTo>
                <a:lnTo>
                  <a:pt x="490" y="564"/>
                </a:lnTo>
                <a:lnTo>
                  <a:pt x="490" y="4"/>
                </a:lnTo>
                <a:lnTo>
                  <a:pt x="490" y="4"/>
                </a:lnTo>
                <a:lnTo>
                  <a:pt x="488" y="2"/>
                </a:lnTo>
                <a:lnTo>
                  <a:pt x="486" y="0"/>
                </a:lnTo>
                <a:lnTo>
                  <a:pt x="484" y="0"/>
                </a:lnTo>
                <a:lnTo>
                  <a:pt x="482" y="2"/>
                </a:lnTo>
                <a:lnTo>
                  <a:pt x="390" y="214"/>
                </a:lnTo>
                <a:lnTo>
                  <a:pt x="390" y="214"/>
                </a:lnTo>
                <a:lnTo>
                  <a:pt x="386" y="224"/>
                </a:lnTo>
                <a:lnTo>
                  <a:pt x="386" y="236"/>
                </a:lnTo>
                <a:lnTo>
                  <a:pt x="386" y="478"/>
                </a:lnTo>
                <a:lnTo>
                  <a:pt x="386" y="478"/>
                </a:lnTo>
                <a:lnTo>
                  <a:pt x="384" y="480"/>
                </a:lnTo>
                <a:lnTo>
                  <a:pt x="382" y="484"/>
                </a:lnTo>
                <a:lnTo>
                  <a:pt x="380" y="484"/>
                </a:lnTo>
                <a:lnTo>
                  <a:pt x="378" y="484"/>
                </a:lnTo>
                <a:lnTo>
                  <a:pt x="378" y="484"/>
                </a:lnTo>
                <a:lnTo>
                  <a:pt x="378" y="484"/>
                </a:lnTo>
                <a:lnTo>
                  <a:pt x="346" y="472"/>
                </a:lnTo>
                <a:lnTo>
                  <a:pt x="304" y="454"/>
                </a:lnTo>
                <a:lnTo>
                  <a:pt x="226" y="420"/>
                </a:lnTo>
                <a:lnTo>
                  <a:pt x="226" y="420"/>
                </a:lnTo>
                <a:lnTo>
                  <a:pt x="210" y="428"/>
                </a:lnTo>
                <a:lnTo>
                  <a:pt x="196" y="436"/>
                </a:lnTo>
                <a:lnTo>
                  <a:pt x="180" y="442"/>
                </a:lnTo>
                <a:lnTo>
                  <a:pt x="162" y="448"/>
                </a:lnTo>
                <a:lnTo>
                  <a:pt x="146" y="454"/>
                </a:lnTo>
                <a:lnTo>
                  <a:pt x="128" y="456"/>
                </a:lnTo>
                <a:lnTo>
                  <a:pt x="110" y="458"/>
                </a:lnTo>
                <a:lnTo>
                  <a:pt x="92" y="460"/>
                </a:lnTo>
                <a:lnTo>
                  <a:pt x="92" y="460"/>
                </a:lnTo>
                <a:lnTo>
                  <a:pt x="68" y="458"/>
                </a:lnTo>
                <a:lnTo>
                  <a:pt x="44" y="454"/>
                </a:lnTo>
                <a:lnTo>
                  <a:pt x="22" y="448"/>
                </a:lnTo>
                <a:lnTo>
                  <a:pt x="0" y="442"/>
                </a:lnTo>
                <a:lnTo>
                  <a:pt x="0" y="442"/>
                </a:lnTo>
                <a:lnTo>
                  <a:pt x="408" y="610"/>
                </a:lnTo>
                <a:lnTo>
                  <a:pt x="408" y="610"/>
                </a:lnTo>
                <a:lnTo>
                  <a:pt x="422" y="614"/>
                </a:lnTo>
                <a:lnTo>
                  <a:pt x="438" y="616"/>
                </a:lnTo>
                <a:lnTo>
                  <a:pt x="438" y="616"/>
                </a:lnTo>
                <a:lnTo>
                  <a:pt x="446" y="616"/>
                </a:lnTo>
                <a:lnTo>
                  <a:pt x="446" y="616"/>
                </a:lnTo>
                <a:close/>
              </a:path>
            </a:pathLst>
          </a:custGeom>
          <a:solidFill xmlns:a="http://schemas.openxmlformats.org/drawingml/2006/main">
            <a:srgbClr val="97979B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/>
        </p:txBody>
      </p:sp>
      <p:sp>
        <p:nvSpPr>
          <p:cNvPr id="1049535" name="Freeform 167">
            <a:extLst xmlns:a="http://schemas.openxmlformats.org/drawingml/2006/main">
              <a:ext uri="{FF2B5EF4-FFF2-40B4-BE49-F238E27FC236}">
                <a16:creationId xmlns:a16="http://schemas.microsoft.com/office/drawing/2014/main" id="{4B839C67-89A4-47FC-AB74-FC6F830B4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50346" y="341748"/>
            <a:ext cx="276957" cy="271602"/>
          </a:xfrm>
          <a:custGeom xmlns:a="http://schemas.openxmlformats.org/drawingml/2006/main">
            <a:rect l="0" t="0" r="r" b="b"/>
            <a:pathLst>
              <a:path w="796" h="796">
                <a:moveTo>
                  <a:pt x="794" y="44"/>
                </a:moveTo>
                <a:lnTo>
                  <a:pt x="794" y="44"/>
                </a:lnTo>
                <a:lnTo>
                  <a:pt x="790" y="32"/>
                </a:lnTo>
                <a:lnTo>
                  <a:pt x="790" y="32"/>
                </a:lnTo>
                <a:lnTo>
                  <a:pt x="782" y="20"/>
                </a:lnTo>
                <a:lnTo>
                  <a:pt x="770" y="10"/>
                </a:lnTo>
                <a:lnTo>
                  <a:pt x="758" y="4"/>
                </a:lnTo>
                <a:lnTo>
                  <a:pt x="742" y="0"/>
                </a:lnTo>
                <a:lnTo>
                  <a:pt x="184" y="0"/>
                </a:lnTo>
                <a:lnTo>
                  <a:pt x="184" y="0"/>
                </a:lnTo>
                <a:lnTo>
                  <a:pt x="180" y="2"/>
                </a:lnTo>
                <a:lnTo>
                  <a:pt x="180" y="4"/>
                </a:lnTo>
                <a:lnTo>
                  <a:pt x="180" y="8"/>
                </a:lnTo>
                <a:lnTo>
                  <a:pt x="182" y="10"/>
                </a:lnTo>
                <a:lnTo>
                  <a:pt x="392" y="100"/>
                </a:lnTo>
                <a:lnTo>
                  <a:pt x="392" y="100"/>
                </a:lnTo>
                <a:lnTo>
                  <a:pt x="404" y="104"/>
                </a:lnTo>
                <a:lnTo>
                  <a:pt x="414" y="104"/>
                </a:lnTo>
                <a:lnTo>
                  <a:pt x="656" y="106"/>
                </a:lnTo>
                <a:lnTo>
                  <a:pt x="656" y="106"/>
                </a:lnTo>
                <a:lnTo>
                  <a:pt x="660" y="106"/>
                </a:lnTo>
                <a:lnTo>
                  <a:pt x="662" y="108"/>
                </a:lnTo>
                <a:lnTo>
                  <a:pt x="664" y="110"/>
                </a:lnTo>
                <a:lnTo>
                  <a:pt x="664" y="114"/>
                </a:lnTo>
                <a:lnTo>
                  <a:pt x="662" y="114"/>
                </a:lnTo>
                <a:lnTo>
                  <a:pt x="662" y="114"/>
                </a:lnTo>
                <a:lnTo>
                  <a:pt x="652" y="146"/>
                </a:lnTo>
                <a:lnTo>
                  <a:pt x="634" y="188"/>
                </a:lnTo>
                <a:lnTo>
                  <a:pt x="598" y="266"/>
                </a:lnTo>
                <a:lnTo>
                  <a:pt x="598" y="266"/>
                </a:lnTo>
                <a:lnTo>
                  <a:pt x="580" y="242"/>
                </a:lnTo>
                <a:lnTo>
                  <a:pt x="560" y="222"/>
                </a:lnTo>
                <a:lnTo>
                  <a:pt x="538" y="202"/>
                </a:lnTo>
                <a:lnTo>
                  <a:pt x="514" y="188"/>
                </a:lnTo>
                <a:lnTo>
                  <a:pt x="486" y="174"/>
                </a:lnTo>
                <a:lnTo>
                  <a:pt x="458" y="166"/>
                </a:lnTo>
                <a:lnTo>
                  <a:pt x="428" y="160"/>
                </a:lnTo>
                <a:lnTo>
                  <a:pt x="398" y="158"/>
                </a:lnTo>
                <a:lnTo>
                  <a:pt x="398" y="158"/>
                </a:lnTo>
                <a:lnTo>
                  <a:pt x="380" y="158"/>
                </a:lnTo>
                <a:lnTo>
                  <a:pt x="360" y="160"/>
                </a:lnTo>
                <a:lnTo>
                  <a:pt x="344" y="164"/>
                </a:lnTo>
                <a:lnTo>
                  <a:pt x="326" y="170"/>
                </a:lnTo>
                <a:lnTo>
                  <a:pt x="310" y="174"/>
                </a:lnTo>
                <a:lnTo>
                  <a:pt x="292" y="182"/>
                </a:lnTo>
                <a:lnTo>
                  <a:pt x="278" y="190"/>
                </a:lnTo>
                <a:lnTo>
                  <a:pt x="262" y="200"/>
                </a:lnTo>
                <a:lnTo>
                  <a:pt x="248" y="210"/>
                </a:lnTo>
                <a:lnTo>
                  <a:pt x="236" y="222"/>
                </a:lnTo>
                <a:lnTo>
                  <a:pt x="222" y="234"/>
                </a:lnTo>
                <a:lnTo>
                  <a:pt x="212" y="246"/>
                </a:lnTo>
                <a:lnTo>
                  <a:pt x="200" y="260"/>
                </a:lnTo>
                <a:lnTo>
                  <a:pt x="192" y="276"/>
                </a:lnTo>
                <a:lnTo>
                  <a:pt x="182" y="290"/>
                </a:lnTo>
                <a:lnTo>
                  <a:pt x="176" y="306"/>
                </a:lnTo>
                <a:lnTo>
                  <a:pt x="176" y="306"/>
                </a:lnTo>
                <a:lnTo>
                  <a:pt x="176" y="306"/>
                </a:lnTo>
                <a:lnTo>
                  <a:pt x="176" y="306"/>
                </a:lnTo>
                <a:lnTo>
                  <a:pt x="6" y="716"/>
                </a:lnTo>
                <a:lnTo>
                  <a:pt x="6" y="716"/>
                </a:lnTo>
                <a:lnTo>
                  <a:pt x="2" y="730"/>
                </a:lnTo>
                <a:lnTo>
                  <a:pt x="0" y="744"/>
                </a:lnTo>
                <a:lnTo>
                  <a:pt x="0" y="744"/>
                </a:lnTo>
                <a:lnTo>
                  <a:pt x="0" y="754"/>
                </a:lnTo>
                <a:lnTo>
                  <a:pt x="0" y="754"/>
                </a:lnTo>
                <a:lnTo>
                  <a:pt x="4" y="766"/>
                </a:lnTo>
                <a:lnTo>
                  <a:pt x="4" y="766"/>
                </a:lnTo>
                <a:lnTo>
                  <a:pt x="14" y="778"/>
                </a:lnTo>
                <a:lnTo>
                  <a:pt x="24" y="788"/>
                </a:lnTo>
                <a:lnTo>
                  <a:pt x="38" y="794"/>
                </a:lnTo>
                <a:lnTo>
                  <a:pt x="52" y="796"/>
                </a:lnTo>
                <a:lnTo>
                  <a:pt x="612" y="796"/>
                </a:lnTo>
                <a:lnTo>
                  <a:pt x="612" y="796"/>
                </a:lnTo>
                <a:lnTo>
                  <a:pt x="614" y="796"/>
                </a:lnTo>
                <a:lnTo>
                  <a:pt x="616" y="794"/>
                </a:lnTo>
                <a:lnTo>
                  <a:pt x="616" y="790"/>
                </a:lnTo>
                <a:lnTo>
                  <a:pt x="614" y="788"/>
                </a:lnTo>
                <a:lnTo>
                  <a:pt x="404" y="698"/>
                </a:lnTo>
                <a:lnTo>
                  <a:pt x="404" y="698"/>
                </a:lnTo>
                <a:lnTo>
                  <a:pt x="392" y="694"/>
                </a:lnTo>
                <a:lnTo>
                  <a:pt x="380" y="692"/>
                </a:lnTo>
                <a:lnTo>
                  <a:pt x="138" y="692"/>
                </a:lnTo>
                <a:lnTo>
                  <a:pt x="138" y="692"/>
                </a:lnTo>
                <a:lnTo>
                  <a:pt x="136" y="692"/>
                </a:lnTo>
                <a:lnTo>
                  <a:pt x="134" y="690"/>
                </a:lnTo>
                <a:lnTo>
                  <a:pt x="132" y="688"/>
                </a:lnTo>
                <a:lnTo>
                  <a:pt x="132" y="684"/>
                </a:lnTo>
                <a:lnTo>
                  <a:pt x="132" y="684"/>
                </a:lnTo>
                <a:lnTo>
                  <a:pt x="132" y="684"/>
                </a:lnTo>
                <a:lnTo>
                  <a:pt x="144" y="652"/>
                </a:lnTo>
                <a:lnTo>
                  <a:pt x="162" y="610"/>
                </a:lnTo>
                <a:lnTo>
                  <a:pt x="198" y="532"/>
                </a:lnTo>
                <a:lnTo>
                  <a:pt x="198" y="532"/>
                </a:lnTo>
                <a:lnTo>
                  <a:pt x="198" y="532"/>
                </a:lnTo>
                <a:lnTo>
                  <a:pt x="214" y="556"/>
                </a:lnTo>
                <a:lnTo>
                  <a:pt x="236" y="576"/>
                </a:lnTo>
                <a:lnTo>
                  <a:pt x="258" y="594"/>
                </a:lnTo>
                <a:lnTo>
                  <a:pt x="282" y="610"/>
                </a:lnTo>
                <a:lnTo>
                  <a:pt x="308" y="622"/>
                </a:lnTo>
                <a:lnTo>
                  <a:pt x="338" y="632"/>
                </a:lnTo>
                <a:lnTo>
                  <a:pt x="366" y="638"/>
                </a:lnTo>
                <a:lnTo>
                  <a:pt x="398" y="640"/>
                </a:lnTo>
                <a:lnTo>
                  <a:pt x="398" y="640"/>
                </a:lnTo>
                <a:lnTo>
                  <a:pt x="416" y="638"/>
                </a:lnTo>
                <a:lnTo>
                  <a:pt x="434" y="636"/>
                </a:lnTo>
                <a:lnTo>
                  <a:pt x="452" y="634"/>
                </a:lnTo>
                <a:lnTo>
                  <a:pt x="470" y="628"/>
                </a:lnTo>
                <a:lnTo>
                  <a:pt x="486" y="622"/>
                </a:lnTo>
                <a:lnTo>
                  <a:pt x="502" y="616"/>
                </a:lnTo>
                <a:lnTo>
                  <a:pt x="518" y="608"/>
                </a:lnTo>
                <a:lnTo>
                  <a:pt x="532" y="598"/>
                </a:lnTo>
                <a:lnTo>
                  <a:pt x="546" y="588"/>
                </a:lnTo>
                <a:lnTo>
                  <a:pt x="560" y="576"/>
                </a:lnTo>
                <a:lnTo>
                  <a:pt x="572" y="564"/>
                </a:lnTo>
                <a:lnTo>
                  <a:pt x="584" y="550"/>
                </a:lnTo>
                <a:lnTo>
                  <a:pt x="594" y="536"/>
                </a:lnTo>
                <a:lnTo>
                  <a:pt x="604" y="522"/>
                </a:lnTo>
                <a:lnTo>
                  <a:pt x="612" y="506"/>
                </a:lnTo>
                <a:lnTo>
                  <a:pt x="620" y="490"/>
                </a:lnTo>
                <a:lnTo>
                  <a:pt x="620" y="490"/>
                </a:lnTo>
                <a:lnTo>
                  <a:pt x="620" y="490"/>
                </a:lnTo>
                <a:lnTo>
                  <a:pt x="790" y="82"/>
                </a:lnTo>
                <a:lnTo>
                  <a:pt x="790" y="82"/>
                </a:lnTo>
                <a:lnTo>
                  <a:pt x="794" y="68"/>
                </a:lnTo>
                <a:lnTo>
                  <a:pt x="796" y="52"/>
                </a:lnTo>
                <a:lnTo>
                  <a:pt x="796" y="52"/>
                </a:lnTo>
                <a:lnTo>
                  <a:pt x="794" y="44"/>
                </a:lnTo>
                <a:lnTo>
                  <a:pt x="794" y="44"/>
                </a:lnTo>
                <a:close/>
                <a:moveTo>
                  <a:pt x="398" y="536"/>
                </a:moveTo>
                <a:lnTo>
                  <a:pt x="398" y="536"/>
                </a:lnTo>
                <a:lnTo>
                  <a:pt x="384" y="534"/>
                </a:lnTo>
                <a:lnTo>
                  <a:pt x="370" y="532"/>
                </a:lnTo>
                <a:lnTo>
                  <a:pt x="358" y="530"/>
                </a:lnTo>
                <a:lnTo>
                  <a:pt x="344" y="524"/>
                </a:lnTo>
                <a:lnTo>
                  <a:pt x="332" y="518"/>
                </a:lnTo>
                <a:lnTo>
                  <a:pt x="322" y="512"/>
                </a:lnTo>
                <a:lnTo>
                  <a:pt x="310" y="504"/>
                </a:lnTo>
                <a:lnTo>
                  <a:pt x="302" y="496"/>
                </a:lnTo>
                <a:lnTo>
                  <a:pt x="292" y="486"/>
                </a:lnTo>
                <a:lnTo>
                  <a:pt x="284" y="476"/>
                </a:lnTo>
                <a:lnTo>
                  <a:pt x="278" y="464"/>
                </a:lnTo>
                <a:lnTo>
                  <a:pt x="272" y="452"/>
                </a:lnTo>
                <a:lnTo>
                  <a:pt x="268" y="440"/>
                </a:lnTo>
                <a:lnTo>
                  <a:pt x="264" y="426"/>
                </a:lnTo>
                <a:lnTo>
                  <a:pt x="262" y="412"/>
                </a:lnTo>
                <a:lnTo>
                  <a:pt x="262" y="398"/>
                </a:lnTo>
                <a:lnTo>
                  <a:pt x="262" y="398"/>
                </a:lnTo>
                <a:lnTo>
                  <a:pt x="262" y="384"/>
                </a:lnTo>
                <a:lnTo>
                  <a:pt x="264" y="372"/>
                </a:lnTo>
                <a:lnTo>
                  <a:pt x="268" y="358"/>
                </a:lnTo>
                <a:lnTo>
                  <a:pt x="272" y="346"/>
                </a:lnTo>
                <a:lnTo>
                  <a:pt x="278" y="334"/>
                </a:lnTo>
                <a:lnTo>
                  <a:pt x="284" y="322"/>
                </a:lnTo>
                <a:lnTo>
                  <a:pt x="292" y="312"/>
                </a:lnTo>
                <a:lnTo>
                  <a:pt x="302" y="302"/>
                </a:lnTo>
                <a:lnTo>
                  <a:pt x="310" y="294"/>
                </a:lnTo>
                <a:lnTo>
                  <a:pt x="322" y="286"/>
                </a:lnTo>
                <a:lnTo>
                  <a:pt x="332" y="278"/>
                </a:lnTo>
                <a:lnTo>
                  <a:pt x="344" y="272"/>
                </a:lnTo>
                <a:lnTo>
                  <a:pt x="358" y="268"/>
                </a:lnTo>
                <a:lnTo>
                  <a:pt x="370" y="264"/>
                </a:lnTo>
                <a:lnTo>
                  <a:pt x="384" y="262"/>
                </a:lnTo>
                <a:lnTo>
                  <a:pt x="398" y="262"/>
                </a:lnTo>
                <a:lnTo>
                  <a:pt x="398" y="262"/>
                </a:lnTo>
                <a:lnTo>
                  <a:pt x="412" y="262"/>
                </a:lnTo>
                <a:lnTo>
                  <a:pt x="426" y="264"/>
                </a:lnTo>
                <a:lnTo>
                  <a:pt x="438" y="268"/>
                </a:lnTo>
                <a:lnTo>
                  <a:pt x="450" y="272"/>
                </a:lnTo>
                <a:lnTo>
                  <a:pt x="462" y="278"/>
                </a:lnTo>
                <a:lnTo>
                  <a:pt x="474" y="286"/>
                </a:lnTo>
                <a:lnTo>
                  <a:pt x="484" y="294"/>
                </a:lnTo>
                <a:lnTo>
                  <a:pt x="494" y="302"/>
                </a:lnTo>
                <a:lnTo>
                  <a:pt x="504" y="312"/>
                </a:lnTo>
                <a:lnTo>
                  <a:pt x="510" y="322"/>
                </a:lnTo>
                <a:lnTo>
                  <a:pt x="518" y="334"/>
                </a:lnTo>
                <a:lnTo>
                  <a:pt x="524" y="346"/>
                </a:lnTo>
                <a:lnTo>
                  <a:pt x="528" y="358"/>
                </a:lnTo>
                <a:lnTo>
                  <a:pt x="532" y="372"/>
                </a:lnTo>
                <a:lnTo>
                  <a:pt x="534" y="384"/>
                </a:lnTo>
                <a:lnTo>
                  <a:pt x="534" y="398"/>
                </a:lnTo>
                <a:lnTo>
                  <a:pt x="534" y="398"/>
                </a:lnTo>
                <a:lnTo>
                  <a:pt x="534" y="412"/>
                </a:lnTo>
                <a:lnTo>
                  <a:pt x="532" y="426"/>
                </a:lnTo>
                <a:lnTo>
                  <a:pt x="528" y="440"/>
                </a:lnTo>
                <a:lnTo>
                  <a:pt x="524" y="452"/>
                </a:lnTo>
                <a:lnTo>
                  <a:pt x="518" y="464"/>
                </a:lnTo>
                <a:lnTo>
                  <a:pt x="510" y="476"/>
                </a:lnTo>
                <a:lnTo>
                  <a:pt x="504" y="486"/>
                </a:lnTo>
                <a:lnTo>
                  <a:pt x="494" y="496"/>
                </a:lnTo>
                <a:lnTo>
                  <a:pt x="484" y="504"/>
                </a:lnTo>
                <a:lnTo>
                  <a:pt x="474" y="512"/>
                </a:lnTo>
                <a:lnTo>
                  <a:pt x="462" y="518"/>
                </a:lnTo>
                <a:lnTo>
                  <a:pt x="450" y="524"/>
                </a:lnTo>
                <a:lnTo>
                  <a:pt x="438" y="530"/>
                </a:lnTo>
                <a:lnTo>
                  <a:pt x="426" y="532"/>
                </a:lnTo>
                <a:lnTo>
                  <a:pt x="412" y="534"/>
                </a:lnTo>
                <a:lnTo>
                  <a:pt x="398" y="536"/>
                </a:lnTo>
                <a:lnTo>
                  <a:pt x="398" y="536"/>
                </a:lnTo>
                <a:close/>
              </a:path>
            </a:pathLst>
          </a:custGeom>
          <a:solidFill xmlns:a="http://schemas.openxmlformats.org/drawingml/2006/main">
            <a:srgbClr val="C10B12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/>
        </p:txBody>
      </p:sp>
      <p:sp>
        <p:nvSpPr>
          <p:cNvPr id="1049536" name="矩形 2">
            <a:extLst xmlns:a="http://schemas.openxmlformats.org/drawingml/2006/main">
              <a:ext uri="{FF2B5EF4-FFF2-40B4-BE49-F238E27FC236}">
                <a16:creationId xmlns:a16="http://schemas.microsoft.com/office/drawing/2014/main" id="{91C89477-0ADA-4ADC-B4BD-6228C121A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995" y="3687837"/>
            <a:ext cx="6072376" cy="3740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15000"/>
              </a:lnSpc>
              <a:buNone/>
            </a:pPr>
            <a:r>
              <a:rPr sz="16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北京科技大学工程技术研究院</a:t>
            </a:r>
          </a:p>
        </p:txBody>
      </p:sp>
    </p:spTree>
    <p:extLst>
      <p:ext uri="{BB962C8B-B14F-4D97-AF65-F5344CB8AC3E}">
        <p14:creationId xmlns:p14="http://schemas.microsoft.com/office/powerpoint/2010/main" val="96882822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9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92d570264c4051"/>
          <a:srcRect xmlns:a="http://schemas.openxmlformats.org/drawingml/2006/main" l="0" t="5000" r="0" b="45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996950" y="1395730"/>
            <a:ext cx="7053580" cy="3342640"/>
          </a:xfrm>
          <a:prstGeom xmlns:a="http://schemas.openxmlformats.org/drawingml/2006/main" prst="rect">
            <a:avLst/>
          </a:prstGeom>
        </p:spPr>
      </p:pic>
      <p:sp>
        <p:nvSpPr>
          <p:cNvPr id="6" name="矩形 49">
            <a:extLst xmlns:a="http://schemas.openxmlformats.org/drawingml/2006/main">
              <a:ext uri="{FF2B5EF4-FFF2-40B4-BE49-F238E27FC236}">
                <a16:creationId xmlns:a16="http://schemas.microsoft.com/office/drawing/2014/main" id="{65EBB1E8-C616-47FC-84C3-099154FE1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8060" y="3844810"/>
            <a:ext cx="1366527" cy="2390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5CF9"/>
          </a:soli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" name="矩形 50">
            <a:extLst xmlns:a="http://schemas.openxmlformats.org/drawingml/2006/main">
              <a:ext uri="{FF2B5EF4-FFF2-40B4-BE49-F238E27FC236}">
                <a16:creationId xmlns:a16="http://schemas.microsoft.com/office/drawing/2014/main" id="{49FA844C-8A16-42A1-8BD9-09B6F795D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9576" y="3838610"/>
            <a:ext cx="1997287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91434" tIns="45717" rIns="91434" bIns="45717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 b="1" i="0" u="none" cap="none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多格式闭环交付</a:t>
            </a:r>
          </a:p>
        </p:txBody>
      </p:sp>
      <p:sp>
        <p:nvSpPr>
          <p:cNvPr id="10" name="矩形 49">
            <a:extLst xmlns:a="http://schemas.openxmlformats.org/drawingml/2006/main">
              <a:ext uri="{FF2B5EF4-FFF2-40B4-BE49-F238E27FC236}">
                <a16:creationId xmlns:a16="http://schemas.microsoft.com/office/drawing/2014/main" id="{A7620CEC-FC83-467A-A07B-4DECC93F1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9222" y="2445728"/>
            <a:ext cx="1145381" cy="2390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5CF9"/>
          </a:soli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" name="矩形 50">
            <a:extLst xmlns:a="http://schemas.openxmlformats.org/drawingml/2006/main">
              <a:ext uri="{FF2B5EF4-FFF2-40B4-BE49-F238E27FC236}">
                <a16:creationId xmlns:a16="http://schemas.microsoft.com/office/drawing/2014/main" id="{21519BD1-9898-42A1-8C45-DE654FE3A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8746" y="2439774"/>
            <a:ext cx="1069658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91434" tIns="45717" rIns="91434" bIns="45717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 b="1" i="0" u="none" cap="none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物相·曲线联动</a:t>
            </a:r>
          </a:p>
        </p:txBody>
      </p:sp>
      <p:sp>
        <p:nvSpPr>
          <p:cNvPr id="14" name="直接连接符 6">
            <a:extLst xmlns:a="http://schemas.openxmlformats.org/drawingml/2006/main">
              <a:ext uri="{FF2B5EF4-FFF2-40B4-BE49-F238E27FC236}">
                <a16:creationId xmlns:a16="http://schemas.microsoft.com/office/drawing/2014/main" id="{23D66178-F8F0-4CAD-8D90-6DCAC59C8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763871" y="3968977"/>
            <a:ext cx="974189" cy="313849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FF0000"/>
            </a:solidFill>
            <a:headEnd type="oval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直接连接符 6">
            <a:extLst xmlns:a="http://schemas.openxmlformats.org/drawingml/2006/main">
              <a:ext uri="{FF2B5EF4-FFF2-40B4-BE49-F238E27FC236}">
                <a16:creationId xmlns:a16="http://schemas.microsoft.com/office/drawing/2014/main" id="{05FC57CF-8D39-419A-AC6D-62AA7CD78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962277" y="2565266"/>
            <a:ext cx="322898" cy="386239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FF0000"/>
            </a:solidFill>
            <a:headEnd type="oval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矩形 49">
            <a:extLst xmlns:a="http://schemas.openxmlformats.org/drawingml/2006/main">
              <a:ext uri="{FF2B5EF4-FFF2-40B4-BE49-F238E27FC236}">
                <a16:creationId xmlns:a16="http://schemas.microsoft.com/office/drawing/2014/main" id="{4908D939-E04D-472B-BB03-AE02E327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995" y="2731457"/>
            <a:ext cx="1433156" cy="2392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5CF9"/>
          </a:soli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cap="none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成分—温度扫描</a:t>
            </a:r>
          </a:p>
        </p:txBody>
      </p:sp>
      <p:cxnSp>
        <p:nvCxnSpPr>
          <p:cNvPr id="47" name="直接连接符 6"/>
          <p:cNvCxnSpPr>
            <a:endCxn xmlns:a="http://schemas.openxmlformats.org/drawingml/2006/main" id="3" idx="3"/>
          </p:cNvCxnSpPr>
          <p:nvPr/>
        </p:nvCxnSpPr>
        <p:spPr>
          <a:xfrm xmlns:a="http://schemas.openxmlformats.org/drawingml/2006/main" flipH="1" flipV="1">
            <a:off x="2124151" y="2851088"/>
            <a:ext cx="273615" cy="406283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FF0000"/>
            </a:solidFill>
            <a:headEnd type="oval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7" name="文本框 3">
            <a:extLst xmlns:a="http://schemas.openxmlformats.org/drawingml/2006/main">
              <a:ext uri="{FF2B5EF4-FFF2-40B4-BE49-F238E27FC236}">
                <a16:creationId xmlns:a16="http://schemas.microsoft.com/office/drawing/2014/main" id="{1E1B30CC-CE6E-4CE5-A97D-415C93E07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" y="663575"/>
            <a:ext cx="8403590" cy="722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spcAft>
                <a:spcPts val="600"/>
              </a:spcAft>
              <a:buNone/>
            </a:pPr>
            <a:r>
              <a:rPr sz="140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</a:rPr>
              <a:t>系统将钢种建模、FactSage 任务编排、结果解析与可视化贯通为可复制、可追溯的材料研发链路，并以 CSV、PNG 和原始文件完成闭环交付，把专家操作沉淀为标准化、可复用的工程能力。</a:t>
            </a:r>
          </a:p>
        </p:txBody>
      </p:sp>
      <p:sp>
        <p:nvSpPr>
          <p:cNvPr id="19" name="矩形 49">
            <a:extLst xmlns:a="http://schemas.openxmlformats.org/drawingml/2006/main">
              <a:ext uri="{FF2B5EF4-FFF2-40B4-BE49-F238E27FC236}">
                <a16:creationId xmlns:a16="http://schemas.microsoft.com/office/drawing/2014/main" id="{705B7F2B-4958-4A6E-A08C-DB9C63B57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791" y="1563798"/>
            <a:ext cx="1899565" cy="2390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5CF9"/>
          </a:soli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22/13 元素模板</a:t>
            </a:r>
          </a:p>
        </p:txBody>
      </p:sp>
      <p:sp>
        <p:nvSpPr>
          <p:cNvPr id="20" name="直接连接符 6">
            <a:extLst xmlns:a="http://schemas.openxmlformats.org/drawingml/2006/main">
              <a:ext uri="{FF2B5EF4-FFF2-40B4-BE49-F238E27FC236}">
                <a16:creationId xmlns:a16="http://schemas.microsoft.com/office/drawing/2014/main" id="{DFDEA049-150A-4F0E-8AC3-D00AD2D67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766846" y="1683337"/>
            <a:ext cx="322898" cy="386239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FF0000"/>
            </a:solidFill>
            <a:headEnd type="oval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9EC92F8-3CF9-41F8-8E60-223A774AE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580" y="182880"/>
            <a:ext cx="6171565" cy="3987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</a:rPr>
              <a:t>热力学专家流程的工程化落地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64E43469-9556-46AD-AAC3-E15759A04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635" y="231775"/>
            <a:ext cx="310178" cy="288045"/>
          </a:xfrm>
          <a:prstGeom xmlns:a="http://schemas.openxmlformats.org/drawingml/2006/main" prst="rect">
            <a:avLst/>
          </a:prstGeom>
          <a:grp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8872EBF4-33A5-4828-943A-D1CF760E7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9628" y="231775"/>
            <a:ext cx="67534" cy="288045"/>
          </a:xfrm>
          <a:prstGeom xmlns:a="http://schemas.openxmlformats.org/drawingml/2006/main" prst="rect">
            <a:avLst/>
          </a:prstGeom>
          <a:grp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069942805"/>
      </p:ext>
    </p:extLst>
  </p:cSld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黑体"/>
        <a:cs typeface=""/>
      </a:majorFont>
      <a:minorFont>
        <a:latin typeface="Arial"/>
        <a:ea typeface="宋体"/>
        <a:cs typeface=""/>
      </a:minorFont>
    </a:fontScheme>
    <a:fmtScheme name="默认设计模板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2026-07-12T07:07:35.3540000Z</dcterms:created>
  <dcterms:modified xsi:type="dcterms:W3CDTF">2026-07-12T07:07:35.3540000Z</dcterms:modified>
</coreProperties>
</file>